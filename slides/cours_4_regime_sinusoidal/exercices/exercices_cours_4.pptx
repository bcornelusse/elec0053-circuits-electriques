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notesSlides/notesSlide3.xml" ContentType="application/vnd.openxmlformats-officedocument.presentationml.notesSlide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notesSlides/notesSlide4.xml" ContentType="application/vnd.openxmlformats-officedocument.presentationml.notesSlide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notesSlides/notesSlide5.xml" ContentType="application/vnd.openxmlformats-officedocument.presentationml.notesSlide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notesSlides/notesSlide6.xml" ContentType="application/vnd.openxmlformats-officedocument.presentationml.notesSlide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notesSlides/notesSlide7.xml" ContentType="application/vnd.openxmlformats-officedocument.presentationml.notesSlide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notesSlides/notesSlide8.xml" ContentType="application/vnd.openxmlformats-officedocument.presentationml.notesSlide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3" r:id="rId5"/>
    <p:sldId id="264" r:id="rId6"/>
    <p:sldId id="260" r:id="rId7"/>
    <p:sldId id="265" r:id="rId8"/>
    <p:sldId id="261" r:id="rId9"/>
    <p:sldId id="267" r:id="rId10"/>
    <p:sldId id="269" r:id="rId11"/>
    <p:sldId id="270" r:id="rId12"/>
    <p:sldId id="266" r:id="rId13"/>
    <p:sldId id="262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18" autoAdjust="0"/>
    <p:restoredTop sz="64905" autoAdjust="0"/>
  </p:normalViewPr>
  <p:slideViewPr>
    <p:cSldViewPr snapToGrid="0">
      <p:cViewPr varScale="1">
        <p:scale>
          <a:sx n="81" d="100"/>
          <a:sy n="81" d="100"/>
        </p:scale>
        <p:origin x="139" y="5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1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0 5393,'0'0'11955,"-6"4"-11595,6 0 752,0 0-656,-6-4 320,0 0-776,-24 24-56,1-4-1160,-7 12-2865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3.4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6 3449,'0'0'9111,"-6"-4"-7965,6 4-1128,0 0 0,0-1-1,0 1 1,-1 0 0,1 0 0,0 0-1,0 0 1,0 0 0,0 0 0,0 0-1,-1 0 1,1 0 0,0 0-1,0 0 1,0 0 0,0 0 0,-1 0-1,1 0 1,0 0 0,0 0 0,0 0-1,0 0 1,-1 0 0,1 0 0,0 0-1,0 0 1,0 0 0,0 0 0,0 0-1,0 1 1,-1-1 0,1 0 0,0 0-1,0 0 1,0 0 0,0 0 0,0 0-1,0 1 1,0-1 0,-1 0 0,1 0-1,0 0 1,0 0 0,0 0 0,0 1-1,0-1 1,0 0 0,0 0-1,0 0 1,0 0 0,0 0 0,0 1-1,0-1 1,0 0 0,0 0 0,0 0-1,0 1 1,1 90-118,4 1 0,19 98 0,30 298 322,-43 5 124,-10-384-275,-4 131 77,2-228-135,0 1 1,-1-1-1,0 0 1,-1 0-1,0 0 1,-1 0-1,-8 17 0,10-25 0,-1 0 0,1 1-1,-1-1 1,0-1-1,0 1 1,-1 0-1,1-1 1,-1 1 0,1-1-1,-1 0 1,0 0-1,0-1 1,-1 1-1,1-1 1,-1 0 0,1 0-1,-1-1 1,1 1-1,-1-1 1,0 0-1,-6 1 1,-4 0 36,1 0 0,-1-2-1,0 1 1,1-2 0,-1 0 0,1 0 0,-1-2 0,1 0-1,0 0 1,0-1 0,0-1 0,1 0 0,-1-1 0,1-1-1,0 0 1,1-1 0,-20-15 0,14 7-49,2 0 0,0-2 0,0 1 1,2-2-1,0 0 0,1-1 0,1 0 0,1-1 0,1 0 1,1-1-1,1 0 0,0 0 0,2-1 0,-4-25 1,7 4-51,2-52 1,1 51 18,1 30 20,0-1-1,1 1 1,0 0 0,1-1-1,1 1 1,0 0 0,2 1-1,-1-1 1,2 1 0,0 0-1,0 1 1,1 0 0,1 0-1,0 0 1,12-11 0,-4 4-85,0 0 1,2 2-1,0 0 0,1 1 1,0 1-1,2 0 1,0 2-1,0 1 1,1 1-1,1 0 0,27-8 1,-40 17-363,1 1 0,1 0 0,-1 0 1,0 1-1,25 2 0,-8-1-1301,7 0-1339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4.2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1 2665,'0'0'13795,"-11"8"-14084,64 0 233,12 0 56,6 0 8,0 0-8,-6 0-64,-5-1-312,-7 5-552,-11 4-624,-7 4-1249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4.6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5153,'0'0'5081,"320"71"-5097,-231-55-1936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5.1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25 440 616,'0'0'12260,"20"5"-11973,71 12-76,-86-17-201,-1 0 1,1 0 0,-1 0-1,1 0 1,-1-1 0,1 1-1,-1-1 1,0 0 0,1-1-1,-1 1 1,0-1 0,0 1-1,0-1 1,0-1 0,0 1-1,-1 0 1,1-1 0,5-5-1,-1 0 26,-1-1 0,0-1 0,0 1 0,-1-1 0,6-12 0,-7 13 19,2-8-59,1 1 1,-2-1-1,0 0 1,-2-1 0,1 1-1,-2-1 1,-1 0-1,0 0 1,-1 0-1,-1 0 1,0 0-1,-4-18 1,3 30 1,-1 0 0,0 1 0,0 0 0,-1-1 0,1 1 0,-1 0 0,0 0 0,0 0 0,-1 0 0,0 1 0,0 0 0,0-1 0,0 1 0,0 1 0,-1-1 0,0 1 0,0 0 0,0 0 0,0 0 0,0 0 1,0 1-1,-10-3 0,10 3-5,0 0 1,0 1-1,0-1 1,0 1 0,0 0-1,-1 1 1,1-1 0,0 1-1,0 0 1,0 0 0,-1 1-1,1-1 1,0 1-1,0 0 1,0 1 0,0-1-1,0 1 1,0 0 0,1 0-1,-1 1 1,1-1-1,-1 1 1,1 0 0,0 0-1,-7 7 1,1 4-10,1 0 0,1 0 0,0 1 0,1 0 0,1 1 0,0 0-1,1 0 1,1 0 0,0 0 0,-2 21 0,0 27 67,2 82-1,4-139-43,0 24 83,1-1 1,7 41 0,-6-60-54,0 0 0,1-1 1,1 0-1,0 1 0,0-1 0,1-1 0,0 1 0,1-1 1,12 17-1,-6-13-17,0-1-1,1 0 1,0 0 0,1-1 0,0-1 0,1 0 0,23 10-1,-12-7 12,1-2 0,1-2 0,52 13 0,-10-11-261,-1-3 1,120-1-1,-68-11-1454,-17-16-1789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5.8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267 1 1304,'0'0'8767,"4"36"-7922,1 15-522,23 162 887,31 47-200,3 27-679,-57-251-266,-2 68-1,-3-93-29,0-10-25,0 0 0,0 0 1,0 0-1,0 1 1,0-1-1,-1 0 1,1 0-1,0 0 0,-1 0 1,1 0-1,-1 0 1,1 0-1,-1 0 1,1 0-1,-1-1 0,0 1 1,1 0-1,-1 0 1,0 0-1,0-1 1,0 1-1,0 0 0,1-1 1,-1 1-1,0-1 1,0 1-1,0-1 0,0 1 1,0-1-1,-1 0 1,1 1-1,0-1 1,0 0-1,-1 0 0,-5 1 39,-1-1 0,1 0 0,-1 0 0,-8-2-1,6 1-24,-4-2-17,0 0-1,0-1 1,0 0 0,0-1 0,1 0 0,0-2-1,0 1 1,0-2 0,1 1 0,0-2 0,0 0-1,-12-12 1,3 1-165,2 0 0,0-2-1,1 0 1,1-1 0,-20-34-1,30 44 97,1-1-1,1 0 0,0-1 1,0 1-1,2-1 0,0 0 1,0 0-1,2 0 0,0 0 0,1-23 1,0 36 56,0-1 1,1 1-1,-1 0 0,1 0 1,-1-1-1,1 1 0,0 0 1,0 0-1,0 0 1,0 0-1,0 0 0,1 0 1,-1 0-1,1 0 0,-1 1 1,1-1-1,-1 0 1,1 1-1,0-1 0,0 1 1,0 0-1,0 0 1,0 0-1,3-2 0,7-2-7,0 1-1,0 0 1,17-4-1,-15 5 2,59-13-592,1 3-1,0 3 1,136 0-1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6.1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4825,'0'0'11042,"42"56"-14162,-6-21-1649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6.4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4001,'0'0'8699,"0"39"-8276,0 132-68,6 236-430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6.8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69 3777,'0'0'5541,"48"-9"-5466,153-26-31,-123 23-15,0 4 0,147 3-1,-128 6-30,-91-1-7,-1 0 1,0 0 0,1 1-1,-1-1 1,0 1-1,1 1 1,-1-1 0,0 1-1,0-1 1,0 1-1,0 1 1,0-1 0,-1 1-1,1 0 1,-1 0-1,6 4 1,-7-3 96,1 1 0,0 0 0,-1 0 0,0 0 0,0 0 0,-1 0 0,1 1 0,-1-1 0,0 1 0,-1 0 0,0-1 0,1 1 0,-2 0 0,2 10 0,0 250 3125,-3-143-2828,1-112-343,-1 0 0,0 0 0,0-1 0,-4 14 0,5-22-128,-1 0-1,1 0 0,-1 0 1,0 0-1,0 0 0,0 0 1,0 0-1,0 0 0,0 0 1,0 0-1,0 0 0,-1-1 1,1 1-1,-1 0 0,1-1 1,-1 1-1,0-1 1,0 0-1,0 0 0,1 1 1,-1-1-1,0 0 0,0-1 1,-1 1-1,-3 1 0,-12-1-2595,1-1-1576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7.2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1116 4305,'0'0'9282,"35"-35"-8391,2-3-672,200-208 629,324-449-596,-546 675-337,-10 11-28,1 1 0,-1 0-1,1 1 1,1-1 0,0 1 0,0 0 0,0 1 0,1-1 0,9-5-1,11 9-3797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7.6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66 222 5249,'0'0'9749,"-13"-18"-9512,1 1-286,0-1 0,-12-24 1,23 40 34,0 0 0,0 0 0,1 0 0,-1 0 0,1 0 0,0 0 1,-1 0-1,1 0 0,0 0 0,0 0 0,0 0 0,0 0 0,1 0 1,-1 0-1,0 0 0,1 0 0,-1 0 0,1 0 0,0 0 0,0 1 1,0-1-1,1-2 0,1 0-30,0 1 0,1-1 0,-1 1 0,1 0 0,-1-1 0,7-2 0,-5 2-8,3-2-120,0 1 1,0-1 0,0 1 0,0 1-1,1 0 1,0 0 0,0 1 0,0 0-1,0 0 1,0 1 0,14-2 0,-22 4 139,-1 0 0,1 0 1,0 0-1,0 0 0,-1 0 0,1 1 1,0-1-1,-1 0 0,1 0 1,0 0-1,-1 1 0,1-1 0,0 0 1,-1 1-1,1-1 0,0 1 1,-1-1-1,1 1 0,-1-1 1,1 1-1,-1-1 0,1 1 0,-1-1 1,0 1-1,1 0 0,-1-1 1,0 1-1,1 0 0,-1-1 0,0 1 1,1 1-1,0 24-50,-1-17 46,0 11 37,-5 100-21,3-104 60,0-1-1,-1 1 1,-1-1 0,-1 0-1,-11 25 1,-38 52 770,36-65 223,-25 54 1,42-80-992,1-1-39,0 0 0,-1 1-1,1-1 1,0 0-1,0 0 1,0 1 0,-1-1-1,1 0 1,0 1 0,0-1-1,0 0 1,0 0 0,0 1-1,0-1 1,0 0 0,0 1-1,0-1 1,0 0 0,0 1-1,0-1 1,0 0-1,0 1 1,0-1 0,0 0-1,0 1 1,0-1 0,0 0-1,0 0 1,0 1 0,0-1-1,0 0 1,1 1 0,-1-1-1,0 0 1,0 0 0,0 1-1,1-1 1,-1 0-1,0 0 1,0 1 0,1-1-1,-1 0 1,0 0 0,0 0-1,1 0 1,-1 0 0,0 1-1,1-1 1,-1 0 0,0 0-1,1 0 1,-1 0 0,0 0-1,1 0 1,-1 0-1,1 0 1,64 0 10,197-8-1861,-199 0-1922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9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 1008,'0'0'15836,"-83"0"-15836,143 4 0,11-4 8,6 0-8,6 0 0,-12 0-481,-6 4-959,0 8-464,-17 0-2241,-19 0-1720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19.6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4585,'0'0'6921,"373"48"-7089,-260-36-1896,-18-4-3841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30.8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1 539 4481,'0'0'9882,"1"-6"-9481,0 3-365,0-1-1,0 1 0,0-1 0,1 1 0,0 0 0,0-1 0,0 1 1,0 0-1,0 0 0,5-5 0,35-29 52,-17 17-34,29-28-223,-1-3-1,-3-2 1,-2-2-1,-2-2 1,44-73-1,-85 121-122,11-17 191,-10 20-764,-3 14-1333,14 292 500,-4 32 1255,-14-331 429,1 1 0,0-1 1,-1 0-1,1 1 1,-1-1-1,0 0 0,1 1 1,-1-1-1,0 0 1,0 0-1,1 0 0,-1 0 1,0 0-1,0 0 1,0 0-1,0 0 0,-1 0 1,1 0-1,0 0 1,0-1-1,0 1 1,-1 0-1,1-1 0,0 1 1,-1-1-1,1 0 1,-1 1-1,1-1 0,0 0 1,-1 0-1,-1 0 1,-54 3-357,47-3 324,-45 1-135,19 0 431,-43-4 0,68-2 294,11 5-514,0 0 0,0 0 0,0 0 0,0 0 0,0 0 0,1 0 0,-1 0 0,0 0 0,0 0 0,0 0 0,0 0 0,1 0 0,-1 0 0,0 0 0,0 0 0,0-1 0,0 1 0,1 0 0,-1 0 0,0 0 0,0 0 0,0 0 0,0 0 0,0 0 0,0 0 0,1-1 0,-1 1 0,0 0 0,0 0 0,0 0-1,0 0 1,0 0 0,0-1 0,0 1 0,0 0 0,0 0 0,0 0 0,0 0 0,0-1 0,0 1 0,0 0 0,0 0 0,0 0 0,0 0 0,0-1 0,0 1 0,0 0 0,0 0 0,0 0 0,0 0 0,0-1 0,0 1 0,0 0 0,0 0 0,0 0 0,0 0 0,-1 0 0,1 0 0,0-1 0,394-21 173,-276 21-1547,-20 1-1561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1.5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345 56 6225,'0'0'8689,"-18"-10"-8402,-60-27-57,75 36-222,-1-1 1,1 1-1,0 0 0,0 0 0,0 0 0,-1 0 0,1 1 0,0 0 0,-1-1 1,1 1-1,-1 0 0,1 0 0,0 1 0,-4 0 0,4 0-11,0 0-1,1 0 1,-1 1-1,0-1 1,1 1-1,0 0 1,-1 0-1,1 0 1,-4 4-1,1-1-3,-10 11-32,0 0 0,2 1 0,0 0 0,1 1 0,1 1 0,0 0 0,2 0 0,-13 36 0,12-26 26,2 1 1,1 0-1,2 0 1,0 0-1,1 50 1,3-48-3,0-13-30,1-1 0,4 29-1,-3-41 20,0-1 0,0 0-1,1 0 1,0 0 0,-1 0-1,2 0 1,-1 0 0,1 0-1,-1-1 1,1 1 0,1-1-1,-1 0 1,5 5 0,2-2-91,0 0 1,0-1 0,0 0-1,1-1 1,0 0-1,0 0 1,0-1 0,1-1-1,-1 0 1,1 0-1,0-1 1,0-1 0,0 0-1,0 0 1,0-2-1,0 1 1,0-1 0,-1-1-1,1 0 1,0-1-1,-1 0 1,1-1 0,-1 0-1,16-9 1,-15 5-19,-2 0 1,1-1-1,-1 0 1,0-1-1,-1 0 1,0-1-1,-1 1 1,0-2-1,-1 1 1,0-1-1,-1 0 1,5-14-1,-3 6 25,-1-1-1,-1 0 1,-1-1-1,-1 1 1,-1-1-1,0-40 1,-3 102-291,-1-2 246,7 55 0,-5-81 209,2 0-1,-1 1 1,2-1 0,0 0-1,0-1 1,1 1 0,0-1-1,11 17 1,-8-16 42,1 0 0,0-1 0,1 1-1,1-2 1,0 0 0,0 0 0,20 13 0,-21-17-70,-1-1 1,1 0-1,0-1 1,0 0-1,0 0 0,0-1 1,1-1-1,-1 0 1,1 0-1,0-1 1,11 0-1,-19-1-8,-1 0-1,1 0 1,0 0-1,-1 0 1,1-1 0,0 1-1,-1-1 1,1 0-1,-1 0 1,1 0-1,-1 0 1,1 0 0,-1 0-1,0-1 1,1 1-1,-1-1 1,0 0-1,0 0 1,0 1-1,0-1 1,0 0 0,-1-1-1,1 1 1,-1 0-1,1 0 1,-1-1-1,0 1 1,0-1 0,1-4-1,1-5 22,0 0 0,-2-1 0,1 1-1,-2-1 1,0-14 0,0 15-45,0-7 11,1-7-6,-2 0 0,-1 1 0,-5-28 0,5 44 1,0 1 1,-1-1-1,0 0 1,-1 1 0,0-1-1,0 1 1,-1 0-1,0 1 1,0-1-1,-1 1 1,0 0-1,-8-7 1,6 5 24,-1 1 1,0 0 0,0 0-1,-1 1 1,0 1 0,0-1-1,0 2 1,-1-1 0,0 2-1,0-1 1,0 1 0,0 1-1,-1 0 1,0 1 0,-17-2-1,15 4-2,8-1-61,1 1 0,-1 0 0,1 1 0,-1-1 0,-6 3 0,10-3 19,1 1-1,-1-1 1,1 1 0,-1 0-1,0 0 1,1 0 0,0 0-1,-1 0 1,1 0-1,0 0 1,-1 0 0,1 1-1,0-1 1,0 0 0,0 1-1,0-1 1,0 1-1,0-1 1,1 1 0,-2 2-1,-2 11-17,1 0 0,0 0 0,1 0 0,1 0 0,0 0 0,1 18 0,0-20 18,0-11 15,1-1 0,-1 0 1,0 0-1,0 0 0,0 0 1,1 0-1,-1 0 0,0 0 1,1 0-1,-1 0 1,1 0-1,0 0 0,-1 0 1,1 0-1,0-1 0,-1 1 1,1 0-1,0 0 0,0-1 1,0 1-1,0 0 1,-1-1-1,1 1 0,0-1 1,2 2-1,1-1-21,0 1 0,1-1 0,-1 0-1,1 0 1,-1-1 0,9 1 0,-2-1-47,1 0 0,-1-1 0,0 0 1,0-1-1,15-5 0,-5-2-59,0-2 1,0 0-1,-1-1 0,25-20 0,22-14-446,-52 37 457,0 0 0,0 1 0,1 1 0,0 0 0,0 1 0,1 1 0,0 0 0,0 1 0,0 1 0,23-1 0,-21 3 104,0 1 1,0 1 0,25 4-1,-37-4 42,1 2 0,0-1 0,-1 1 0,1 0 0,-1 0 0,0 1 0,0 0 0,0 0 0,-1 1 0,9 7 0,-1 1 93,0 0 0,-1 1 0,-1 1 0,-1 0 0,0 0 1,-1 2-1,0-1 0,-1 1 0,6 19 0,-6-12 142,-2 0-1,-1 0 1,-1 0-1,-1 1 1,-1-1 0,-1 37-1,-1-56-163,-1 0 0,-1 0 0,1 0-1,-1-1 1,0 1 0,0 0 0,0-1 0,0 1 0,-1-1-1,0 1 1,0-1 0,0 1 0,-5 6 0,3-7 11,0 0 1,-1 0 0,1 0 0,-1-1-1,1 0 1,-1 0 0,0 0 0,0 0-1,-1-1 1,1 0 0,-8 2 0,-18 4 256,-1-1 0,0-2 0,0-1 0,0-2 0,-49-2 0,53 0-287,19-1-70,1 1 0,-1-1-1,1-1 1,0 1 0,-1-1 0,1-1-1,0 0 1,0 0 0,-8-5-1,14 7-85,-1 0 0,1 0-1,0 0 1,1 0 0,-1-1-1,0 1 1,0-1-1,1 1 1,-1-1 0,0 0-1,1 0 1,0 0 0,-1 0-1,1 0 1,0 0-1,0 0 1,0 0 0,1 0-1,-1 0 1,0-1 0,1 1-1,-1 0 1,1-1 0,0 1-1,0 0 1,0 0-1,0-1 1,0 1 0,0 0-1,1-1 1,-1 1 0,1 0-1,-1 0 1,1-1-1,0 1 1,0 0 0,0 0-1,2-3 1,0 1-435,1-1 0,-1 1 1,1 0-1,-1 1 0,1-1 0,0 1 1,8-6-1,39-23-5377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1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0 3065,'0'0'7313,"-6"254"-6673,6-166-16,0-1-103,0-12-273,0-15-120,0-16-128,0-21-72,-12-23-905,0-12-655,-6-27-664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2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5529,'0'0'5663,"65"-4"-5530,211-14-70,28-8 6,-51 23-825,-251 3 738,1 1 0,0-1 1,0 1-1,0 0 0,0 0 0,0 0 1,-1 0-1,1 1 0,0-1 0,-1 1 0,1 0 1,-1 0-1,0-1 0,0 1 0,1 1 1,-1-1-1,-1 0 0,1 0 0,0 1 1,0-1-1,-1 1 0,0 0 0,1-1 0,-1 1 1,0 0-1,0 0 0,0 3 0,3 10 103,-1 0 0,0 0-1,0 28 1,-2-36-26,1 296 1473,-3-161-6066,1-111 1448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2.5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3017,'0'0'8738,"320"12"-8410,-202-12-216,-5 0-112,-6 8-513,5 20-655,-29-5-1088,-18 5-2801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2.8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88 6345,'0'0'7167,"3"-12"-7588,-3 12 419,0-3-34,1-1 0,-1 1-1,1-1 1,0 1 0,0-1 0,1 1 0,-1 0-1,1-1 1,-1 1 0,1 0 0,0 0 0,0 0 0,0 1-1,1-1 1,-1 0 0,1 1 0,-1 0 0,1-1-1,0 1 1,0 0 0,0 0 0,0 1 0,0-1-1,0 0 1,1 1 0,4-1 0,48-1-748,-41 3 549,-13 0 225,0 0 1,-1 0-1,1 0 0,0 1 1,0-1-1,-1 0 0,1 1 1,-1 0-1,1-1 1,0 1-1,-1 0 0,1 0 1,-1 0-1,0 0 0,1 0 1,-1 0-1,0 0 0,1 0 1,-1 0-1,0 1 0,0-1 1,0 0-1,0 1 0,0-1 1,0 1-1,-1 0 0,1-1 1,0 1-1,-1-1 0,0 1 1,1 3-1,1 6 20,-1 0 0,0 0 0,-1 0 1,-1 13-1,1-3 9,0-7 4,-1 0-1,0 1 0,-1-1 1,-1 0-1,0 0 0,0 0 1,-2-1-1,0 1 0,0-1 1,-1 0-1,-14 21 0,-124 192 858,77-125 528,63-96-1285,1 0 0,-1 0 0,1 1 0,0-1 0,1 1 0,-1-1 0,1 1 0,0 0 0,0 0 0,1 0 0,0 0 0,-1 8 0,2-14-122,0 1 0,1 0 0,-1-1 0,0 1-1,0 0 1,0-1 0,0 1 0,1 0 0,-1-1 0,0 1 0,1-1 0,-1 1 0,0 0 0,1-1 0,-1 1 0,1-1 0,-1 1 0,1-1 0,-1 1 0,1-1 0,-1 0 0,1 1 0,-1-1 0,1 1 0,0-1 0,-1 0 0,1 0 0,0 1 0,0-1 0,25 3 7,-19-2 4,74 3-50,91-7 0,-5-15-5795,-99 8-2388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3.2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1 3105,'0'0'10922,"-17"119"-10746,17-60-168,0 13 88,0 3 0,0 1-88,0-5-8,0-3-120,11-9-640,1-19-1441,-6-24-2640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3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3689,'0'0'6113,"308"-8"-6113,-207 8-128,-18 0-1480,-18 0-3777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3.9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278 1 2833,'0'0'4035,"5"35"-3012,-4-25-943,8 54 430,3-2 0,26 80 0,-8-43 243,-4 1 1,-5 2-1,-4 0 1,-4 1-1,-1 126 1,-12-187-519,1-24-128,0 0 0,-2 0 0,-4 32-1,4-47-96,0-1 0,0 1 0,0 0-1,0-1 1,0 1 0,0-1 0,-1 1-1,1-1 1,-1 0 0,0 1 0,1-1-1,-1 0 1,0 0 0,0 0 0,-1-1-1,1 1 1,0 0 0,-1-1-1,1 1 1,0-1 0,-1 0 0,0 0-1,-3 1 1,-4 1 34,0-2 1,0 1-1,-1-1 0,-18-1 0,24 0-32,-6-1-3,0 0 0,0-1 0,0 0 0,1-1-1,-1-1 1,1 1 0,0-2 0,-1 1 0,2-1 0,-1-1-1,1 0 1,0 0 0,0-1 0,0 0 0,1 0 0,0-1 0,-12-16-1,2 1-43,1 0 0,1-1-1,2-1 1,0 0-1,-19-52 1,24 49-38,1 0 0,2 0 0,0-1 0,-1-41 0,6-118-108,1 180 174,1 0 0,0 0-1,0 0 1,1 0-1,-1 0 1,2 0 0,-1 0-1,1 1 1,0-1-1,1 1 1,0 0-1,0 0 1,1 0 0,-1 0-1,2 1 1,-1 0-1,1 0 1,-1 0 0,1 1-1,1 0 1,-1 0-1,1 0 1,0 1-1,8-4 1,1 0-35,1 1 1,-1 1-1,1 0 0,1 1 1,-1 1-1,1 0 0,20-1 0,3 3-126,1 1 0,42 4-1,-68-1-333,-1 1-1,0 1 0,19 5 0,-26-6-126,22 3-3594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4.2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4849,'0'0'8386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4.9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399 1 1672,'0'0'13394,"-52"9"-13371,-165 40-38,210-46 10,-1-1 1,1 1-1,-1 0 1,1 1-1,0-1 0,0 2 1,1-1-1,-1 1 1,-9 9-1,12-9-4,0 0-1,0 0 1,1 0 0,0 0-1,0 1 1,1-1 0,-4 10-1,2-4-10,0 3-44,0-1 1,1 1 0,1-1 0,0 1 0,1 0 0,1 0 0,1 15 0,-1-8-110,0-14 133,1-1 0,0 0 0,0 0-1,1 0 1,0 0 0,0 0 0,0-1 0,0 1 0,1-1-1,0 1 1,0-1 0,1 0 0,-1 0 0,1 0 0,0 0-1,1-1 1,5 5 0,11 8-72,0 0 0,42 22 0,-31-19-5,-24-15 92,5 3 1,0 0 0,0 1-1,16 16 1,-26-22 23,0 1 1,0-1-1,0 1 1,-1-1-1,1 1 1,-1 0-1,0 0 1,0 0-1,0 0 1,-1 1-1,0-1 1,1 0-1,-1 1 1,-1-1-1,1 1 1,-1 5-1,0-8 3,0-1 1,0 0-1,-1 1 0,1-1 0,-1 0 1,1 1-1,-1-1 0,0 0 0,0 0 1,1 1-1,-1-1 0,0 0 0,0 0 1,0 0-1,0 0 0,0 0 0,0 0 0,0-1 1,0 1-1,-1 0 0,1 0 0,0-1 1,-1 1-1,1-1 0,0 1 0,-1-1 1,-2 1-1,-43 7 28,44-8-31,-109 2-150,66-3 61,45 2 81,-1-1 0,0 0 1,0 0-1,0 0 0,1 0 0,-1 0 1,0-1-1,0 1 0,1 0 1,-1-1-1,0 0 0,1 1 1,-1-1-1,0 0 0,1 1 0,-1-1 1,1 0-1,-1 0 0,1-1 1,0 1-1,-1 0 0,1 0 0,0-1 1,0 1-1,-2-3 0,1-2-41,1 1-1,0-1 0,0 1 1,0-1-1,1 0 0,-1 1 0,2-9 1,-1 12 30,-1-12-330,1 0 0,0 0 0,1 0 1,1 1-1,0-1 0,1 0 1,0 1-1,1-1 0,1 1 0,0 0 1,1 1-1,7-14 0,38-39-2244,-3 11 29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5.2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1 576,'0'0'9050,"12"254"-7602,0-211-423,5-3-361,1-12-280,0-8-192,0-8-192,0-12-128,23-24-1128,1-36-1401,-13-7-3600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5.6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3089,'0'0'4793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5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1 346 1768,'0'0'5576,"4"41"-3369,13 135-481,-12-109-927,-3-38-429,0-1-1,2 1 1,2-1 0,12 43-1,-18-70-364,0 0 0,0-1 0,0 1-1,1 0 1,-1 0 0,0 0 0,0 0 0,1-1-1,-1 1 1,0 0 0,1 0 0,-1 0-1,1-1 1,-1 1 0,1 0 0,-1-1 0,1 1-1,0 0 1,-1-1 0,1 1 0,0-1-1,-1 1 1,1-1 0,0 0 0,0 1 0,0-1-1,-1 1 1,1-1 0,0 0 0,0 0-1,0 0 1,0 1 0,-1-1 0,1 0 0,0 0-1,0 0 1,0 0 0,0 0 0,0-1 0,-1 1-1,1 0 1,0 0 0,0 0 0,0-1-1,0 1 1,1-1 0,2-2 6,-1 0 0,0 0 1,1 0-1,-1 0 0,0-1 0,0 1 0,-1-1 1,4-6-1,23-43-697,23-63 0,13-26-3061,-65 140 3719,1 0 0,0 1 0,0-1 0,0 1 0,0-1 0,1 1 0,-1 0-1,0 0 1,0-1 0,1 1 0,-1 0 0,3-1 0,-4 2 29,1 0 0,0-1 0,-1 1 0,1 0-1,0 0 1,-1 0 0,1 0 0,0 0 0,-1 1 0,1-1 0,0 0 0,-1 0 0,1 0 0,0 0 0,-1 1 0,1-1 0,-1 0-1,1 1 1,0-1 0,-1 1 0,1-1 0,-1 0 0,1 1 0,-1-1 0,1 1 0,-1-1 0,0 1 0,1-1 0,-1 1 0,0 0 0,1-1-1,-1 1 1,0-1 0,0 1 0,1 0 0,-1-1 0,0 1 0,0 0 0,9 25 202,-2-1-1,9 52 1,-9-40-127,11 39 0,-9-53-587,1 1 0,1-1 0,21 34 0,-3-18-4062</inkml:trace>
  <inkml:trace contextRef="#ctx0" brushRef="#br0" timeOffset="1">1002 1 4185,'0'0'5873,"0"222"-4737,0-147-439,0-3-385,0-9-192,0-11-120,6-28-873,-6-17-1791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6.2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0 107 5313,'0'0'7715,"61"-5"-7575,198-20-56,-20-15-11,-118 17-155,-90 17 43,1 2 1,0 2-1,0 1 1,0 1 0,35 5-1,-63-4 36,0 1 0,0-1 1,0 1-1,0 0 0,0 1 0,0-1 0,-1 1 0,1-1 1,-1 1-1,1 0 0,-1 1 0,0-1 0,-1 0 0,1 1 0,0 0 1,-1-1-1,0 1 0,0 0 0,0 0 0,0 0 0,-1 0 1,2 8-1,2 7 9,0-1 0,-2 1 1,3 38-1,-4 235 318,-3-158-7259,1-113 1198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6.6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21 3505,'0'0'9154,"320"-12"-8906,-214 4-248,-5 8-96,-12 0-640,6 0-745,-30 0-1263,-18 4-3570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6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64 1328,'0'0'10808,"-9"-7"-10764,3 3-82,-16-15-110,22 18 138,0 0 0,-1 1 1,1-1-1,0 1 0,0-1 1,0 0-1,0 1 0,0-1 1,-1 0-1,1 1 0,0-1 1,1 1-1,-1-1 0,0 0 1,0 1-1,0-1 0,0 0 1,0 1-1,1-1 0,-1 1 1,0-1-1,1 0 0,-1 1 1,0-1-1,1 1 0,-1-1 1,0 1-1,1-1 0,-1 1 1,1 0-1,-1-1 0,1 1 1,-1-1-1,1 1 0,0 0 1,-1 0-1,1-1 0,-1 1 1,1 0-1,-1 0 0,1 0 1,0-1-1,-1 1 0,1 0 1,0 0-1,6-2-175,1-1 0,-1 1 0,0 1-1,0-1 1,1 1 0,-1 1 0,13-1-1,-20 1 179,1 1-1,0-1 0,0 0 0,0 0 0,-1 0 0,1 1 0,0-1 0,0 0 0,-1 1 0,1-1 0,0 1 0,-1-1 0,1 1 0,0-1 0,-1 1 0,1-1 0,0 1 0,-1-1 0,1 1 0,-1 0 0,0-1 0,1 1 0,-1 0 0,1 0 0,-1-1 0,0 1 0,0 0 0,1 0 0,-1 0 0,0-1 0,0 3 0,2 30 42,-3-24-46,2 5 32,-1 0-1,0-1 1,-1 1-1,0 0 0,-2-1 1,1 1-1,-2-1 1,1 0-1,-9 19 1,-102 157 1453,70-121-691,8-14-30,9-13 844,-33 65-1,59-104-1541,0 0 0,0 0 0,1 0 0,-1 0 0,0 0 0,1 0 0,0 1 0,-1-1 0,1 0 0,0 0 0,0 3 0,0-5-45,0 1 1,1 0-1,-1 0 0,0-1 1,0 1-1,1 0 0,-1 0 1,0-1-1,1 1 0,-1 0 0,1-1 1,-1 1-1,1-1 0,-1 1 1,1-1-1,0 1 0,-1-1 1,1 1-1,-1-1 0,1 1 1,1-1-1,2 2-17,1-1 0,0 0 0,0 0 0,0-1 0,0 1 0,0-1 0,8-1 0,1 1 61,74 0-103,92 0-1174,-64-8-4770,-70 4-1887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28.9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1804 408,'0'0'12963,"-8"2"-12077,6-1-671,6-2 1066,15-7-1100,1 0 0,-2-2 1,28-17-1,-37 22-111,654-452 1962,-406 271-1939,574-384-85,-128 89-1140,-666 459 1075,-30 19-172,0-1 0,0 0 0,-1-1-1,13-9 1,-18 14 94,0-1-1,0 1 0,0 0 1,0 0-1,0 0 1,0 0-1,0 0 1,1 0-1,-1 0 1,0 0-1,0 0 0,0 1 1,0-1-1,0 0 1,0 1-1,0-1 1,0 1-1,0-1 0,1 2 1,-1 38-3367,-1-21-966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3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4905,'0'0'10442,"290"0"-10442,-207 0-8,12 0-856,-30 0-1472,-11 0-2409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31.7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 4017,'0'0'8626,"415"0"-8962,-297-4-1625,-11-8-3064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32.1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319 1 4137,'0'0'1843,"3"36"-321,-3-36-1519,4 53 535,3-1-1,2-1 1,27 92-1,-9-60-11,-3 0 0,-4 2-1,-4 0 1,-4 1 0,-3 0-1,-6 171 1,-4-244-473,0-1-1,0 0 1,-1 0 0,-1 0 0,0 0-1,-1-1 1,0 1 0,0-1 0,-8 13 0,8-19-19,1 0 1,-1 0-1,0-1 1,0 1-1,0-1 1,0 0 0,-1 0-1,1-1 1,-1 1-1,0-1 1,-1 0-1,1-1 1,0 1-1,-1-1 1,1 0 0,-1 0-1,0-1 1,0 1-1,1-1 1,-12 0-1,5-1 26,1 0-1,-1-1 0,1 0 1,-1-1-1,1 0 0,0-1 0,-1 0 1,2-1-1,-1 0 0,0-1 1,1 0-1,0 0 0,0-1 0,0-1 1,1 0-1,0 0 0,0 0 1,1-1-1,0-1 0,0 1 0,-8-14 1,2 2-77,1 0-1,1-1 1,1-1 0,1 0 0,0 0 0,2-1-1,1 0 1,1 0 0,-5-33 0,6 3-169,2-97 0,3 139 173,1 0 1,0 0-1,1 1 1,0-1-1,0 1 1,1 0-1,1-1 1,-1 1-1,2 0 1,-1 1-1,2-1 1,-1 1 0,1 0-1,0 0 1,1 1-1,0 0 1,1 0-1,-1 1 1,1 0-1,1 0 1,-1 0-1,12-5 1,5-4-36,0 2-1,0 1 1,1 1 0,35-11 0,112-20-447,-153 39-23,-1 0 0,0-2 1,0 0-1,0-1 0,-1 0 0,0-2 1,-1 0-1,18-13 0,3-12-4979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32.4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6753,'0'0'9915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39.2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442 6 7602,'0'0'7643,"-4"-2"-7189,3 2-459,1-1 0,0 1 0,-1 0 0,1 0 0,0-1 1,-1 1-1,1 0 0,-1 0 0,1-1 0,0 1 0,-1 0 0,1 0 0,-1 0 0,1 0 0,-1 0 0,1 0 0,-1-1 0,1 1 0,-1 0 0,1 0 0,-1 1 0,1-1 0,-1 0 0,1 0 0,0 0 0,-1 0 0,1 0 0,-1 0 0,1 1 0,-1-1 0,1 0 0,0 0 0,-1 1 0,1-1 0,-1 0 0,1 0 0,0 1 0,-1-1 0,1 1 0,0-1 0,0 0 0,-1 1 0,1 0 1,-2 28-483,2-15 458,20 275-100,-3-113 187,5 841 166,-22-865-147,0-127-96,-6 49 0,5-66 0,-1 0 0,0 1-1,-1-1 1,0 0-1,0-1 1,0 1-1,-1 0 1,0-1 0,-7 10-1,9-15 18,0 0 1,0 0-1,0 0 0,0 0 1,0 0-1,0 0 0,0 0 0,-1-1 1,1 1-1,-1-1 0,1 0 0,-1 0 1,0 0-1,1 0 0,-1 0 1,0-1-1,-5 2 0,4-2-4,-1-1 0,1 1 1,-1 0-1,1-1 0,-1 0 0,1 0 0,0-1 0,-1 1 1,1-1-1,-5-3 0,-4-2-21,1-1 1,1 0-1,-1-1 1,1-1-1,1 0 0,-10-11 1,-8-13 14,2-1 0,1-1 0,1-2 0,3 0 1,1-1-1,1-1 0,3-1 0,1-1 0,2 0 0,2 0 1,2-1-1,2-1 0,1 0 0,3 1 0,2-1 0,7-86 0,-3 116 20,0 0 0,1 0 0,0 1 0,2-1 0,-1 1 0,1 0 0,1 1 0,1-1 0,-1 1-1,2 1 1,0 0 0,0 0 0,1 0 0,0 1 0,1 1 0,12-9 0,-8 7-2,-1 1 0,2 0 1,-1 2-1,1 0 0,1 0 0,-1 2 1,1 0-1,0 1 0,1 0 1,-1 2-1,1 0 0,26-1 0,-26 4-17,-10 0-38,0-1-1,-1 2 0,1-1 0,8 3 1,-13-3-17,-1 1 0,0 0 0,0-1 0,0 1 0,0 0 0,0 1 0,0-1 0,0 0 0,0 0 0,0 1 0,-1-1 0,1 1 0,0 0 0,-1-1 0,1 1 0,-1 0 0,2 3 0,9 28-2411,-10-7-2350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39.5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1064,'0'0'14771,"-6"20"-19124,6-4-1936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39.8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9 138 904,'0'0'12159,"17"-22"-12491,-17 22 332,22-30-276,30-30 0,-50 57 227,1 1 1,0-1 0,-1 1-1,1 0 1,0 0 0,0 1 0,0-1-1,0 0 1,1 1 0,-1 0-1,0 0 1,0 0 0,1 0 0,-1 0-1,1 1 1,-1 0 0,1-1-1,6 2 1,-8-1 17,0 0 0,0 1 0,1-1 0,-1 1 0,0 0 0,0 0 0,0 0 0,0 0 0,0 0 0,0 0 0,0 0 0,0 1 0,-1-1 0,1 1 0,0-1 0,-1 1 0,0 0 0,1 0 0,-1-1 0,0 1 0,1 0 0,0 3 0,1 6 17,-1 0 1,0 1 0,-1 0 0,0-1 0,0 1 0,-2 14 0,1-5 17,-1-1 15,-1 0 0,0-1 0,-2 1 0,0-1 0,-11 33 0,-47 90 27,16-40-8,18-36 14,-21 54 1057,45-92-552,4-27-547,0 0-1,1-1 0,-1 1 0,0 0 0,0 0 0,1-1 0,-1 1 0,0 0 0,1 0 0,-1-1 0,1 1 1,-1-1-1,1 1 0,-1 0 0,1-1 0,-1 1 0,1-1 0,0 1 0,1 0 0,1 0-17,1 0 0,0 0 0,0 0 1,0-1-1,0 1 0,0-1 0,0 0 0,0 0 0,5-1 0,13 0 52,211-15-3249,-165 8-2376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0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6305,'0'0'7754,"355"0"-8618,-236 0-1681,-24 0-4320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0.7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7514,'0'0'6601,"326"4"-7873,-178-16-1673,-17-12-4552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1.0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1 562 432,'0'0'11088,"38"-45"-10672,122-148-608,-146 176 97,-1-1 0,-1 0 0,14-29 0,-22 37-3,0 0-1,-1 0 1,-1-1-1,3-18 0,-5 26 81,3-75-296,-3 57 305,0 19 26,0 0-1,0 0 0,-1 0 1,1 0-1,0 0 1,-1-1-1,0 1 0,1 0 1,-1 0-1,0 0 0,0 1 1,0-1-1,0 0 1,-1 0-1,1 0 0,0 1 1,-1-1-1,1 1 0,-1-1 1,0 1-1,1-1 1,-1 1-1,0 0 0,0 0 1,0 0-1,0 0 0,0 0 1,0 1-1,0-1 1,0 0-1,0 1 0,-3-1 1,1 1 8,1-1 1,-1 1 0,0 0 0,0 0-1,1 0 1,-1 1 0,0-1-1,0 1 1,1 0 0,-1 0 0,1 0-1,-1 1 1,1-1 0,-1 1 0,1 0-1,0 0 1,0 0 0,0 0-1,-3 4 1,-2 3-40,1 0 0,0 0 0,0 1 0,1 0 1,1 1-1,-1-1 0,-5 21 0,0 3 17,-8 49 0,11-31 180,4 1 0,2 79 0,2-90-41,-1-28-69,2 1 0,0-1 0,0 0 1,1 1-1,1-1 0,8 23 0,-9-32-54,0 0 1,1 0-1,0 0 0,-1 0 0,2-1 1,-1 1-1,0-1 0,1 0 0,0 0 0,0-1 1,0 1-1,1-1 0,-1 0 0,1 0 1,-1 0-1,1 0 0,0-1 0,0 0 0,0 0 1,10 2-1,-2-2-75,0 0 1,0-2 0,0 1-1,0-2 1,0 1-1,0-2 1,0 0 0,0 0-1,0-1 1,23-10-1,-18 6-491,-1-1-1,0 0 1,23-18 0,49-38-4804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1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1 5145,'0'0'5135,"-2"36"-4481,-5 123-302,7-138-290,1 0 0,0-1-1,2 1 1,0 0-1,1-1 1,1 1 0,1-1-1,12 26 1,3 11 88,-6-9 46,-2 1 1,-3 0-1,-1 0 1,-3 1-1,1 69 0,-7-118-191,0 1-1,0-1 0,0 0 0,-1 1 0,1-1 0,0 0 0,-1 0 0,1 0 0,-1 1 0,1-1 0,-1 0 1,1 0-1,-1 0 0,0 0 0,0 0 0,1 0 0,-1 0 0,0 0 0,0 0 0,0 0 0,0-1 1,-2 3-1,-1-2-5,1 1 1,0-1 0,-1 0-1,1 0 1,-1 0 0,0 0 0,1 0-1,-6-1 1,-1 1-46,-1-1 1,1-1 0,-1 0-1,1 0 1,-16-5-1,14 2-44,1-1 0,0-1-1,0 1 1,0-2 0,1 1-1,-16-15 1,3 2-207,-32-38 1,43 44 197,1 0 0,0-2 0,1 1 0,-11-24 1,17 30 91,1 0 0,0 0 0,0-1 0,1 1 0,0-1 0,1 1 1,-1-1-1,2 0 0,-1 1 0,1-1 0,2-10 0,-2 17 7,0 1-1,0-1 0,1 1 1,-1-1-1,1 1 0,-1 0 1,1-1-1,0 1 0,-1 0 1,1 0-1,0-1 0,0 1 1,0 0-1,0 0 0,0 0 1,0 0-1,0 0 0,0 0 1,0 0-1,2-1 0,29-9-50,-21 9 34,61-14-1565,129-11 0,-184 26 914,35-7-3771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1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9218,'0'0'5969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2.0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2785,'433'135'2024,"-422"-80"8,1 9-527,0 3-465,6-3-384,-6-17-384,0-7-272,-1-24-480,1-12-1264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2.4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1672,'0'0'8996,"20"-1"-8982,298 3 62,102 13-1572,-418-15 1496,-1 0 1,1 1-1,0-1 1,0 0-1,0 1 0,-1-1 1,1 1-1,0 0 1,-1 0-1,1-1 0,0 1 1,-1 0-1,1 0 1,-1 1-1,0-1 0,1 0 1,-1 0-1,0 1 1,0-1-1,0 0 0,0 1 1,0 0-1,0-1 1,0 1-1,0-1 0,0 1 1,-1 0-1,1 0 1,-1-1-1,1 1 1,-1 0-1,0 2 0,2 9 180,-1 0-1,0 0 1,-2 20-1,0-13 160,1 20 182,-3-1 0,-1 1 1,-2-1-1,-16 59 1,17-79-519,0 0 1,-2 31 0,6-11-3397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2.8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1 766 3977,'0'0'10710,"40"-27"-9992,0 0-570,25-16 4,-2-3 0,60-57 0,223-275-549,-266 283-489,-72 85 655,-6 7 68,0 0 0,0 1 0,0-1 0,0 0 0,1 1 0,-1-1 0,1 1 0,0-1 0,-1 1 0,1 0 0,0 0 0,1 1 1,-1-1-1,6-1 0,-7 26-5200,-2 9-1325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3.1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4001,'0'0'5157,"19"-19"-6195,60-59 445,-48 57 268,-14 19 19,-11 3 183,-5-1 119,-1 0-1,1 1 1,-1-1-1,1 0 0,-1 0 1,1 1-1,-1-1 0,0 1 1,1-1-1,-1 0 1,1 1-1,-1-1 0,0 1 1,1-1-1,-1 1 0,0-1 1,1 1-1,-1-1 1,0 1-1,0-1 0,0 1 1,0-1-1,1 1 0,-1 0 1,0-1-1,0 1 1,0-1-1,0 1 0,0-1 1,0 2-1,-1 24 194,1-18-120,1 3 43,-1 1 0,-1-1 1,0 1-1,0-1 0,-1 1 0,-1-1 0,0 0 0,0 0 1,-8 16-1,-99 183 4353,108-208-4268,1 1 0,0-1 0,0 1 0,0 0 0,1 0 0,-1-1-1,0 1 1,1 0 0,0 6 0,6-6 23,49 0-184,57-4-1,-32 0-4704,-43 1-4317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4.0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1400,'0'0'15788,"30"4"-23918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4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1 489 4689,'0'0'6291,"14"-26"-5883,50-91-242,-55 97-196,0 0-1,-1-1 0,-2-1 0,0 1 0,-1-1 0,-1 0 0,-1 0 0,-1-1 0,0 1 0,-4-32 0,2 24-89,0 28 127,1 0 0,-1 1 0,0-1-1,0 0 1,0 0 0,-1 0 0,1 0-1,0 0 1,-1 0 0,1 0-1,-1 0 1,1 0 0,-1 1 0,0-1-1,0 0 1,0 0 0,0 1 0,0-1-1,0 1 1,-2-3 0,0 3 35,0 0 1,-1 0-1,1 0 1,0 0-1,0 1 0,0-1 1,-1 1-1,1 0 1,0-1-1,-6 2 1,7 0-53,0-1 0,0 1 1,0 0-1,0-1 0,1 1 1,-1 0-1,0 0 0,1 0 1,-1 1-1,1-1 0,-1 0 1,1 1-1,-1-1 0,1 0 1,0 1-1,0 0 1,0-1-1,0 1 0,0 0 1,0 0-1,0-1 0,0 1 1,1 0-1,-1 2 0,-16 57-213,15-54 219,-7 51 94,3 0 1,2 1-1,4 60 0,1-64 191,-1-37-170,0 0 0,2 0 0,0 0 1,1 0-1,1-1 0,1 1 0,7 17 0,-10-29-85,1 0-1,0 0 0,1 0 1,-1 0-1,1 0 1,0-1-1,0 0 0,1 1 1,-1-2-1,1 1 1,0 0-1,1-1 0,-1 0 1,1 0-1,0-1 1,0 0-1,0 0 1,0 0-1,0 0 0,1-1 1,-1 0-1,9 1 1,-6-3-88,0 1 1,0-2-1,0 1 1,0-1 0,0-1-1,0 1 1,0-2 0,0 1-1,-1-1 1,1 0 0,-1-1-1,1 0 1,-1 0 0,7-6-1,-2 1-566,1 0-1,-2-1 0,21-20 0,28-39-5132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5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1 4729,'0'0'3342,"0"37"-2196,3 124-414,-1-136-616,1 1 0,1-1 1,1 0-1,1 0 0,16 38 0,3 13 167,-16-34 157,-2 0-1,-2 1 1,-2-1-1,-2 54 1,-1-95-429,-1-1 1,1 1-1,0 0 0,0-1 1,0 1-1,0 0 1,-1 0-1,1-1 0,0 1 1,-1 0-1,1-1 1,0 1-1,-1-1 0,1 1 1,-1 0-1,1-1 0,-1 1 1,1-1-1,-1 1 1,0-1-1,1 0 0,-1 1 1,1-1-1,-1 1 1,0-1-1,-1 0 0,-27 5 129,23-5-132,-1-1 1,1 1-1,-1-1 0,1-1 0,-1 1 1,1-1-1,-8-3 0,4-1-24,1-1 0,0 1 0,0-2 0,1 1 0,0-1 0,1 0 0,-1-1-1,-7-12 1,0-2-90,0-1 0,-13-32 0,22 45 133,1-1-1,1 0 0,0 0 0,1 0 0,0 0 1,1 0-1,-2-26 0,4 37-28,1 1 0,-1-1 1,0 0-1,1 1 0,-1-1 1,1 0-1,-1 1 0,1-1 1,-1 1-1,1-1 0,0 1 1,-1-1-1,1 1 0,0-1 0,-1 1 1,1-1-1,0 1 0,0 0 1,-1-1-1,1 1 0,0 0 1,0 0-1,-1 0 0,1 0 1,0 0-1,0 0 0,0 0 0,1 0 1,31-1-146,-27 1 61,118 0-3897,-88 0 158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5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6553,'0'0'6050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5.6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1304,'0'0'6690,"0"234"-5130,0-170-296,0-9-472,0-15-399,0-12-233,0-16-160,0-36-2169,0-24-1968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6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233 191 5145,'-198'-159'2097,"164"131"-1407,34 28-680,1 0 0,-1 0-1,0 0 1,0 0 0,0 0 0,0 0 0,0 0 0,0 0 0,0 0 0,0 0 0,0 0 0,0-1 0,0 1 0,0 0 0,0 0-1,0 0 1,0 0 0,0 0 0,0 0 0,0 0 0,0 0 0,0 0 0,0-1 0,0 1 0,0 0 0,0 0 0,0 0-1,0 0 1,0 0 0,0 0 0,0 0 0,0 0 0,0 0 0,0-1 0,0 1 0,0 0 0,0 0 0,0 0 0,0 0 0,0 0-1,-1 0 1,1 0 0,0 0 0,0 0 0,0 0 0,0 0 0,0 0 0,0 0 0,545 0 781,-534-1-874,0 2 1,0-1 0,0 2 0,0-1 0,0 2 0,0-1-1,0 2 1,13 5 0,-20-7 48,-1 0 1,1 0 0,-1 0-1,1 0 1,-1 1-1,0 0 1,0 0-1,0 0 1,0 0-1,-1 0 1,1 0-1,-1 1 1,0-1-1,0 1 1,0-1 0,0 1-1,-1 0 1,0 0-1,1 0 1,-1 0-1,-1 0 1,1 0-1,0 0 1,-1 0-1,0 5 1,0 46 72,1-3 187,-2 0-1,-10 66 1,8-99-701,1 0 1,0 21-1,2-18-3127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6.3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1 905 488,'0'0'14075,"260"-270"-13795,-165 167-208,0 0-64,-12 4-8,-6 15-416,-12 13-384,-17 11-104,5 9-673,-17 15-1111,-7 8-2329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6.7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75 6001,'0'0'7278,"11"-8"-7558,-3 1 205,3-2-103,0 0 0,1 0 0,0 1 0,1 1 0,20-10 0,-33 17 149,0 0 0,0 0 0,0 0 0,1 0 0,-1 0 0,0 0 0,0 0 0,1 0 0,-1 0 0,0-1 0,0 1 0,1 0 0,-1 0 0,0 0 0,0 0 0,0 1 0,1-1 0,-1 0 0,0 0 0,0 0 0,1 0 0,-1 0 0,0 0 0,0 0 0,0 0 0,1 0 0,-1 0 0,0 1 0,0-1 0,0 0 0,0 0 0,1 0 0,-1 0 0,0 1 0,0-1 0,0 0 0,0 0 0,0 0 0,1 1 0,-1-1 0,0 0 0,0 0 0,0 0 1,0 1-1,0-1 0,-1 14 125,1-10-215,-2 5 119,-1 0 0,0-1 0,0 0 0,0 1 0,-1-1 0,0 0 0,-1-1 0,0 1 0,0-1 0,-11 12 0,-7 13 54,-13 18 119,13-19 397,1 1 0,1 1 0,-30 66 0,51-99-554,0 0 0,0 1 0,0-1 0,-1 1-1,1-1 1,0 0 0,0 1 0,0-1 0,0 1 0,0-1 0,0 1 0,0-1 0,0 1 0,0-1 0,0 1 0,0-1 0,0 0 0,0 1 0,0-1 0,0 1-1,0-1 1,1 1 0,-1-1 0,0 0 0,0 1 0,0-1 0,1 1 0,-1-1 0,0 0 0,1 1 0,-1-1 0,0 0 0,1 1 0,-1-1 0,0 0 0,1 0-1,-1 1 1,0-1 0,1 0 0,-1 0 0,1 0 0,0 1 0,22 0 252,-15-1-214,240-8 132,-154 5-3662,-49 2-3007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8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5697,'0'0'6606,"2"1"-6462,9 1-111,0 0 1,1-1 0,-1 0-1,1-1 1,19-1-1,4-1 48,242 2 306,-160 0-2943,-97 0-1011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9.1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3225,'0'0'6001,"391"0"-6233,-284 0-2489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9.5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51 402 7738,'0'0'6078,"20"-23"-5927,62-79-156,-76 93-34,-1-1 0,1 1 1,-1-1-1,-1 0 0,0-1 1,-1 1-1,0-1 0,0 0 1,-1 0-1,0 0 0,-1 0 1,-1 0-1,1 0 0,-2 0 1,0 0-1,-2-12 0,2 11 5,1 9 32,-1 0 1,0-1 0,0 1-1,0 0 1,0 0 0,0 0 0,0 0-1,-1 0 1,0 0 0,1 1-1,-1-1 1,0 0 0,-1 1 0,1 0-1,0-1 1,-1 1 0,1 0-1,-1 0 1,1 0 0,-1 1 0,0-1-1,0 0 1,-5-1 0,2 1-11,0 0 1,-1 0-1,1 0 1,0 1 0,-1 0-1,1 0 1,-1 1-1,0-1 1,1 2-1,-1-1 1,-6 2-1,10-1-19,1 0 0,0 0 0,-1 0 0,1 1 0,0-1 0,0 1-1,0 0 1,0-1 0,0 1 0,0 0 0,1 0 0,-1 0-1,1 0 1,-1 1 0,1-1 0,0 0 0,0 1 0,0-1-1,-2 6 1,-11 49-143,10-26 161,2 0 0,1 0 1,2 0-1,5 34 0,-5-55 29,2 0-1,-1-1 1,1 1-1,1-1 1,0 0-1,0 1 1,1-2 0,0 1-1,0-1 1,1 1-1,0-1 1,0-1-1,11 10 1,-1-3-6,0-1 1,1 0 0,0-1-1,1-1 1,26 13-1,-30-18-43,-1-1-1,1 0 0,1-1 0,-1-1 0,1 0 1,24 2-1,87-6-2030,-107 0 1434,55-6-3488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49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1 1400,'0'0'8441,"10"43"-7816,36 142-287,-35-151-257,2-1 1,1 0 0,24 42 0,-27-57-30,-1 0 1,-1 1-1,-1 1 0,-1 0 1,9 37-1,-12-30 136,-1 0 0,-2 41 1,-1-57-88,0-10-89,0 1 1,0-1-1,0 0 1,0 0-1,0 0 1,-1 0 0,1 0-1,0 0 1,-1 0-1,1 0 1,-1 0-1,1 0 1,-1 0-1,0 0 1,1 0 0,-1 0-1,0 0 1,0-1-1,1 1 1,-1 0-1,0 0 1,-2 0 0,0 1 7,1-1 1,-1 0 0,0 0 0,0 0 0,0 0 0,0-1 0,0 1 0,-5 0-1,1-1 2,0 0 0,0 0 0,0-1 0,0 0 0,0 0 0,0-1 0,-13-4 0,4-3-10,0-1 0,1-1 0,0 0 0,1 0 0,0-2 0,1 0 1,1 0-1,0-1 0,0-1 0,2 0 0,-17-30 0,25 41-6,0 0-1,0 0 1,1 0-1,-1 0 1,1 0-1,0 0 1,0-1 0,1 1-1,-1 0 1,1-1-1,0-6 1,0 10-21,1 0 1,-1 0 0,0 1-1,0-1 1,1 0 0,-1 0-1,0 1 1,1-1 0,-1 0-1,1 0 1,-1 1 0,1-1 0,0 0-1,-1 1 1,1-1 0,0 1-1,-1-1 1,1 1 0,0-1-1,0 1 1,-1-1 0,1 1-1,0 0 1,0 0 0,0-1-1,-1 1 1,1 0 0,0 0-1,0 0 1,0 0 0,0 0-1,0 0 1,-1 0 0,1 0-1,0 0 1,1 1 0,8-3-190,95-13-4518,-61 7-1813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0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6977,'0'0'5874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0.9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4729,'0'0'8187,"7"0"-8180,410 11 50,-369-9-237,-40-2-126,0 0 1,0 1-1,0 0 0,-1 1 1,1-1-1,0 2 0,-1-1 1,1 1-1,-1 0 0,0 0 1,0 1-1,0 0 0,0 0 1,-1 1-1,0 0 0,0 0 1,0 0-1,8 11 0,5 8-2269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1.5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1 328,'0'0'6108,"0"33"-4932,0 111-224,0 147 908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1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1 888,'0'0'6434,"66"206"-5658,-66-146 104,0 3 152,0-3-104,0-1-200,0-3-343,0-8-249,0-9-136,0-11-897,0-12-1527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4.0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315 1 536,'0'0'10197,"-2"13"-10184,0 5 24,0 0 0,2-1-1,0 1 1,1 0 0,5 29-1,32 126 970,25 131-112,-51-222-786,4 148-1,-16-107-33,0-120-67,0 0 1,0 0 0,0 0 0,-1 0-1,0 0 1,1 0 0,-1 0-1,0 0 1,0-1 0,-1 1-1,1 0 1,-1-1 0,1 1-1,-1 0 1,0-1 0,0 0-1,0 1 1,0-1 0,0 0-1,-1 0 1,1 0 0,-1-1 0,1 1-1,-1 0 1,0-1 0,1 0-1,-1 1 1,0-1 0,0 0-1,0-1 1,0 1 0,-6 0-1,-8 1 37,0 0 0,0-1-1,-1-2 1,-27-2 0,33 1-58,1-1 0,0 0-1,0-1 1,0 0 0,0 0 0,1-1 0,-1-1-1,1 1 1,1-2 0,-1 0 0,1 0-1,0 0 1,1-1 0,-1 0 0,2-1 0,-1 0-1,-7-13 1,4 6-68,0 0 0,2 0 0,0-2 0,1 1-1,1-1 1,1 0 0,0 0 0,1-1 0,-4-35-1,7-77-490,2 126 560,0-1 0,1 1 0,0 0 0,0-1 1,0 1-1,1 0 0,0-1 0,0 1 0,0 0 0,0 1 0,1-1 0,5-8 1,-2 6-70,0 0 1,1 0 0,0 0 0,0 1 0,0 0 0,16-9-1,-6 5-161,1 1-1,0 1 1,1 1-1,0 0 1,0 2-1,31-6 0,-18 8-558,59 1 0,-61 2-34,-10 0-1306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4.4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1072,'0'0'10939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4.7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4489,'0'0'6125,"15"0"-6401,11-1 277,109 3-251,-131-2 248,-1 1-1,0-1 1,1 1 0,-1 0-1,0 0 1,0 0 0,0 1 0,0-1-1,0 1 1,0 0 0,0 0-1,0 0 1,-1 0 0,1 0 0,-1 0-1,1 1 1,-1-1 0,0 1-1,0 0 1,0-1 0,0 1 0,-1 0-1,1 0 1,-1 0 0,1 0-1,-1 1 1,0-1 0,-1 0 0,2 5-1,0 10 51,0 1-1,-1 0 0,0 0 1,-4 24-1,1-1-31,2-39-34,0-1 0,0 1 1,0-1-1,0 1 0,0-1 0,1 1 0,-1-1 1,1 1-1,-1-1 0,1 1 0,0-1 1,0 0-1,0 1 0,0-1 0,0 0 1,3 3-1,0-2-3,0-1 1,0 1 0,0-1 0,0-1-1,0 1 1,0 0 0,0-1 0,7 1-1,-4 0 15,34 9-16,-18-5 20,-1 0-1,0 1 1,-1 1 0,35 18 0,-52-23 36,0 0-1,-1 0 1,1 0 0,-1 0 0,0 1-1,0-1 1,-1 1 0,1 0 0,-1 0-1,1 0 1,-1 0 0,0 0 0,-1 0 0,1 1-1,-1-1 1,0 1 0,0-1 0,0 1-1,-1-1 1,1 1 0,-1-1 0,0 1 0,-1-1-1,1 1 1,-1 0 0,0-1 0,0 1-1,0-1 1,0 0 0,-1 1 0,0-1 0,0 0-1,0 0 1,0 0 0,-1 0 0,0-1-1,1 1 1,-1 0 0,-6 4 0,-3 1 133,0-1 0,-1 0 1,1-1-1,-2 0 0,1-1 1,-1-1-1,0 0 0,0 0 1,-19 2-1,-4-1 149,0-2 0,-58-1-1,94-3-378,-1 0 0,1 0 0,-1 0-1,1 0 1,-1 0 0,1 0 0,-1-1-1,1 1 1,-1 0 0,1-1 0,0 0 0,-1 1-1,-2-2 1,5-6-1712,12-4-1030,24-7-4138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5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8130,'0'0'5025,"350"32"-6137,-249-28-1809,-30 0-5769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5.5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3169,'0'0'9450,"415"4"-12131,-290 4-2416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6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1 500 384,'0'0'11198,"38"-4"-11053,126-18-125,-155 20-24,-1 1 0,1-2 0,-1 1 0,0-1 0,0-1 0,0 1 0,0-1 0,-1-1 0,0 1 1,1-1-1,-1 0 0,-1-1 0,1 0 0,-1 0 0,7-9 0,-7 8-10,1-2 0,0 1-1,-1-1 1,0 0-1,0 0 1,-1-1-1,-1 1 1,0-1-1,0 0 1,-1-1-1,0 1 1,2-12-1,-1-10 13,-1 0-1,-2-42 1,-1 50 3,-1 20 0,1 0 0,0 0-1,-1 0 1,0 0-1,0 0 1,0 0 0,0 1-1,0-1 1,-1 0-1,0 1 1,0-1 0,0 1-1,0 0 1,0 0-1,-1-1 1,0 1 0,1 1-1,-1-1 1,0 0-1,0 1 1,0-1 0,-5-1-1,0 0-32,1 0 1,0 1-1,-1 0 0,0 0 0,0 1 0,0 0 1,0 0-1,0 1 0,0 0 0,-11 0 0,17 1-5,0 1 0,-1-1-1,1 1 1,-1-1 0,1 1-1,0 0 1,-1-1 0,1 1-1,0 1 1,0-1 0,0 0-1,0 0 1,0 1 0,0-1-1,-2 3 1,-1 1-17,0 0 1,1 0-1,0 1 0,-1 0 0,-2 6 1,-5 12-34,-17 48 0,27-67 84,-14 47 214,3 0 1,2 0-1,2 1 0,3 1 1,2 0-1,2 54 0,2-75-53,-1-15-36,1 0-1,4 28 1,-3-40-101,0 0 1,1-1 0,-1 1-1,1-1 1,1 1 0,-1-1-1,1 0 1,0 0 0,0 0 0,0 0-1,8 8 1,-1-4-9,0 0 0,1-1 0,0 0 0,0-1 0,1 0 0,0 0 0,0-2 0,1 1 0,-1-2 0,1 1 0,0-2 0,17 3 0,8 0-276,0-2-1,72-2 1,-87-3-996,39-5 0,11-14-4449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8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355 0 1064,'0'0'5799,"-2"5"-5306,-1 4-330,1 0-1,0 0 0,0 0 0,0 0 1,1 0-1,0 10 0,3 66 416,0-32-285,14 345 524,-9-203-123,-7-169-468,0-25-209,0 0 1,0 0-1,0 1 1,0-1-1,0 0 1,-1 0 0,1 0-1,0 0 1,-1 0-1,1 0 1,-1 0-1,1 0 1,-1 0-1,0 0 1,1 0 0,-1 0-1,0 0 1,0-1-1,0 1 1,1 0-1,-1 0 1,0-1-1,-2 2 1,0-1 18,0 1 0,0-1 1,0 0-1,-1 0 0,1 0 0,0-1 0,-8 1 1,-4 0 103,0-2 1,-28-3-1,30 1-130,0 0 0,1-1 0,-1-1 0,1 0 1,0 0-1,1-1 0,-1-1 0,1 0 0,0 0 0,1-1 0,0 0 0,0-1 0,1-1 1,-9-10-1,10 11-64,1 0 1,0 0-1,1-1 1,0 0-1,0 0 1,1 0-1,0-1 1,1 0-1,0 0 1,1 0-1,1-1 1,-1 1-1,2-1 1,-1 1-1,2-1 1,0-14-1,1 24 4,0-1 0,0 1 0,0-1 0,0 1 0,0-1 0,1 1 0,-1 0 0,1 0 0,-1 0 0,1 0 0,0 0 0,0 0 0,0 0 0,0 0-1,0 1 1,0-1 0,1 1 0,-1 0 0,0 0 0,1 0 0,-1 0 0,1 0 0,0 0 0,-1 0 0,1 1 0,3-1 0,9-2-315,0 1 1,1 0 0,18 1 0,18 1-569,60 2-1366,-68 4 546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8:59.6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5721,'0'0'5953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1.0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77 2841,'0'0'3660,"21"-12"-3953,72-39 89,-89 49 185,1 0 1,-1 0-1,1 0 1,-1 1-1,1 0 0,-1-1 1,1 2-1,0-1 1,-1 0-1,1 1 1,0 0-1,0 0 0,0 1 1,8 1-1,-10-1 16,-1 0-1,1 0 1,-1 1-1,1-1 1,-1 1-1,1-1 1,-1 1-1,0 0 1,0 0-1,0 0 1,0 0-1,0 1 1,0-1-1,0 0 1,-1 1-1,0-1 1,3 6-1,0 5 57,0 0-1,-1 1 1,-1-1 0,0 1-1,-1 0 1,-1 27-1,0-40-45,0 4 29,0-1-1,0 1 0,-1 0 0,0-1 0,0 1 1,0-1-1,-1 1 0,1-1 0,-1 0 1,0 1-1,-1-1 0,1 0 0,-6 6 0,-1 1 165,-1-1-1,0 0 0,-14 10 1,-4 3 331,28-22-532,0-1-1,0 0 1,-1 0 0,1 0-1,0 1 1,0-1 0,0 0 0,0 0-1,0 1 1,0-1 0,0 0-1,0 1 1,0-1 0,0 0-1,0 0 1,0 1 0,0-1 0,0 0-1,1 0 1,-1 1 0,0-1-1,0 0 1,0 0 0,0 0-1,0 1 1,0-1 0,1 0-1,-1 0 1,0 0 0,0 1 0,0-1-1,1 0 1,-1 0 0,0 0-1,0 0 1,1 0 0,-1 1-1,0-1 1,0 0 0,0 0 0,1 0-1,-1 0 1,0 0 0,1 0-1,-1 0 1,0 0 0,0 0-1,1 0 1,-1 0 0,24 7-220,-8-2 132,2 1 169,-1 2 0,0 0-1,0 0 1,30 23 0,-42-27-37,0 0 1,-1 0 0,0 0-1,0 1 1,0-1-1,0 1 1,-1 0 0,1 0-1,-1 1 1,-1-1 0,1 1-1,-1-1 1,0 1-1,0 0 1,-1 0 0,1 0-1,-1 0 1,-1 0 0,1 8-1,-1-10 166,1 0 0,-2 0 0,1 0-1,0 0 1,-1 0 0,1 0 0,-1 0-1,0 0 1,-1 0 0,-2 7 0,2-9-132,0 0-1,0 0 1,0 0 0,0 0 0,-1 0 0,1-1 0,0 1 0,-1-1 0,1 1-1,-1-1 1,1 0 0,-1 0 0,0 0 0,0-1 0,1 1 0,-4 0 0,-21 3 276,-1-1 0,1-1 0,-36-2-1,32 0-280,30 0-101,1 0-1,-1 0 1,1 0 0,-1 1 0,1-1 0,-1 0 0,1-1 0,-1 1 0,1 0 0,0 0 0,-1 0 0,1 0 0,-1 0 0,1 0 0,-1 0-1,1-1 1,-1 1 0,1 0 0,-1 0 0,1-1 0,0 1 0,-1 0 0,1-1 0,-1 1 0,1 0 0,0-1 0,0 1 0,-1-1 0,1 1 0,0-1-1,-1 1 1,1 0 0,0-1 0,0 1 0,0-1 0,0 1 0,0-1 0,-1 1 0,1-1 0,0 1 0,0-1 0,0 1 0,0-1 0,0 1-1,1-2 1,-1 1-193,1-1-1,-1 1 0,1-1 1,0 1-1,0-1 0,-1 1 1,1-1-1,0 1 1,0 0-1,1 0 0,-1-1 1,0 1-1,0 0 0,3-2 1,28-13-3486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1.3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4529,'0'0'6081,"47"215"-5617,-41-160-160,-6-11-72,6-5-176,-6-11-56,0-12-808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1.7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1256,'0'0'7142,"60"0"-6843,196 0-153,72 0-28,-196 0-61,-131 1-54,1-1 0,0 1 0,-1-1 1,1 1-1,-1 0 0,0 0 0,1 0 0,-1 0 1,1 0-1,-1 0 0,0 0 0,0 0 0,0 0 0,0 0 1,0 1-1,0-1 0,0 0 0,0 1 0,0-1 1,0 1-1,-1-1 0,1 1 0,-1-1 0,1 1 0,-1 0 1,0-1-1,1 1 0,-1 2 0,7 58 463,-7-49-257,2 66 745,-3-57-827,1 1 0,1-1 0,1 0-1,1 0 1,7 25 0,1-27-2608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2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1 304,'0'0'10354,"177"19"-10018,-88-19-160,6 0-80,6 0-96,0 0-224,11 0-968,-23 0-1416,-18 0-3802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2.4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76 128,'0'0'10012,"3"-9"-9792,-2 5-232,0 1 1,0-1 0,1 1 0,-1 0-1,1 0 1,0-1 0,-1 1 0,2 0 0,-1 0-1,0 0 1,0 1 0,1-1 0,-1 1 0,1-1-1,0 1 1,0 0 0,0 0 0,0 0 0,0 0-1,1 1 1,-1-1 0,0 1 0,1 0-1,-1 0 1,1 0 0,5-1 0,-7 2-17,-1-1-1,0 1 1,0 0 0,1 0 0,-1-1-1,0 1 1,0 0 0,1 0 0,-1 0-1,0 1 1,0-1 0,1 0-1,-1 0 1,0 1 0,0-1 0,1 1-1,-1-1 1,0 1 0,0-1 0,0 1-1,0 0 1,0-1 0,0 1 0,0 0-1,0 0 1,0 0 0,0 0 0,-1 0-1,1 0 1,1 1 0,-2 1 20,1 0 0,0 0 1,-1 1-1,0-1 0,0 0 0,0 0 1,0 0-1,0 0 0,-1 0 1,1 0-1,-1 1 0,0-1 0,-1 3 1,-6 15 28,-2-1 1,0 0 0,-1 0-1,-1-1 1,-18 21 0,-8 17 181,18-28 1,-31 55 595,47-76-583,0 0 0,1 0 1,0 0-1,0 1 0,1-1 0,0 1 0,0 0 0,0 13 1,2-22-212,0 0 1,0 1 0,0-1 0,0 1 0,0-1 0,0 1-1,1-1 1,-1 1 0,0-1 0,0 0 0,1 1 0,-1-1-1,0 1 1,0-1 0,1 0 0,-1 1 0,0-1 0,1 0-1,-1 1 1,0-1 0,1 0 0,-1 0 0,1 1 0,-1-1-1,1 0 1,-1 0 0,0 0 0,1 0 0,-1 1 0,1-1-1,-1 0 1,1 0 0,-1 0 0,1 0 0,-1 0 0,1 0-1,-1 0 1,1 0 0,-1 0 0,1-1 0,-1 1 0,0 0-1,1 0 1,-1 0 0,1-1 0,6 1 42,15 0 55,154-3 555,-137 1-960,-1-3 0,57-12-1,-24-2-2012,-20 6-2118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3.3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332 0 8690,'0'0'6937,"-53"226"-6457,-18-31-480,-6 35-128,6-31-1944,12-57-6338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4.3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394 1 3209,'0'0'3718,"5"47"-2725,-1-8-824,2 32 150,4 0 1,30 108-1,-19-97 45,-4 0-1,-3 1 0,-4 0 0,-1 100 1,-8-131-127,0-10 192,-6 47 1,5-84-361,-1 1 0,0-1 0,0 1-1,0-1 1,-1 0 0,0 0 0,0 1 0,0-1 0,-1-1 0,0 1-1,0 0 1,0-1 0,0 1 0,-1-1 0,1 0 0,-1 0 0,0 0 0,-1-1-1,1 1 1,0-1 0,-1 0 0,0 0 0,0-1 0,0 0 0,-6 3 0,-5-1 180,0 0 0,-1-1 0,0-1 0,1 0 0,-1-1 0,-33-3 0,36 0-178,-1 0-1,1-1 1,-1-1 0,1 0 0,0-1-1,1 0 1,-1-1 0,1-1-1,0 0 1,0 0 0,-13-12 0,17 12-89,-1-1 1,2 1 0,-1-1 0,1-1 0,0 0 0,1 0 0,0 0 0,1-1 0,0 0 0,0-1 0,1 1 0,0-1 0,1 0 0,-5-19 0,6 14-91,1 0 0,1 0 0,1-31 0,0 40 34,1 0 0,0 0 0,1 0 1,-1 1-1,1-1 0,0 0 1,1 1-1,0-1 0,0 1 0,0 0 1,8-11-1,3 3-125,-1 1-1,1 0 1,1 2 0,0-1 0,1 2 0,32-17-1,-2 5-571,69-22-1,108-13-2621,-189 49 2217,-7 0-1046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4.7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7634,'0'0'5385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5.1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5113,'0'0'4861,"13"35"-4788,43 116-7,-50-134-61,1 1 0,1-1 0,0 0 0,2 0 0,-1-1 0,2-1 0,0 0-1,25 26 1,-30-36-109,0 0 0,1-1 0,0 0-1,0 0 1,0 0 0,1-1 0,-1 0-1,1 0 1,-1-1 0,1 0 0,0 0-1,0-1 1,0 0 0,0-1 0,0 1-1,0-1 1,0-1 0,0 0 0,11-2-1,-15 2-43,1 0-1,0-1 1,-1 1-1,1-1 1,-1 0-1,0 0 1,0-1-1,0 1 1,0-1-1,0 0 1,0 0-1,-1 0 1,1-1-1,-1 1 1,0-1-1,0 0 0,0 0 1,-1 0-1,1 0 1,-1 0-1,0 0 1,2-7-1,0-2 304,0-1 0,0 1 0,-1-1-1,-1 0 1,-1 0 0,1-21 0,-2 35-120,0 0 0,0 0 0,0 0 0,0 0 0,0 0 0,0 0 0,1 0 0,-1 0 0,0 0 0,0 0 0,0 0 0,0 0 0,0 0 0,1 0 1,-1 0-1,0 0 0,0 0 0,0 0 0,0 0 0,1 0 0,-1 0 0,0 0 0,0 0 0,0 0 0,0 0 0,0 0 0,1 0 0,-1 0 0,0 0 0,0 0 0,0 0 0,0 0 0,0 0 0,0 1 0,1-1 0,-1 0 0,0 0 1,0 0-1,0 0 0,0 0 0,0 0 0,0 1 0,0-1 0,0 0 0,0 0 0,0 0 0,4 10 29,0-1-1,-1 1 1,-1 0-1,1 0 1,-2 0-1,2 13 1,0 4 123,8 67-253,-3 163-1,-8-233-600,0 9-3215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6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4137,'0'0'7946,"308"16"-8443,-195-12-1103,-25 0-1521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6.7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2897,'0'0'6713,"320"32"-6745,-207-28-1432,-13-4-3537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7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6 497 5857,'0'0'5907,"41"-17"-5482,9-3-296,66-38 0,-111 55-133,-1 0 0,1 0 0,-1-1 0,1 0 0,-1 0 0,0 0 0,0 0 0,-1 0 0,1-1-1,-1 0 1,0 0 0,0 0 0,-1 0 0,1 0 0,-1 0 0,0-1 0,-1 1 0,1-1 0,-1 0 0,0 1 0,-1-1 0,1 0 0,-1 1 0,0-1 0,-1-6 0,1-8-61,1-2-38,0 2 15,0 1 1,-1-1-1,-1 0 0,-1 0 1,-5-24-1,6 40 92,0-1 0,-1 1-1,0-1 1,0 1-1,0 0 1,0-1 0,-1 1-1,0 0 1,1 1-1,-1-1 1,-1 0 0,1 1-1,-1 0 1,1 0-1,-1 0 1,0 0 0,0 0-1,0 1 1,0 0-1,-1-1 1,1 2 0,0-1-1,-1 0 1,0 1-1,1 0 1,-1 0 0,-5 0-1,7 0 7,0 1 0,-1 0-1,1 0 1,-1 0 0,1 0 0,0 0-1,-1 1 1,1-1 0,0 1 0,0 0-1,-1 0 1,1 0 0,0 1-1,0-1 1,0 1 0,0-1 0,0 1-1,1 0 1,-1 0 0,1 0 0,-1 1-1,1-1 1,0 1 0,-3 3 0,-2 5-15,0 1 0,1 0 0,0 1 0,-7 24 0,12-33 9,-12 37 53,2 0 0,3 1 0,-7 66 0,7 131 656,8-225-661,1 0 0,0 0 0,0 0 0,1-1 0,1 1 0,1-1 0,0 1 0,6 13 0,-5-17-31,0-1 0,1-1 0,0 1-1,0-1 1,0 0 0,1 0 0,1-1 0,-1 0-1,1 0 1,0 0 0,13 6 0,-11-7-21,1 0 0,1 0 0,-1-1-1,1-1 1,-1 0 0,1-1 0,21 3 0,-5-3-294,54-1 1,-58-2-550,42-7 0,-44 2-951,35-14 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8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203 0 1096,'0'0'3525,"2"36"-2642,0-3-663,1 32 465,19 96 0,-9-55 775,-5 0 0,-4 112 1,-5-179-1135,2-30-261,-1-3-19,0 0 1,0 1 0,-1-1-1,1 0 1,-1 0 0,-3 11-1,3-16-32,0 1 0,0-1 0,0 1 0,0-1 0,0 1 1,0-1-1,0 0 0,-1 0 0,1 1 0,0-1 0,-1 0 0,1 0 0,-1 0 0,1 0 0,-1-1 0,1 1 0,-1 0 0,0-1 0,1 1 0,-1-1 0,0 1 0,0-1 0,1 0 0,-1 0 0,0 0 0,0 0 0,-2 0 0,-3-1 13,1 0-1,-1 0 0,1-1 1,-1 1-1,1-1 0,-1-1 1,1 1-1,0-1 0,0-1 1,0 1-1,1-1 1,-1 0-1,1 0 0,0 0 1,0-1-1,0 1 0,-5-9 1,-2-1-44,1-1 0,1 0 1,0-1-1,1 0 1,-9-23-1,12 19-74,0-1 0,1 0 1,2-1-1,0 1 0,1-1 0,1 1 0,2-24 0,-1 42 81,0-1-1,0 1 1,0-1 0,1 1-1,-1-1 1,1 1-1,0-1 1,0 1-1,1 0 1,-1-1 0,0 1-1,1 0 1,0 0-1,0 0 1,0 0-1,0 1 1,3-4-1,1 1-68,0 1-1,-1 0 1,1 0-1,1 1 1,-1-1-1,0 1 1,13-3-1,12-4-734,62-9-1,6-2-2608,-80 14 939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08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7058,'0'0'7569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0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250 198 2505,'0'0'7264,"-18"23"-7098,-56 71-63,71-89-83,0-1-1,-1 0 1,1-1 0,-1 1-1,0-1 1,0 0 0,0 1-1,-1-2 1,1 1-1,-8 3 1,9-5 20,-1 0 0,0-1 0,1 1-1,-1-1 1,0 0 0,1 0 0,-1 0 0,-7-1 0,-9-1 177,18 2-218,0 0-1,0 0 0,0-1 1,0 1-1,0-1 1,0 1-1,0-1 0,0 0 1,1 0-1,-1 1 0,0-2 1,1 1-1,-1 0 0,1 0 1,-1 0-1,1-1 1,-1 1-1,1 0 0,0-1 1,0 0-1,-1 1 0,1-1 1,0 0-1,1 1 0,-1-1 1,0 0-1,0 0 1,1 0-1,-1 0 0,1 0 1,-1-3-1,-1-9-127,1 0 1,0 0-1,2-22 1,-1 17-43,0-109-1776,0 124 1860,0 0 0,0 1 1,1-1-1,-1 1 0,1-1 0,0 1 1,0-1-1,0 1 0,0 0 0,1-1 1,-1 1-1,1 0 0,0 0 0,0 0 1,0 0-1,0 0 0,1 1 0,-1-1 1,1 1-1,-1-1 0,1 1 0,0 0 1,4-2-1,-3 2 6,1 0 0,-1 0 0,1 0 0,-1 1 1,1 0-1,0 0 0,0 0 0,0 0 0,0 1 0,0 0 0,0 0 0,0 0 1,-1 1-1,1-1 0,0 1 0,7 2 0,-7 0 43,0-1 0,-1 1 0,1 0-1,0 0 1,-1 0 0,1 1 0,-1 0 0,0 0 0,-1 0-1,1 0 1,-1 0 0,1 1 0,-1 0 0,0-1 0,-1 1-1,3 6 1,1 2 42,0 1-1,-1 0 0,-1 1 1,5 27-1,-5-3 410,-2 0-1,-1 0 1,-8 61 0,4-82-94,-1-1 0,0 1 0,-2-1-1,0-1 1,-1 1 0,0-1 0,-15 22 0,4-10 302,-1 0 1,-1-2-1,-26 26 1,10-17 1450,36-46-1984,0 4-212,1 0 0,-1 0 0,2 0 0,-1 0 0,1 0-1,0 0 1,0 0 0,1 0 0,0 1 0,0 0-1,1-1 1,0 1 0,0 0 0,0 1 0,1-1 0,-1 1-1,10-8 1,-12 11 59,0 1 0,0-1 0,0 1 0,0-1 0,0 1 0,0 0 0,1 0 0,-1 0 0,0 0 0,1 0 0,-1 0 0,1 1 0,-1 0 0,1-1 0,-1 1 0,1 0 0,-1 0 0,1 0 0,-1 0 0,1 0 0,-1 1 0,5 1 0,-1-1-78,1 1 1,-1 1-1,0-1 0,-1 1 1,1 0-1,0 0 0,9 8 1,-5-2 152,1-1 1,1 0-1,0 0 1,0-2 0,21 10-1,-28-14-38,0-1 0,0 1 1,-1-1-1,1 0 0,1 0 0,-1-1 0,0 1 0,0-1 1,0 0-1,0-1 0,0 1 0,0-1 0,0 0 0,0 0 0,0 0 1,0-1-1,-1 0 0,1 0 0,5-3 0,26-24-1943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1.2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1880,'0'0'4841,"30"218"-3688,-30-159-193,6-7-184,-6-8-392,0-13-208,0-3-104,6-16-72,0-12-600,6 0-1168,-6-24-1465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3633,'0'0'6270,"11"0"-6228,511 0-896,-513-1 705,1 2-1,-1-1 0,0 1 1,15 4-1,-22-5 128,-1 1 0,1-1-1,0 1 1,0-1 0,-1 1 0,1 0-1,-1 0 1,1 0 0,0 0 0,-1 0 0,0 0-1,1 0 1,-1 1 0,0-1 0,1 0-1,-1 1 1,0-1 0,0 1 0,0-1 0,0 1-1,0 0 1,-1-1 0,1 1 0,0 0-1,-1-1 1,0 1 0,1 0 0,-1 0 0,0 3-1,-11 297 2024,4-98-639,8-147-1925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6.6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1 3505,'0'0'13324,"-4"0"-12849,180 0 19,-1 8-2020,-145-3-581,52 13 1,-37-2-3184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7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1744,'0'0'8578,"314"4"-9794,-237-4-3681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7.4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0 463 6305,'0'0'6266,"31"-29"-5966,96-99-316,-120 121-24,0 0 1,0-1 0,-1 0-1,-1-1 1,1 1-1,-1-1 1,-1 0-1,1 0 1,-2-1 0,1 1-1,-1-1 1,-1 0-1,0 1 1,1-13 0,-2 16 15,2-14-95,-1 0-1,-1-1 1,-1 1 0,-4-26 0,4 44 117,-1 1 0,0-1 0,0 0 0,0 1 0,0-1 1,0 1-1,0-1 0,0 1 0,-1-1 0,1 1 0,0 0 0,-1 0 1,1 0-1,-1 0 0,0 0 0,1 0 0,-1 0 0,0 0 0,1 0 0,-1 1 1,0-1-1,0 1 0,0-1 0,1 1 0,-1 0 0,0 0 0,0 0 1,0 0-1,0 0 0,0 0 0,0 0 0,1 1 0,-1-1 0,0 1 0,0-1 1,0 1-1,1 0 0,-1 0 0,0-1 0,1 1 0,-1 0 0,1 1 1,-1-1-1,-1 1 0,-3 7-67,-1 0 1,2 1 0,-1-1-1,1 1 1,1 0-1,-5 15 1,-18 71 5,27-96 63,-12 59 222,3 0 0,2 0-1,2 1 1,4 0-1,6 76 1,-4-129-211,0 0 0,0 0 0,0 0 0,0-1-1,1 1 1,0 0 0,1-1 0,0 1 0,0-1 0,0 0 0,0 0 0,1 0-1,0 0 1,1-1 0,-1 1 0,1-1 0,0 0 0,0-1 0,1 1 0,-1-1 0,1 0-1,0 0 1,0-1 0,0 0 0,0 0 0,1 0 0,0-1 0,-1 0 0,1 0 0,12 1-1,3-1-403,1-1 0,0 0 0,0-2 0,0-1 1,26-5-1,-32 2-988,1-1 0,19-10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297 0 1376,'0'0'7974,"-1"0"-7946,1 0-1,-1 1 1,1-1 0,0 0 0,-1 0-1,1 0 1,0 1 0,-1-1 0,1 0-1,0 0 1,-1 1 0,1-1-1,0 0 1,-1 1 0,1-1 0,0 0-1,0 1 1,0-1 0,-1 1-1,1-1 1,0 0 0,0 1 0,0-1-1,0 1 1,0-1 0,0 1 0,0-1-1,0 0 1,0 1 0,0-1-1,0 1 1,0-1 0,0 1 0,0-1-1,0 0 1,0 1 0,1 0 0,-1 658 1801,0-653-1779,0 1 0,0 0 0,-1-1 0,0 1 0,0 0 0,0-1 0,-5 12-1,5-16-30,0 0-1,0 0 0,-1 0 0,1 0 0,-1 0 1,0 0-1,0 0 0,0 0 0,0-1 0,0 1 1,0-1-1,0 1 0,0-1 0,0 0 0,-1 0 0,1 0 1,-1 0-1,1 0 0,0-1 0,-1 1 0,1-1 1,-6 1-1,-3 0 29,-1 0 0,1-1 1,-1 0-1,0 0 0,-15-4 1,21 3-42,0 0-1,0-1 1,0 0 0,1-1 0,-1 1 0,0-1 0,1 0 0,0 0 0,0-1 0,0 1 0,-7-7 0,6 3-29,-1-1 0,1 1 1,0-1-1,1 0 1,0 0-1,0-1 1,0 1-1,1-1 0,1 0 1,-1 0-1,-3-19 1,3 0-337,1 0 1,1-50-1,2 70 259,0 1 30,1 1 1,-1 0 0,1 0 0,0-1 0,0 1 0,1 0 0,0 0 0,0 0 0,0 1 0,1-1 0,0 0 0,0 1 0,0 0 0,1-1 0,0 1 0,0 1-1,0-1 1,1 0 0,-1 1 0,1 0 0,0 0 0,0 1 0,0-1 0,1 1 0,-1 0 0,1 1 0,0-1 0,0 1 0,0 0 0,0 0 0,0 1-1,10-1 1,1 0-241,1 0 0,0 1 0,0 1-1,0 1 1,21 4 0,-20 4-1803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8.8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5393,'0'0'4137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9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1664,'207'193'2470,"-173"-152"-1497,-30-24-124,-5-17-812,0 13 625,0-1 0,0 1 0,2 0 0,2 21 1,-3-30-610,1 0 1,0 0 0,1 1 0,-1-1 0,1 0-1,-1 0 1,1-1 0,0 1 0,1 0 0,-1 0-1,1-1 1,-1 0 0,1 1 0,0-1 0,0 0-1,7 4 1,-2-2 5,-1-1-1,2 0 1,-1 0-1,0-1 1,1 0-1,-1 0 1,15 2-1,-18-4-23,0 0-1,0-1 0,-1 0 0,1 0 0,0 0 1,0 0-1,0-1 0,-1 0 0,1 0 0,0 0 1,-1 0-1,1-1 0,-1 1 0,0-1 0,1-1 1,6-3-1,-5 0-17,-1 1 0,1-1 0,-1 0 0,0 0 1,0-1-1,-1 1 0,0-1 0,0 0 0,-1 0 0,0-1 1,0 1-1,0-1 0,-1 1 0,2-13 0,0-10-36,-1-1 1,-2-44-1,-1 56 24,0 8 34,0 0-1,-1 1 1,0-1-1,-1 1 1,0-1-1,-1 1 1,0 0-1,0 0 1,-1 0-1,-7-12 1,7 16 36,0 0 0,0 0 0,-1 1 0,0-1 0,0 1 0,-1 0 0,1 0 0,-1 1 0,0-1 0,-1 1 0,1 1 1,0-1-1,-1 1 0,0 0 0,-9-2 0,11 3-63,1 1 0,-1-1 0,1 1 0,-1 1 0,0-1 0,1 1 0,-1-1 0,0 1 0,1 1 0,-1-1 0,0 1 0,1 0 0,-1 0 0,1 0 0,-7 2 1,8-1-54,0 0 0,0 0 1,0 1-1,1-1 1,-1 1-1,0-1 1,1 1-1,0 0 1,-1 0-1,1 0 0,0 0 1,1 0-1,-1 1 1,1-1-1,-1 0 1,1 1-1,0-1 1,0 1-1,0 0 1,0 5-1,-2 31-1250,2 57 0,1-54-628,0 35-4076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19.8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7738,'0'0'5785,"255"0"-5737,-190 0-48,-6 0-296,0 0-712,-17 4-785,-19 0-1191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20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5297,'0'0'6369,"374"4"-6625,-285 0-1192,-12 4-3481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20.7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1 556 3673,'0'0'8188,"30"-9"-7440,-5 3-604,-8 3-78,0-1 0,-1-1 0,0-1 0,0 0 0,0-1-1,-1 0 1,0-2 0,0 0 0,-1 0 0,22-20 0,-7 0-264,-1-2 0,-1-2 0,-2 0 0,-1-1 0,-2-2 0,-1 0 0,-2-1 0,23-63 0,-28 40 15,-14 59 141,0 0-1,0 0 1,0 1 0,0-1-1,1 0 1,-1 0 0,0 0 0,1 1-1,-1-1 1,1 0 0,-1 0-1,1 1 1,-1-1 0,1 0-1,-1 1 1,1-1 0,0 0-1,-1 1 1,1-1 0,0 1-1,-1-1 1,1 1 0,0 0-1,1-1 1,-2 1-28,1 0-1,0 0 1,-1 0-1,1 0 1,0 0 0,-1 0-1,1 0 1,0 1-1,-1-1 1,1 0-1,-1 1 1,1-1 0,-1 0-1,1 1 1,0-1-1,-1 0 1,0 1 0,1-1-1,-1 1 1,1-1-1,-1 1 1,1-1 0,-1 1-1,0-1 1,1 1-1,-1 0 1,0-1 0,0 1-1,1-1 1,-1 1-1,0 0 1,0-1 0,0 1-1,0 0 1,0 0-1,6 33-66,-2-1 0,0 69 0,0-4 355,20 387 59,-24-484-325,-1-1 0,1 1-1,0-1 1,0 1-1,-1 0 1,1-1-1,0 1 1,-1-1 0,1 1-1,0-1 1,-1 1-1,1-1 1,-1 0-1,1 1 1,-1-1 0,1 0-1,-1 1 1,1-1-1,-1 0 1,1 1-1,-1-1 1,0 0 0,1 0-1,-1 0 1,1 1-1,-1-1 1,0 0-1,1 0 1,-1 0 0,1 0-1,-2 0 1,-27 0-783,19-1 456,-12 0 107,0 0 0,-28-7 0,-13-5 3080,45 9-964,34 5-594,1 0 1,22-2-1,8-1-698,79 4 707,189-8-427,-302 4-1117,35-5 31,-21-4-4704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40.6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0 4297,'0'0'13404,"0"0"-13406,1 0 0,-1 0 0,1 0 0,-1 0 0,1 0 0,-1 0 0,1 0 0,-1 0-1,1 1 1,-1-1 0,1 0 0,-1 0 0,0 0 0,1 1 0,-1-1 0,1 0 0,-1 1 0,1-1 0,-1 0 0,0 1 0,1-1-1,-1 0 1,0 1 0,1-1 0,-1 0 0,1 2 0,8 20-3,0 0 1,-1 0-1,-2 1 1,0 0-1,4 38 0,2 126 14,-7-76 1,8 694 29,-9-174-14,4 273-25,-10-559 0,-68 581 16,43-531-24,28 5-5,1-164 10,-2-224 3,0 116 11,-18 141 0,-14 123 0,28 7-10,4-342 1,-3-58-278,-8-10 69,-87-129-4071,44 55-2568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41.7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386 116 5801,'0'0'9280,"-9"6"-9108,-2 3-168,1 0 1,0 0 0,0 1-1,1 0 1,0 1 0,-11 17 0,-49 88 51,35-56 40,-11 16 104,2 3-1,-55 145 1,90-191-600,8-40 380,1-1 0,0 1 0,1 0 0,-1-1 0,1 1 1,1 0-1,0 0 0,3-7 0,36-58-26,-14 26 28,273-503-948,-299 545 980,1-2-25,1-1 1,0 1-1,0 1 0,0-1 1,8-8-1,-11 13 1,0 0 0,0 1 0,0-1 0,0 0 0,0 0-1,1 1 1,-1-1 0,0 1 0,0-1 0,1 1 0,-1-1 0,0 1 0,1 0 0,-1 0 0,0-1 0,1 1 0,-1 0 0,0 0 0,1 0 0,-1 1 0,1-1-1,-1 0 1,0 0 0,1 1 0,-1-1 0,0 1 0,0-1 0,1 1 0,-1 0 0,0-1 0,0 1 0,0 0 0,0 0 0,2 1 0,8 10-12,-1 0 1,0 0-1,15 25 1,-17-26 21,28 46 46,-3 0 0,-3 3-1,43 117 1,-66-156-130,-2-1 0,0 2 1,-1-1-1,2 36 0,-10 3-4107,-6-30-4426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43.9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1 3697,'0'0'10219,"-12"4"-5907,12-4-4306,0 1 1,0-1 0,0 1-1,0-1 1,1 1-1,-1-1 1,0 0-1,0 1 1,0-1 0,1 1-1,-1-1 1,0 0-1,0 1 1,1-1-1,-1 1 1,0-1 0,1 0-1,-1 0 1,1 1-1,-1-1 1,0 0-1,1 0 1,-1 1 0,1-1-1,-1 0 1,1 0-1,-1 0 1,0 0-1,1 1 1,0-1-1,18 1 125,-13 0-113,290 23 161,67 8 109,131 8 275,4-29-247,-169-7-319,-34 14 205,62 0 179,13-20-250,397 4 406,-452 16-168,-25 0 81,-9-4-89,143 3-229,145 23-55,-268-12 18,766 19 116,-709-36-507,-261-7 245,229 7-38,214 11-75,-71-2-3012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44.4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 4217,'0'0'8080,"17"11"-7841,-4-2-188,117 70 354,-104-66-333,-1 2 1,0 0-1,-1 2 0,0 0 1,35 37-1,-50-45-62,-1 0 0,0 1 0,-1 0 0,0 1 0,0 0 0,-1 0 0,-1 0 0,0 1 0,0 0 0,-1 0 0,-1 0 0,0 0 0,-1 1 0,0-1 0,0 22 0,-1-13 8,-1-11-64,0-1 0,0 1 0,-3 16 0,2-23 36,1 0 0,-1 0 0,-1 0 0,1 0 0,0 0 0,-1 0 0,1 0 0,-1-1-1,0 1 1,0-1 0,0 1 0,0-1 0,0 0 0,-1 1 0,-2 1 0,-91 60 91,-114 57-1,65-54 257,89-42 748,50-22-1061,5-2-419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3:59:55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3212 65 280,'0'0'13903,"-13"-3"-13291,-169-13-3,-239 10 0,249 7-484,147 0-123,0 1 0,1 2-1,-37 9 1,-71 27-17,92-24-2,0 2 1,2 2-1,-72 49 0,37-22 15,-11 11 2,-111 99 0,129-101 5,-3 2-5,1 4 0,-73 87 0,-123 124 7,23-27 2,100-67-16,-49 76 1,146-195 37,2 1-1,3 2 1,2 2 0,4 2 0,2 1 0,3 1 0,-20 81-1,17-45 3,16-61-1,2 0 0,2 0 0,2 1 1,-7 90-1,16 499 91,1-610-92,1-1 0,1 0 0,1 0 0,12 36 1,37 87 205,-49-135-225,10 22 36,0 0 1,3-1-1,0-1 1,2-1-1,31 38 1,-26-42 87,2 0 1,0-2-1,33 23 1,96 58 109,-78-55-138,279 176 149,17-39-18,-218-111-124,-84-40-58,1-2 0,85 26-1,-62-28 56,38 11-18,33-6 262,222 22 0,-262-47-92,222 12 201,406-17 546,-666-11-952,130-23 0,-86 8-30,5 0 13,0-5 0,246-78 1,-243 47 5,135-76 0,-245 113-31,0 0 1,-1-2 0,-2-1-1,0-2 1,-1 0 0,-1-2-1,-1 0 1,21-31-1,20-24 4,-26 35 130,-2-2 0,59-99 0,-51 66 386,22-47-202,-27 41-205,-4-1 0,36-133-1,-54 123-62,8-129-1,-11 82-67,-3-227 364,-12 274-328,-1 67-13,-2 0-1,-1 1 1,0-1-1,-12-35 1,-46-113 47,15 47-70,-153-400 0,181 486-49,-10-24-13,-3 2 0,-49-79 0,47 97-72,-2 0 1,-2 3-1,-2 1 1,-2 2-1,-2 1 1,-1 3-1,-67-44 1,44 37 30,3-2 0,-93-89 0,81 68 90,-3 2 0,-124-78 0,-33-6 60,196 128-52,-1 2 1,-68-25-1,-92-19-11,189 61 20,-27-4 15,0 1 0,0 2 0,-1 2 0,-55 2 0,92 1-19,-210-8 17,1 8-313,208 0 296,1 0 0,1 0 0,0 0-1,0 0 1,-1 1 0,1-1 0,0 1 0,0-1 0,-1 1-1,1 0 1,0 0 0,0 1 0,0-1 0,-3 3 0,5-4-74,37 16-13748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22.33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103 3 1776,'0'-2'12275,"0"8"-11531,0 708-617,-1-689-118,-2 0 1,-1 0-1,-1 0 0,-10 30 1,5-21 87,-5 40 0,-27 275 86,36-267-96,5 130 0,3-98-34,-2 407 80,8-403-130,1 1 71,-9-49-73,4 164 15,-1-189-10,3 0 1,1-1-1,15 50 1,-20-81-1,-2-10-5,1-1 0,-1 0 1,0 0-1,1 0 0,-1 0 0,1 0 0,-1 0 0,1 0 0,0 0 0,0-1 0,2 4 0,-2-5 429,-1 0-419,-1-56 545,-9-64-1,3 46-543,5-143 0,4 104-20,9-291-105,-5 269 121,7-500 48,-10 545-56,4 1 1,19-90-1,15 4 9,-23 107-2,16-119 0,-3-11-3,-9 74 14,-10 78 76,-9 37-82,0 0 0,-1 0-1,0 0 1,1-17-1,-3 26-4,0 18-2329,0 2 832,-1 0-1,-6 36 1,-9-8-2252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23.0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273 173 1768,'0'0'8452,"3"-19"-7596,8-61-61,-8 60 1262,-3 32-1741,-1-3-308,-1-1-1,0 1 1,-1-1 0,1 0-1,-2 1 1,1-1-1,-1-1 1,-1 1-1,1-1 1,-11 13-1,-6 11 72,-171 283 588,181-291-655,9-18-1,0 0 0,0 0 0,0 0 0,-1 0 0,-6 8 0,8-12 76,1-14 300,1 0-316,0 0 1,1 0-1,1 1 1,0-1-1,0 0 1,10-20 0,40-74-83,-37 77-9,30-56-159,38-77-44,-80 153 219,-2 5 10,0 0-1,0 0 1,1 0 0,0 0-1,0 0 1,0 1-1,0-1 1,8-7-1,-8 11-33,0 0 1,-1 1-1,1-1 0,0 1 0,0 0 0,0-1 0,0 1 0,0 1 1,0-1-1,3 1 0,8 0-158,-3 0 171,-1 0 0,0 1 0,0 0 0,1 1 0,-1 0 0,-1 0 0,1 1 0,-1 1 0,17 9 0,-1 2 26,0 2-1,25 22 1,-26-18 5,-2 0 0,0 2 0,-2 1 1,-1 0-1,0 1 0,-2 1 0,-2 1 1,0 0-1,-2 1 0,15 45 0,-26-65-111,0-1-1,-1 1 0,0 0 0,0 0 0,-1 9 1,0-16 37,0-1-78,-1 1 0,1-1-1,0 0 1,0 0 0,-1 0-1,1 0 1,-1 0 0,1 0-1,-1 0 1,1 0 0,-1 0 0,0-1-1,1 1 1,-1 0 0,0 0-1,0 0 1,1-1 0,-1 1 0,0 0-1,0-1 1,0 1 0,0-1-1,0 1 1,0-1 0,0 1-1,0-1 1,0 0 0,0 1 0,0-1-1,0 0 1,0 0 0,-1 0-1,0 0 1,-1 1-472,-27 1-7337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24.51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257 8 3849,'0'0'10613,"-2"-2"-10210,2 2-410,0-1 1,0 1 0,0 0 0,0 0-1,0-1 1,0 1 0,0 0 0,-1 0-1,1 0 1,0-1 0,0 1 0,0 0 0,0 0-1,0 0 1,0 0 0,-1-1 0,1 1-1,0 0 1,0 0 0,0 0 0,0 0 0,-1 0-1,1-1 1,0 1 0,0 0 0,0 0-1,-1 0 1,1 0 0,0 0 0,0 0 0,0 0-1,-1 0 1,1 0 0,0 0 0,0 0-1,0 0 1,-1 0 0,1 0 0,0 0 0,0 0-1,-1 0 1,1 0 0,0 0 0,0 0-1,0 0 1,-1 0 0,1 0 0,0 1 0,0-1-1,0 0 1,0 0 0,-1 0 0,1 0-1,0 0 1,0 1 0,0-1 0,0 0 0,0 0-1,-1 1 1,-1 20-124,7 36 161,17 57 270,-10-60-181,-3 0-1,3 64 0,-11 184 109,-1-280-201,-1 1 0,-7 42 0,7-58-21,-1 0 1,0 0-1,0 0 0,-1 0 0,0-1 0,0 1 1,-1-1-1,0 1 0,0-1 0,0-1 0,-1 1 0,-9 9 1,11-13 9,-1 1 0,1-1 0,0-1 0,-1 1 0,0 0 0,1-1 0,-1 0 0,0 0 0,0 0 0,1 0 0,-1 0 0,0-1 0,0 0 0,0 0 0,0 0 0,0 0 0,0-1 0,0 1 0,0-1 0,0 0 0,-4-2 0,1 1-24,0-1 0,0 0 0,0 0 0,1-1 0,-1 1 0,1-1 0,0-1 0,0 1 0,1-1 0,-7-7 0,3 1-36,0-2 1,1 1-1,1-1 1,0 0-1,0-1 1,1 0-1,1 0 1,1 0-1,0 0 1,-4-30-1,4 3-112,1-1-1,6-70 0,-2 102 112,1-1 0,1 1 0,0-1 0,0 1 0,1 0 0,0 0-1,1 0 1,0 1 0,0 0 0,10-13 0,3-2-196,2 0 0,34-31 1,-49 51-224,0 0 0,0 1 0,0 0 0,0 0 0,10-4 0,2-2-2711,-4 1-1763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24.89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4297,'0'0'7474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27.0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3256 568 2697,'0'0'9663,"-14"4"-7126,-1229-4 1594,1054 10-3848,-1 0-95,-361-10 621,486-3-539,-73-13-1,-26-1-289,18 4 14,-51-2 5,165 14 15,-62-12-1,13 0 55,58 11-73,-98-4-85,121 6 83,0 0-1,-1 0 0,1 0 0,0 0 0,0 0 0,-1 0 0,1 0 0,0 0 0,0-1 0,-1 1 0,1 0 0,0 0 0,-1 0 0,1 0 0,0 0 0,0 0 0,0-1 1,-1 1-1,1 0 0,0 0 0,0 0 0,0 0 0,-1-1 0,1 1 0,0 0 0,0 0 0,0-1 0,0 1 0,-1 0 0,1 0 0,0-1 0,0 1 0,0 0 0,0 0 1,0-1-1,0 1 0,0 0 0,0-1 0,0 1 0,0 0 0,0 0 0,0-1 0,0 1 0,0 0 0,0-1 0,0 1 0,0 0 0,1 0 0,-1-1 0,0 1 0,0 0 1,0 0-1,0-1 0,0 1 0,1 0 0,-1 0 0,0 0 0,0-1 0,0 1 0,1 0 0,-1 0 0,0 0 0,0 0 0,1-1 0,-1 1 0,18-16-297,124-60-16,-31 18 350,71-38-12,167-101 15,-342 193-2,-4 2-3,0 1-1,0-1 1,-1 1 0,1-1 0,0 0 0,-1 0 0,0 0 0,1 0 0,-1-1 0,0 1 0,0-1 0,0 1 0,2-4 0,-6 6 12,-13 1-41,0 1 0,1 1 0,0 1 0,-1 0 1,-15 7-1,-3 0-1,-31 12-12,1 2 0,-62 35 0,-113 77-40,179-102 51,-18 9 44,34-19 23,9 17-151,34-42 75,0 0 0,0 0 0,0 0 0,0 0 0,0 0 0,-1 1 0,1-1-1,0 0 1,0 0 0,0 0 0,0 0 0,0 0 0,0 1 0,0-1 0,0 0 0,0 0 0,0 0 0,0 0 0,0 1 0,0-1 0,0 0 0,0 0-1,0 0 1,0 0 0,0 1 0,0-1 0,0 0 0,0 0 0,0 0 0,0 0 0,0 0 0,0 1 0,0-1 0,0 0 0,0 0 0,0 0 0,0 0 0,1 0-1,-1 1 1,0-1 0,0 0 0,0 0 0,11 6-180,23 4 287,-18-6-143,165 56 53,321 117 52,-477-167-52,-9-4 7,-1 1 0,25 13-1,-39-19 347,18-2-4029,-5-9 2294,9-16-1760,21-29-1,-14 8-2935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27.8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104 32 1256,'0'0'9745,"-2"-5"-9254,-6-16-422,6 16-124,2 26-47,1-10 120,1 0 1,-1 0-1,2-1 1,0 1 0,0-1-1,1 0 1,5 10-1,8 25 79,2 18-14,-3 0 0,-2 2 1,-3 0-1,-3 0 0,0 88 0,-8-135-84,1-10 27,-1 0 0,0 0 1,-1 0-1,-2 13 0,3-20-14,0 1-1,-1 0 0,0-1 1,1 1-1,-1 0 0,0-1 1,1 1-1,-1-1 0,0 0 1,0 1-1,0-1 0,-1 0 0,1 1 1,0-1-1,0 0 0,-1 0 1,1 0-1,-1 0 0,1 0 1,0 0-1,-1-1 0,0 1 1,1 0-1,-1-1 0,1 1 1,-4-1-1,0 1 19,0 0 0,0 0 0,0-1 0,0 0 0,0 0 1,0-1-1,0 1 0,0-1 0,0 0 0,0 0 0,0-1 0,0 1 0,0-1 0,1 0 0,-1-1 0,1 1 1,-1-1-1,1 0 0,0 0 0,0 0 0,0-1 0,-5-5 0,2 0-43,1 0 1,0 0-1,1 0 0,0-1 0,1 0 0,0 1 1,0-2-1,1 1 0,-4-20 0,2-10 35,1 0-1,2-1 1,6-69 0,-4 106-18,0 1-1,1 0 1,-1-1 0,1 1 0,0-1 0,-1 1 0,1 0-1,1 0 1,-1 0 0,0-1 0,1 1 0,0 0-1,-1 1 1,1-1 0,1 0 0,-1 0 0,0 1 0,0-1-1,1 1 1,0 0 0,-1 0 0,1 0 0,5-3-1,0 2-92,1 0 0,-1 1-1,1 0 1,-1 1-1,1-1 1,-1 2-1,1-1 1,9 1-1,-16 1-65,1 0 0,-1 0 0,1 0 0,-1 0 0,1 0 0,-1 1-1,0-1 1,0 1 0,0-1 0,1 1 0,-1 0 0,-1 0 0,1 0-1,0 0 1,0 0 0,-1 0 0,1 0 0,1 4 0,10 11-2355,-1-8-1193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28.1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5 3505,'0'0'6377,"18"-4"-7985,17 4-865,1 0-3328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28.50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83 89 3137,'0'0'8843,"-14"-12"-8582,-41-38-218,42 31-1,13 19-43,0 0 0,0-1 0,0 1 0,0 0 0,0 0 0,0-1 0,0 1 0,0 0 1,0-1-1,0 1 0,0 0 0,0 0 0,0-1 0,0 1 0,0 0 0,1-1 0,-1 1 1,0 0-1,0 0 0,0 0 0,0-1 0,1 1 0,-1 0 0,0 0 0,0 0 0,1-1 1,-1 1-1,0 0 0,0 0 0,1 0 0,-1 0 0,0 0 0,1 0 0,-1-1 0,30 2-196,-24-1 115,-3 0 73,0 0 0,0 1 0,0-1 1,0 1-1,-1 0 0,1-1 0,0 1 0,0 0 1,-1 1-1,1-1 0,0 0 0,-1 1 1,1-1-1,-1 1 0,0 0 0,0 0 1,0 0-1,0 0 0,0 0 0,0 1 0,0-1 1,0 0-1,-1 1 0,0-1 0,1 1 1,-1 0-1,0-1 0,0 1 0,0 0 1,-1 0-1,1 0 0,0 3 0,2 13 83,-1 0-1,-1 1 1,-3 36-1,1-22-60,1 121 86,0-154-92,0 0 0,0 0 0,0 0 0,1 1 0,-1-1 0,0 0 0,0 0 0,1 0 0,-1 0 0,1 0 0,-1 0 0,1 0 0,-1 0 0,1 0 0,0 0 0,-1 0 0,1 0 0,0 0 1,0 0-1,0 0 0,-1-1 0,1 1 0,0 0 0,0-1 0,0 1 0,0 0 0,0-1 0,1 0 0,-1 1 0,0-1 0,0 1 0,2-1 0,4 1 31,0 0-1,0-1 1,1 0-1,10-1 1,2 0-44,161 2-1665,-127 2-2442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0.5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416 219 624,'0'0'5776,"-2"-18"-5112,-8-126 3061,10 88-375,0 66-3539,-29 537 899,16-378-644,5-70-32,-4 0 0,-5-1 1,-40 133-1,42-176 45,3 1 0,1 0 1,3 1-1,3 0 0,2 72 0,2-94-77,0-22-2,1 0 0,0 0 0,0-1 0,2 1-1,-1 0 1,2 0 0,4 16 0,41 121 40,-45-143-35,-3-5-4,1 0 0,-1-1 0,1 1-1,0 0 1,-1 0 0,1 0 0,0-1 0,0 1-1,0 0 1,1-1 0,-1 1 0,0-1-1,2 2 1,-2-2 270,5-8-36,23-74-57,-19 48-145,17-37 0,108-174-80,-135 244 34,0 0 0,0 0-1,0-1 1,0 1 0,0 0-1,0 0 1,0-1 0,0 1-1,0 0 1,0 0 0,0-1 0,0 1-1,0 0 1,1 0 0,-1 0-1,0-1 1,0 1 0,0 0 0,0 0-1,1 0 1,-1 0 0,0 0-1,0-1 1,0 1 0,1 0 0,-1 0-1,0 0 1,0 0 0,1 0-1,-1 0 1,0 0 0,0 0-1,1 0 1,-1 0 0,0 0 0,0 0-1,1 0 1,-1 0 0,0 0-1,0 0 1,1 0 0,-1 0 0,0 0-1,0 0 1,0 0 0,1 0-1,-1 0 1,0 0 0,0 0-1,1 1 1,-1-1 0,4 18-160,-4-11 190,0-1 0,-1 1 0,1 0-1,-4 12 1,-8 11 58,-3-1 0,-22 37 1,-7 12 71,-15 30 97,53-93-17,6-14-199,0 0 0,-1 0 0,1 0 0,0 0-1,0 0 1,0 0 0,-1-1 0,1 1 0,0 0 0,-1 0 0,1 0 0,-1 0-1,1-1 1,-1 1 0,1 0 0,-1 0 0,0-1 0,1 1 0,-1 0-1,0-1 1,0 1 0,1-1 0,-1 1 0,0-1 0,0 1 0,0-1 0,0 0-1,-2 1 1119,-10-7-247,-5-17-903,1-1 0,1-1 0,-21-45 0,-10-15 20,15 35 72,-72-84 0,101 128-104,0 0 1,0-1-1,1 1 0,0-1 1,0 1-1,0-1 1,1 0-1,-1-9 0,-1-2-62,0 8-4,2 8-62,0 0 0,1 0 0,-1 0 0,0 1 0,1-1 0,0 0 0,-1 0 0,1 0 0,0 0 0,0 0 0,1-4 0,63 45-8141,-27-18 3149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1.2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292 10 1584,'0'0'9280,"-3"-3"-8706,3 3-562,0 0 0,-1-1 0,1 1-1,0-1 1,0 1 0,-1 0-1,1-1 1,0 1 0,-1 0-1,1-1 1,0 1 0,-1 0 0,1 0-1,0-1 1,-1 1 0,1 0-1,-1 0 1,1 0 0,0-1-1,-1 1 1,1 0 0,-1 0 0,1 0-1,-1 0 1,1 0 0,-1 0-1,1 0 1,0 0 0,-1 0-1,1 0 1,-1 0 0,1 0 0,-1 0-1,-1 22 109,2-13-159,35 425 307,-28-207-257,-7-167-12,0-57 8,0 0-1,0-1 1,0 1 0,0 0 0,-1-1 0,1 1 0,-1 0 0,1-1 0,-1 1 0,0-1 0,0 1 0,0-1 0,0 0 0,-1 1 0,1-1 0,-1 0 0,1 0 0,-3 3 0,1-4 10,0 1 0,0 0 1,0-1-1,0 0 0,0 1 1,0-1-1,0 0 0,0-1 1,-1 1-1,1-1 0,0 1 1,0-1-1,-1 0 0,-3 0 1,-3 0 52,1 0-3,0 1 1,0-2-1,0 1 1,0-1-1,0 0 1,1-1-1,-1 0 1,0 0-1,1-1 1,0 0-1,-9-5 1,4 0-27,1 0-1,0-1 1,0 0 0,1-1-1,-18-20 1,25 26-29,0-1 0,1 1 0,0 0 0,0-1 0,0 0-1,1 1 1,0-1 0,-1 0 0,2 0 0,-1 0 0,1-1 0,-1 1-1,1 0 1,1-1 0,-1 1 0,1 0 0,0-1 0,0 1 0,1-1-1,0-5 1,1 8-16,-1 0 0,0 0-1,1 0 1,-1 0 0,1 1 0,0-1-1,0 1 1,0-1 0,0 1-1,0 0 1,1 0 0,-1 0 0,3-2-1,41-23-113,-27 17-18,-8 3 23,31-17-984,51-39 0,-82 54 566,0 0-1,-1 0 1,0-1-1,0-1 1,-1 0-1,-1 0 1,0-1-1,0 0 0,6-15 1,-5-5-1644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1.60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 4 3953,'0'0'8994,"-6"-4"-9178,30 12-3009,-6 0-728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1.9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0 0 2801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2.2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0 219 2801,'260'-156'2524,"-219"128"-1307,-41 28-1200,1 0 0,-1 0 0,0 0 0,0 0 0,0 0 0,0 0 0,0 0 0,1 0 0,-1 0 0,0 0 0,0 0 0,0-1 0,0 1 0,0 0 0,0 0 0,0 0 0,1 0 0,-1 0 0,0 0 1,0 0-1,0 0 0,0 0 0,0 0 0,0 0 0,0-1 0,0 1 0,0 0 0,0 0 0,0 0 0,1 0 0,-1 0 0,0 0 0,0-1 0,0 1 0,0 0 0,0 0 0,0 0 0,0 0 0,0 0 1,0 0-1,0-1 0,0 1 0,0 0 0,0 0 0,0 0 0,0 0 0,0 0 0,-1 0 0,1 0 0,0-1 0,0 1 0,0 0 0,0 0 0,0 0 0,0 0 0,0 0 0,0 0 0,0 0 0,0 0 0,0-1 1,-1 1-1,1 0 0,0 0 0,0 0 0,0 0 0,0 0 0,0 0 0,0 0 0,-1 0 0,-32-15 5224,32 15-5216,1-1 0,0 1 0,0 0 0,0 0 0,-1-1 0,1 1 0,0 0 0,0-1 0,0 1 0,0 0 0,-1 0 0,1-1 0,0 1 0,0 0 0,0-1 0,0 1 0,0 0 0,0-1 0,0 1 0,0 0 0,0-1 0,0 1 0,0 0 0,0-1 0,0 1 0,0 0 0,0-1 0,1 1 0,-1 0 0,0 0 1,0-1-1,0 1 0,0 0 0,1-1 0,-1 1 0,0 0 0,0 0 0,0 0 0,1-1 0,-1 1 0,0 0 0,0 0 0,1 0 0,0-1 0,4 1-47,2 0-17,0 0 0,1 0 0,-1 1 0,0 0 0,8 2 0,-12-2 24,-1 0 1,1 0 0,-1 0 0,1 1 0,-1-1-1,0 1 1,0-1 0,0 1 0,0 0 0,0-1 0,0 1-1,0 0 1,0 1 0,-1-1 0,1 0 0,-1 0 0,1 1-1,0 3 1,3 10 19,-1 1-1,-1 0 0,0 0 1,-2 1-1,0-1 1,0 0-1,-2 0 0,0 1 1,-5 19-1,3-24 24,-1 1-1,-1-1 0,0 0 0,-1 0 1,0-1-1,-1 0 0,0 0 0,-11 13 1,17-24 82,4-1-658,8 1 542,0 0-1,0 0 1,-1 1 0,1 0-1,0 1 1,-1 0-1,0 0 1,11 6 0,-15-6-3,1 0 0,-2 1 1,1 0-1,0-1 1,-1 2-1,0-1 0,1 1 1,-2 0-1,1 0 1,-1 0-1,1 0 0,-2 1 1,1 0-1,5 10 0,-7-8 12,0-1 0,-1 1 0,0-1 0,0 1-1,-1 0 1,0 14 0,0-8 66,-1-12-56,1-1 1,0 0-1,-1 1 1,1-1-1,-1 1 1,1-1-1,-1 0 1,0 1-1,0-1 1,0 0-1,1 0 1,-1 0-1,0 0 1,0 0-1,-1 0 1,1 0-1,0 0 1,0 0-1,0 0 1,-1 0-1,1-1 1,0 1-1,-1-1 1,1 1-1,0-1 1,-1 1-1,1-1 1,-1 0-1,1 0 1,-1 1-1,1-1 1,-2-1-1,-11 3 114,0-2-1,-22-1 1,19 1-138,6-2-542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5.0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30 211 1304,'0'0'9378,"-5"0"-8888,-15 0-18,16 0 1416,13 0-1754,80 4 320,92 16-1,-22 0-175,207 23 107,116 8-46,-142-13-183,-182-17 44,162 0 0,-275-21-102,502-9 206,-249-27-192,-206 21-89,-74 12-20,-8 1 11,-1 1 1,0 0 0,0 0 0,14 1 0,-23-1 64,0 0 0,0 0 0,0 0 0,0 0-1,-1 0 1,1 0 0,0-1 0,-1 1 0,1 0 0,0 0 0,-1 0 0,0 0 0,1 0 0,-1 0 0,1 0-1,-1 1 1,-1-2 0,-22-12-115,0 1 1,-46-16-1,5 2-153,27 9 131,-52-16 0,84 33 79,0 0-1,0 0 0,0 0 1,0 1-1,-7 0 1,19 1-155,-1 0 1,1 0-1,-1 1 0,0 0 1,1 0-1,-1 0 1,0 1-1,5 3 0,20 9 138,30 10-8,0-4 1,92 21-1,-150-42 1,-1 0 0,1 1 1,-1-1-1,1 0 0,-1 1 0,1 0 0,-1-1 0,1 1 0,-1 0 0,0 0 0,1 0 0,-1 0 0,0 0 0,0 0 1,1 0-1,-1 0 0,0 1 0,0-1 0,-1 0 0,1 1 0,0-1 0,0 0 0,0 1 0,-1-1 0,1 1 1,-1-1-1,1 1 0,-1 0 0,0-1 0,0 1 0,0-1 0,0 1 0,0 0 0,0-1 0,0 1 0,0-1 1,0 1-1,-1 0 0,1-1 0,-1 1 0,1-1 0,-1 1 0,0-1 0,1 0 0,-1 1 0,0-1 0,0 1 1,0-1-1,0 0 0,0 0 0,0 0 0,0 0 0,-1 0 0,-1 2 0,-10 7 42,-1 0 0,1-1 1,-2 0-1,1-1 0,-21 8 0,-83 28 88,-5-10 126,-1-6 1,-165 17 0,273-42-238,1 0-1,-1 1 1,-17 6 0,33-10-12,0 0 0,0 0 1,-1 0-1,1 0 0,0-1 1,-1 1-1,1 0 0,0 0 0,0 0 1,-1 0-1,1 0 0,0 0 1,0 0-1,0-1 0,-1 1 1,1 0-1,0 0 0,0 0 0,0 0 1,-1-1-1,1 1 0,0 0 1,0 0-1,0 0 0,0-1 0,0 1 1,-1 0-1,1 0 0,0-1 1,0 1-1,0 0 0,0-1 1,0 1-1,0 0 0,0 0 0,0-1 1,0 1-1,0 0 0,0 0 1,0-1-1,0 1 0,0-19 294,0 12-224,2-19-34,1 1-1,1 0 1,1 0 0,9-27-1,11-54-142,-18 45 24,-1-95 0,-6 154-9,0 20-2387,0 364 2524,0-381 199,0-6 136,-3-41-246,-2 1-1,-2 0 1,-2 0-1,-1 0 0,-23-56 1,32 97-137,-8-19-9,2 0 1,0-1 0,2 1 0,0-1-1,-1-38 1,15 67-280,-1-1 1,1 0-1,16 5 1,-11-4 140,81 30 162,-20-8-12,0 3 0,93 52 0,-156-75-16,-1 1-1,1 1 1,-1 0 0,-1 0 0,0 1 0,14 17-1,-24-27 26,1 1 0,-1 0 1,0-1-1,1 1 0,-1-1 0,0 1 0,1 0 0,-1 0 0,0-1 0,0 1 0,0 0 0,1 0 0,-1-1 0,0 1 0,0 0 0,0 0 0,0-1 0,-1 1 1,1 0-1,0 0 0,0-1 0,0 1 0,0 0 0,-1-1 0,1 1 0,0 0 0,-1-1 0,1 1 0,-1 0 0,1-1 0,-1 1 0,1-1 0,-1 1 0,0 0 1,-22 15 25,19-15-33,-45 26 59,-1-2 0,-1-3 0,-1-2 0,-1-2 0,-104 21 0,150-36-59,6-3-94,36 0-6735,-16 0 2345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5.7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 0 3273,'0'0'7709,"-11"2"-7790,5-1 73,4-1 10,0 0-1,0 0 1,0 0 0,0 0 0,0 1-1,0-1 1,0 1 0,1-1-1,-1 1 1,0 0 0,0 0-1,0 0 1,0 0 0,1 0-1,-1 0 1,0 0 0,1 1-1,-1-1 1,1 0 0,0 1-1,-1-1 1,1 1 0,0 0-1,0-1 1,0 1 0,0 0-1,0 0 1,0 0 0,1 0 0,-1-1-1,1 1 1,-1 0 0,1 0-1,-1 0 1,1 0 0,0 0-1,0 3 1,4 40 49,1 0 0,2 0 1,2-1-1,28 81 0,13 62 100,-41-125-54,-3 1 0,-2 75-1,-4-134-78,0 0-1,0 1 0,0-1 0,-1 0 0,1 0 0,-1 0 0,0 0 0,0 0 0,-1 0 1,1 0-1,-4 6 0,4-8 10,-1-1 1,0 1-1,1 0 0,-1-1 1,0 0-1,0 1 1,0-1-1,0 0 0,0 0 1,0 0-1,-1 0 1,1 0-1,0 0 0,0-1 1,-1 1-1,1-1 1,0 0-1,-1 1 0,1-1 1,-1 0-1,-2-1 1,-1 2 23,-1-1 0,1-1 1,-1 1-1,1-1 1,-1 0-1,1 0 0,-1-1 1,1 0-1,0 0 0,0 0 1,0-1-1,0 0 1,0 0-1,1-1 0,-1 1 1,1-1-1,0-1 0,0 1 1,0-1-1,-5-6 1,5 6-48,-1-1 0,1 0 0,1 0 1,-1 0-1,1 0 0,0-1 0,1 0 1,-1 0-1,1 0 0,0 0 0,1 0 0,0 0 1,0-1-1,1 1 0,0-1 0,0 0 1,1 1-1,-1-1 0,2 1 0,-1-1 1,4-14-1,-3 17-24,1 0 0,0 0 0,1 0 0,-1 0 0,1 0 0,0 0 0,0 1 0,1-1 0,-1 1 1,1 0-1,0 0 0,0 0 0,5-3 0,12-9-227,32-18 0,-40 26 168,-1 0-167,0 1 0,0 1 1,27-9-1,-32 12-461,1 1 0,0 1 0,0 0 0,15-1-1,-16 2-1883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6.12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33 5217,'0'0'9090,"0"-32"-11666,29 60 71,-5-1-2024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6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1 1 304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36.84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1 239 304,'237'-174'2715,"-196"140"-1650,-34 24-188,-7 9-837,1-1 231,-1 2-197,0-1 0,0 0 0,0 0 0,0 0 0,1 0 0,-1 1 0,0-1 0,0 0 0,1 0 0,-1 1 0,1-1 1,-1 0-1,1 1 0,-1-1 0,1 0 0,-1 1 0,1-1 0,0 1 0,-1-1 0,1 1 0,0-1 0,-1 1 0,1-1 0,0 1 0,0 0 1,0-1-1,-1 1 0,1 0 0,0 0 0,0 0 0,0-1 0,0 1 0,-1 0 0,1 0 0,0 0 0,1 0 0,-2 1-70,1-1 0,0 0 0,-1 0-1,1 1 1,-1-1 0,1 0 0,0 1-1,-1-1 1,1 1 0,-1-1 0,1 0-1,-1 1 1,0-1 0,1 1 0,-1 0 0,1-1-1,-1 1 1,0-1 0,1 1 0,-1-1-1,0 1 1,0 0 0,0-1 0,1 1-1,-1 0 1,0-1 0,0 1 0,0 0-1,0-1 1,0 2 0,1 25 147,-1-21-97,0 429 1965,1-435-2024,-1 1-1,1 0 1,0-1 0,0 1 0,0 0 0,0-1-1,0 0 1,0 1 0,0-1 0,0 1-1,0-1 1,0 0 0,0 0 0,0 0 0,1 1-1,-1-1 1,0 0 0,1-1 0,25 3-75,-13-2-475,0-1-1,1 0 1,-1-1-1,0 0 1,25-9-1,-30 8 333,-1 0 0,0-1 0,0-1 0,-1 1 0,1-1 0,-1 0 0,0-1 0,0 0 0,-1 0 0,10-10 0,-12 9 228,0 1 1,0 0-1,-1-1 1,1 0 0,-2 0-1,1 0 1,-1 0 0,0 0-1,0 0 1,1-14 0,-1-4 841,-2-40 0,0 30 1616,-24 313-860,8-65-6,12-182-1341,-4 89 446,8-119-640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1.3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2140 261 2657,'0'0'11094,"1"-25"-10198,4-136 1147,-6 158-2003,1 1-1,-1-1 0,0 1 0,1-1 1,-1 1-1,-1-1 0,1 1 1,0 0-1,-1-1 0,1 1 1,-1 0-1,1 0 0,-1 0 1,0 0-1,0 0 0,0 1 1,0-1-1,0 0 0,-1 1 1,1 0-1,0-1 0,-1 1 0,1 0 1,-1 0-1,1 0 0,-4 0 1,-8-3-47,-1 0 0,1 0 1,-20 0-1,10 0-40,-1 2 1,0 0-1,-1 2 0,1 1 1,0 1-1,0 1 0,1 1 1,-1 1-1,1 2 0,-37 14 1,-28 22-52,2 4 0,-147 107 1,-135 153-81,230-171 74,6 5-1,6 6 1,6 5 0,-115 194-1,215-314 98,5-8-12,1 1-1,1 0 0,1 2 1,-10 28-1,21-33-7,2-18 28,0-15-11,1-72 64,1 22-148,-3 0 1,-13-95-1,13 148 94,1 4 2,-1 1-1,1 0 1,-1 1 0,1-1 0,-1 0-1,0 0 1,0 0 0,0 0 0,0 0-1,-1 1 1,1-1 0,-1 0 0,-3-3-1,5 6-7,0-1-1,0 1 0,-1 0 1,1 0-1,0 0 1,-1-1-1,1 1 0,0 0 1,-1 0-1,1 0 0,0 0 1,-1 0-1,1-1 0,0 1 1,-1 0-1,1 0 0,0 0 1,-1 0-1,1 0 1,0 0-1,-1 0 0,1 0 1,0 0-1,-1 0 0,1 0 1,0 1-1,-1-1 0,1 0 1,0 0-1,-1 0 0,1 0 1,0 0-1,-1 1 1,1-1-1,0 0 0,0 0 1,-1 1-1,1-1 0,0 0 1,0 0-1,-1 1 0,1-1 1,0 0-1,0 1 0,-3 13-233,2-13 238,-23 538-50,24-538 51,0 0 0,0 0 0,1 0 0,-1 0 0,0 0 0,1 0 0,-1 0 0,1 0 0,-1 0 0,1 0 0,-1-1 0,1 1 0,0 0 0,0 0 1,-1 0-1,1-1 0,0 1 0,0 0 0,0-1 0,0 1 0,0-1 0,-1 1 0,1-1 0,0 1 0,0-1 0,0 0 0,1 1 0,-1-1 0,0 0 0,0 0 0,0 0 0,0 0 0,0 0 0,0 0 0,0 0 0,0 0 0,2-1 0,3 1 50,-1-1 1,1 0-1,0 0 0,-1 0 0,1-1 0,8-3 0,20-14 343,40-28 0,-1 0-211,-51 34-220,2-2-71,1 0 0,0 2 0,1 1 0,0 1-1,43-12 1,-67 22-183,0 1-1,-1-1 0,1 1 1,0 0-1,0-1 1,0 1-1,0 0 1,0 0-1,0 0 1,0 0-1,0 1 1,0-1-1,0 1 1,0-1-1,0 1 1,0-1-1,-1 1 1,1 0-1,0 0 1,1 1-1,0 19-6131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3.3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575 0 4489,'0'0'9045,"-32"43"-8844,-109 142 78,84-109-88,-11 12 3,-100 170-1,85-90-751,58-93-3307,24-115-4232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3.6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 4329,'0'0'6239,"11"26"-6131,-11-25-108,15 35 90,1-1 0,2-1 0,1 0 0,26 35 0,9 0-29,22 29-211,90 149 1,-165-244 65,5 7-124,0 0 0,-1 1 0,0-1 0,5 19 0,-7 6-2704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3.9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302 0 3729,'0'0'3759,"5"38"-3380,43 260 292,-24-152-256,-5 2 1,-2 161 0,-16-263-340,0-18 8,-2 34 1,0-54-43,0-1 1,0 0-1,-1 1 1,0-1 0,0 0-1,0 0 1,-1 0-1,0 0 1,-6 8 0,7-12 14,-1 0 0,0 0 0,0 0 0,0 0 0,0 0 0,-1-1 0,1 0 0,-1 0 0,1 1 1,-1-2-1,0 1 0,0 0 0,0-1 0,0 0 0,0 0 0,0 0 0,0 0 0,0-1 0,-6 0 1,3 1 32,-1-2 0,1 1 0,-1-1 1,1 0-1,0 0 0,0-1 1,-1 0-1,1 0 0,0-1 0,-8-4 1,4 0-24,0-1 0,0 0 1,1-1-1,0 0 0,1-1 1,-15-19-1,4 3-7,-26-49 1,34 49-21,0 0 0,2-1 0,1 0 0,1-1 1,1 0-1,1 0 0,2-1 0,1 1 0,1-42 0,2 68-53,0 1 0,1-1 0,-1 1 0,0-1 0,1 0 0,-1 1 0,1 0 0,-1-1 0,1 1 0,0-1 0,0 1-1,-1 0 1,1-1 0,0 1 0,0 0 0,0 0 0,0 0 0,2-1 0,1-2-93,0 2 0,1-1 0,-1 0 0,1 1 0,8-3 0,8-2-786,41-7 0,-43 10 334,37-9-1542,-2 1-653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4.3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5513,'0'0'5009,"89"100"-15203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5.14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64 6225,'0'0'9122,"11"-4"-9714,37-11 592,5-1 120,6 4-120,-11 0-168,-1 8-384,-5 4-144,-1 0-392,1 0-825,-7 24-591,-17-4-1785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5.4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40 3121,'0'0'7001,"125"-28"-7001,-66 20-296,12 4-1064,-18 4-1513,-5 0-2720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5.8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3729,'36'246'2536,"-25"-242"-1727,37 0-449,11-4-336,30 0-24,-12 0-681,-12 0-1207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6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102 1 4545,'0'0'7025,"-18"206"-6488,12-130-121,6-1-88,0-7-192,0-9-72,0-7-64,0-5 0,-6-11-264,-6-4-584,-6-16-753,1-4-415,-7-12-1049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6.4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9 1360,'0'0'9834,"95"-8"-9674,-30 8-88,12 0-72,24 0-80,-12 0-1128,-18 0-1664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6.8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 1 96,'0'0'8386,"-29"242"-7570,11-163-168,0-8-64,0-7-320,6-16-168,1-9-96,5-15-144,6-16-816,-12-20-1937,6-28 993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7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72 1856,'0'0'7791,"2"-3"-7800,-1 2 10,0-1 1,1 1-1,-1 0 0,0 0 0,1 0 1,0 0-1,-1 0 0,1 0 0,-1 1 0,1-1 1,0 0-1,-1 1 0,1-1 0,0 1 1,0 0-1,2-1 0,36 0 63,-9 1-33,122-23 74,-18 1-262,65 13-964,-199 9 1091,0 0 1,0 0 0,0 0 0,0 0 0,0 0 0,-1 1 0,1-1 0,0 0-1,0 0 1,0 1 0,0-1 0,-1 0 0,1 1 0,0-1 0,0 1 0,-1-1-1,1 1 1,0-1 0,-1 1 0,1-1 0,-1 1 0,1 0 0,-1-1 0,1 1 0,-1 0-1,1 1 1,4 22-98,-5-19 151,3 39 284,-2-1 0,-1 1-1,-3-1 1,-14 75 0,9-73-139,-6 85 0,12-55-2784,2-59 151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7.4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0 112 1016,'0'0'11195,"196"-71"-10947,-125 51-160,-6 4-88,-12 12-240,-5 4-537,-13 0-583,-11 8-432,-12 16-977,-12 3-2000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0:47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214 1 4457,'0'0'5843,"-1"0"-5785,-3 0-68,3 0-267,1 28-387,1 4 598,0-22 72,-1 1 0,1-1 0,-2 1-1,1-1 1,-2 1 0,1-1 0,-1 0 0,-5 15 0,-6-2 48,-1 1-1,-2-2 1,0 0 0,-26 28-1,18-22 503,-30 45-1,49-65-411,3-6-88,1 0 1,-1 0-1,1 0 0,0 1 1,0-1-1,0 0 0,0 1 0,0-1 1,0 1-1,1 0 0,-1-1 1,1 1-1,-1 4 0,8-4-54,104-1-76,-56-3 58,-8-1-170,91-15 0,-60 5-1153,-10 3-1389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3.2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226 247 832,'0'0'2335,"-6"43"-516,-37 300 1342,-61 409 76,80-603-3096,24-148-125,0-1 1,0 0-1,0 1 0,0-1 1,0 1-1,0-1 0,0 1 1,0-1-1,0 0 0,0 1 0,-1-1 1,1 1-1,0-1 0,0 0 1,0 1-1,-1-1 0,1 0 1,0 1-1,0-1 0,-1 0 1,1 1-1,0-1 0,-1 0 0,1 1 1,0-1-1,-1 0 0,1 0 1,0 1-1,-1-1 0,1 0 1,0 0-1,-1 0 0,1 0 1,-1 0-1,1 0 0,-1 1 0,1-1 1,0 0-1,-1 0 0,1 0 1,-1 0-1,1 0 0,-1-1 1,1 1-1,0 0 0,-1 0 1,1 0-1,-1 0 0,1 0 0,0 0 1,-1-1-1,1 1 0,0 0 1,-1 0-1,1-1 0,0 1 1,-1 0-1,1-1 0,0 1 0,-1 0 1,1-1-1,0 1 0,0 0 1,-1-1-1,1 0 0,-4-6 97,1 0 0,0 0-1,1-1 1,-1 1-1,1-1 1,1 0-1,0 0 1,0 0 0,0-8-1,-1 3-83,-4-84-277,7-150-1,8 158-405,4 1 1,43-156 0,-31 154 244,-5 0 1,13-142 0,-30-32 2213,0 278-1811,0-1 0,1 1 1,0-1-1,1 0 1,0 0-1,1-1 0,1 1 1,0-1-1,0-1 1,15 18-1,-2-5 34,1 0 0,1-2 0,43 35 0,-50-46-95,0-1-1,1 0 1,0-1-1,0-1 1,1 0-1,0-2 0,1 1 1,0-2-1,-1-1 1,2 0-1,-1-1 1,0-1-1,33 0 1,-42-2-99,0-1 0,0 1 0,0-2 1,0 1-1,0-1 0,0-1 0,0 0 0,-1 0 1,1-1-1,-1 0 0,0 0 0,0 0 1,0-1-1,-1-1 0,0 1 0,0-1 0,0-1 1,0 1-1,-1-1 0,-1 0 0,1 0 0,-1-1 1,0 0-1,0 0 0,-1 0 0,0 0 1,-1-1-1,4-12 0,-4-24-335,-3 33 714,-20 41 406,-14 38-218,3 0 1,2 2 0,-28 106-1,-32 228 1895,61-232-1868,8 0 0,2 195 0,13-366-633,1-2 42,0-1 1,0 1 0,0-1 0,0 0-1,1 0 1,-1 0 0,1 0-1,0 0 1,0-1 0,0 0 0,0 1-1,-3-8 1,-18-32-3463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4.5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122 825 4641,'0'0'5592,"-20"37"-5301,-59 118-94,75-147-181,1 0 0,-1 0 0,2 0 0,-1 1 0,1-1 0,0 1 0,1 0 0,0 0 0,0-1 0,1 1 0,0 0 0,2 11 0,0 3 27,-1-14-34,1 1 1,-1-1 0,2 0 0,-1 0 0,1 0 0,1 0-1,-1-1 1,1 1 0,1-1 0,0 0 0,0 0-1,0 0 1,1-1 0,1 0 0,-1 0 0,1 0 0,0-1-1,9 6 1,-7-5-30,0-1 0,0-1 0,1 1 1,0-1-1,0-1 0,0 0 0,0-1 0,1 1 0,0-2 0,-1 0 0,1 0 0,0-1 0,0 0 0,0-1 1,16-1-1,-24 0 10,-1 0 0,1 1 0,0-1 1,-1 0-1,1 0 0,-1-1 0,1 1 1,-1 0-1,1-1 0,-1 0 0,0 1 1,0-1-1,0 0 0,0 0 0,0 0 1,0 0-1,-1 0 0,1-1 0,-1 1 0,1-1 1,-1 1-1,0-1 0,0 1 0,0-1 1,0 0-1,0 1 0,0-4 0,1-9 27,0-1-1,0 1 0,-2-28 0,0 29 11,0-6-15,1 8 17,0 0 0,-1 1 0,-1-1 0,0 0 0,-1 0-1,0 1 1,0-1 0,-2 1 0,1-1 0,-9-16 0,-14-11 119,-1 1 1,-66-68-1,92 105-141,0-1 0,0 1 0,0 0 0,0 0 0,-1-1-1,1 1 1,-1 0 0,1 0 0,-1 0 0,1 0 0,-1 1 0,1-1 0,-1 0-1,0 1 1,1-1 0,-1 1 0,0-1 0,-1 1 0,2 0-57,4 2-878,41 25 461,-27-17 175,0 0 0,-1 1-1,0 1 1,25 24 0,-27-21 151,-1 1 1,0 0-1,18 33 1,-26-40 134,-1 0 1,0 0 0,0 1 0,-1 0-1,-1 0 1,1 0 0,-1 0 0,-1 0-1,0 15 1,-1 46-10,0-71 15,0 0-1,0 0 0,0 1 1,0-1-1,0 0 0,0 0 0,0 0 1,0 0-1,0 1 0,0-1 0,0 0 1,0 0-1,0 0 0,0 1 1,0-1-1,0 0 0,0 0 0,0 0 1,0 0-1,0 1 0,0-1 1,1 0-1,-1 0 0,0 0 0,0 0 1,0 1-1,0-1 0,0 0 1,0 0-1,0 0 0,1 0 0,-1 0 1,0 0-1,0 1 0,0-1 0,0 0 1,1 0-1,-1 0 0,0 0 1,0 0-1,0 0 0,0 0 0,1 0 1,7-6-176,5-15-142,25-88 208,-31 83 54,1 1 0,1-1 0,1 2 0,1-1-1,24-36 1,-35 60 46,1 0 0,-1 0 0,1 0 0,0 0 0,0 1 0,-1-1-1,1 0 1,0 0 0,0 1 0,0-1 0,0 0 0,0 1 0,0-1 0,0 1 0,0-1 0,0 1-1,0 0 1,0-1 0,0 1 0,0 0 0,0 0 0,1 0 0,-1-1 0,0 1 0,0 1-1,0-1 1,0 0 0,0 0 0,0 0 0,1 0 0,-1 1 0,0-1 0,2 2 0,-1-1-2,0 0 1,0 1 0,0-1-1,-1 1 1,1 0 0,0-1-1,-1 1 1,1 0 0,-1 0-1,0 0 1,1 0 0,-1 0-1,0 0 1,1 4 0,9 34 431,10 67 0,-17-74-59,2-1 0,2 1 0,20 55 0,-26-85-353,-1 0 1,1 0-1,0 0 0,0 0 0,0 0 0,1 0 0,-1 0 1,1-1-1,0 1 0,-1-1 0,1 0 0,0 0 0,0 0 1,1 0-1,-1 0 0,0-1 0,1 1 0,-1-1 0,1 0 1,-1 0-1,1 0 0,6 0 0,-4 0-48,-1-1 0,0 0 0,1-1 0,-1 1 0,1-1 0,-1 0 0,0 0 0,0-1 0,0 0 0,1 0 0,-2 0 0,1 0 0,0-1 0,0 1 0,5-6 0,3-4-110,0 0 0,-2-1 0,1-1 0,-1 0 0,-1 0 0,-1-1-1,0 0 1,11-27 0,1-9-468,21-80 0,-17 30-273,-5-2 1,12-166-1,-19-219 5418,-12 505-4556,1 0 0,1 0 0,1 0 0,10 27 0,3 18 201,6 49 839,13 192 0,-22 114 916,-9-182-1675,0-165-466,0-50-315,-5-20 480,0 1 1,0-1 0,0 0 0,0 0 0,0 0 0,0 0-1,0 0 1,0 1 0,0-1 0,0 0 0,0 0 0,0 0-1,0 0 1,0 0 0,0 1 0,0-1 0,0 0 0,0 0-1,0 0 1,0 0 0,0 0 0,1 0 0,-1 1 0,0-1-1,0 0 1,1 1-433,-1-1 432,0 0 1,0 0 0,0 0 0,1 0 0,-1 0 0,0 0-1,0 0 1,0 0 0,0 0 0,0 0 0,1 0 0,-1 0-1,0 0 1,0 0 0,0 0 0,0 0 0,0 0 0,1 0-1,-1 0 1,0 0 0,0 0 0,0-1 0,0 1 0,0 0-1,0 0 1,1-1-193,0-12-3858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4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72 1584,'0'0'10042,"320"-63"-10186,-232 55-2512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6.3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124 203 3689,'0'0'5321,"-11"35"-4638,-32 114-194,39-138-436,1 0 1,1 0-1,0 0 0,1 1 0,0-1 1,1 0-1,0 1 0,3 20 0,-2-25-34,-1-3-14,1 1 1,0-1 0,0 1 0,0-1 0,1 1-1,0-1 1,0 0 0,0 0 0,0 0 0,1 0-1,-1 0 1,1 0 0,0-1 0,0 1-1,0-1 1,1 0 0,-1 0 0,1 0 0,4 3-1,-1-2-26,1-1 1,-1 0-1,0 0 0,1 0 0,0-1 0,0 0 0,0-1 0,0 0 0,0 0 0,12-1 0,-16 0 8,-1 0 0,1 0-1,0-1 1,0 0 0,0 1 0,-1-1 0,1-1 0,0 1 0,-1-1-1,1 1 1,-1-1 0,0 0 0,0 0 0,1 0 0,2-3-1,-1 0 20,-1 0-1,0 0 0,1-1 0,-1 1 1,-1-1-1,1 0 0,-1 1 0,3-9 0,-1-1 10,0-1-1,0 0 1,-2 0-1,0-1 0,-1 1 1,0-27-1,-1 25 23,-2 0 0,-5-36 0,5 48-16,-1 0 0,0 0 0,0 0 0,-1 0 0,0 0 0,0 1 0,0-1 0,0 1 0,-1 0 0,0 0 0,-8-8 0,4 5 81,1 1-1,-2 1 1,1-1 0,-1 1-1,0 1 1,0 0 0,0 0-1,-1 0 1,0 2 0,0-1-1,0 1 1,0 0 0,0 1-1,-1 0 1,1 1 0,-17 0-1,24 1-96,-1 0-1,1 0 0,-1 1 0,1-1 0,0 1 1,-1 0-1,1 0 0,0 0 0,0 0 0,0 1 1,0-1-1,0 1 0,0 0 0,0 0 0,0 0 1,-3 3-1,3 0 1,-1-1 0,0 1 0,1-1 0,0 1 1,0 0-1,0 1 0,1-1 0,-4 10 0,1 6 11,0 1 0,2-1 0,0 0 0,0 24 0,3 84-46,0-124 7,1-1-1,-1 0 0,1 1 0,0-1 0,0 0 0,0 0 0,0 0 0,1 0 0,-1 0 1,1 0-1,0 0 0,0 0 0,1 0 0,-1-1 0,1 0 0,0 1 0,0-1 0,0 0 1,0 0-1,1 0 0,-1-1 0,5 4 0,1-2-124,-1-1 0,1 0-1,0 0 1,0-1 0,0 1 0,0-2 0,0 0 0,0 0-1,15-1 1,-15 0 7,-1 0-1,0-1 1,0-1-1,0 1 1,0-1-1,0-1 1,0 0-1,-1 0 1,1 0-1,-1-1 1,8-4-1,-4 0-145,0-1 0,0 0-1,-1 0 1,0 0-1,0-2 1,9-12-1,-6 3-78,0 1-1,-2-2 0,0 1 0,-1-1 0,-1-1 1,-1 0-1,9-41 0,-13 38 886,-2 0 0,0-40 0,-2 59-47,0 240 620,0-226-1051,0-1 0,1 1 0,0 0 0,0 0 0,1-1 1,0 1-1,0 0 0,1-1 0,0 0 0,0 0 0,8 12 0,-8-15-25,0 0-1,1 0 1,-1 0-1,1 0 1,0 0-1,0-1 0,1 0 1,-1 0-1,0 0 1,1 0-1,0-1 1,0 0-1,0 0 0,0 0 1,0-1-1,0 1 1,0-1-1,6 1 1,-4-1-27,0 0 0,0 0 0,0-1 0,1 0 0,-1 0 1,0-1-1,0 0 0,0 0 0,-1 0 0,1-1 0,0 0 0,0 0 1,-1-1-1,1 0 0,-1 0 0,0-1 0,0 1 0,0-1 0,0 0 1,9-10-1,3-6-150,-1-1 0,16-24 1,-27 35-122,0 0 1,0-1 0,-1 1-1,0-1 1,0 0 0,-2-1-1,4-14 1,-4 8 644,-5 25 629,-5 25-697,0-3-15,1 1 1,2 0 0,-1 56 0,4-84-256,1 0 1,0-1-1,0 1 1,0 0-1,1-1 1,-1 1-1,0 0 1,1-1-1,-1 1 1,0-1-1,1 1 1,0-1-1,-1 1 1,1-1-1,0 1 1,0-1-1,0 0 1,0 1-1,0-1 1,0 0-1,0 0 1,1 0-1,-1 0 1,0 0-1,1 0 1,-1 0-1,0 0 1,1 0-1,1 0 1,4 0 16,-1 1 0,1-1 0,0-1 0,-1 1 0,1-1 1,7-1-1,4 1 31,-9 0-41,-1-1 0,0 0-1,1 0 1,-1-1 0,0 0-1,0-1 1,0 1 0,0-2-1,0 1 1,-1-1 0,9-5 0,-6 1-7,1 0 0,-1 0 1,0-1-1,-1 0 0,0-1 1,14-18-1,-13 12 15,0 0-1,-1 0 1,-1-1-1,0 0 1,-1 0-1,-1-1 1,-1 0-1,0 0 0,-2 0 1,3-28-1,-5 27 22,0-56 101,-2 69-123,1 1-1,-1-1 1,0 1 0,-1 0-1,1-1 1,-1 1-1,0 0 1,0 0-1,-1 0 1,0 0-1,-3-4 1,1 2 64,-1 1 0,0 1-1,0-1 1,-1 1 0,1 0 0,-1 0 0,-1 1 0,1 0 0,0 0-1,-1 1 1,0 0 0,-10-3 0,0 2 128,-1 0 1,0 1-1,1 1 0,-28 0 1,39 2-216,1 1-1,-1-1 1,0 1 0,0 0 0,1 1 0,-1-1 0,1 1-1,0 1 1,-1-1 0,1 1 0,0 0 0,0 1 0,-10 7-1,9-5-7,1 0-1,-1 1 0,1 0 0,0 0 0,1 1 0,0 0 0,0 0 0,1 0 0,-5 10 0,1 5-158,1 0 0,1 1 0,1-1 1,0 1-1,2 0 0,1 46 0,1-67 61,1 1 0,0 0 0,1 0-1,-1-1 1,1 1 0,-1 0 0,1-1 0,0 1 0,1-1 0,-1 1 0,0-1 0,1 0 0,0 1 0,0-1 0,0 0 0,0 0 0,1 0 0,-1 0 0,1-1 0,3 4 0,0-2-68,0-1 1,-1 0 0,1-1-1,0 0 1,0 0-1,1 0 1,-1 0 0,0-1-1,0 0 1,1 0 0,8-1-1,5 1-205,0 1 0,29 6 1,-41-6 321,1 0 0,-1 1 0,0 0 1,0 1-1,-1 0 0,1 0 1,-1 0-1,12 10 0,15 17 106,-1 2 0,-1 1 0,53 75 0,-36-35 130,42 88 0,-69-117-88,-1 0 0,-3 2 1,-2 0-1,-1 0 0,-3 2 0,-2-1 1,-2 2-1,1 56 0,-7-75 29,-1-11 11,0 1 0,-2-1 0,-5 38 0,6-55-127,-1 0 0,0 0 0,0-1 0,0 1-1,-1 0 1,1-1 0,-1 1 0,1-1 0,-1 1 0,0-1-1,0 0 1,0 1 0,0-1 0,0 0 0,-1-1-1,1 1 1,-5 2 0,1-1 53,1 0 1,-1-1-1,0 0 0,0-1 1,1 1-1,-2-1 0,1 0 1,-8 0-1,0-1 78,0 0-1,0-1 1,0-1 0,1 0-1,-1-1 1,1 0 0,-17-7-1,14 3-101,0-2 0,0 0 0,1 0 1,0-2-1,1 0 0,0 0 0,0-2 0,2 1 0,-1-2 0,2 0 0,-16-23 0,15 19-62,2-1-1,0 0 0,1 0 0,0-1 1,2 0-1,1 0 0,0-1 1,1 0-1,-3-34 0,7 38 7,-1 2 19,1 1 0,0 0 0,1 0 0,1 0-1,0 0 1,1 0 0,0 0 0,5-14 0,0 14-2,1 1-1,0 0 0,0 0 0,1 1 1,1 0-1,0 1 0,18-16 0,90-69-21,-118 96 12,69-52-28,139-114-996,-189 148 770,-1-1-1,0-1 1,-2 0-1,0-1 1,-1 0-1,-1-2 1,20-45-1,-28 53 239,-2-1 0,0 0 0,-1-1 0,-1 1-1,0 0 1,-1-1 0,-2-21 0,1 27 131,0 9-73,1 0 1,-1 0 0,0 0-1,-1 0 1,1 0 0,0 1-1,0-1 1,-1 0 0,1 0 0,-1 0-1,0 0 1,1 0 0,-1 0-1,0 1 1,0-1 0,0 0-1,0 1 1,-1-1 0,1 1-1,0-1 1,-2-1 0,0 2 40,0-1-1,-1 1 1,1 0 0,0 0 0,0 0-1,-1 1 1,1-1 0,0 1 0,-1-1-1,1 1 1,-5 1 0,5-1-54,-1 0-1,1 0 1,0 1-1,0 0 1,-1-1 0,1 1-1,0 0 1,0 1-1,0-1 1,0 0 0,0 1-1,1 0 1,-1 0-1,-5 4 1,3-1-8,1 0 0,-1 0 0,1 0 0,0 1 0,0-1 0,-5 13-1,1 1-8,1 0 0,1 0 0,0 1 0,-3 22 0,5-2 97,-1 79-1,5-103-90,0-6-12,1 0 1,-1 1 0,2-1 0,-1 0 0,1 0-1,1 0 1,0-1 0,0 1 0,1 0-1,0-1 1,1 0 0,0 0 0,0 0 0,1-1-1,0 0 1,1 0 0,0 0 0,0-1 0,0 0-1,1 0 1,15 10 0,-9-9-132,1 1 1,-1-2-1,1 0 0,1-1 1,-1 0-1,1-1 0,0-1 1,0 0-1,1-2 1,-1 0-1,1 0 0,28-2 1,-27 0-896,-1 0 0,25-5 0,-30 2-615,-1 0 0,0-1 0,17-9 0,-28 13 1623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7.3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0 618 128,'0'0'8312,"18"-39"-7531,60-131-332,-59 129-263,-2-1 1,18-64-1,-29 76 212,-1 0 0,-2 0 0,0-51 0,-3 50-15,0 30-376,0 0 1,-1 0-1,1 1 1,0-1-1,0 0 0,0 0 1,0 1-1,1-1 1,-1 0-1,0 0 0,0 1 1,0-1-1,1 0 1,-1 0-1,0 1 0,1-1 1,-1 0-1,0 1 1,2-2-1,1 1-99,0 1 0,0 0 1,0 0-1,0 0 0,0 0 1,-1 0-1,1 0 0,0 1 0,0-1 1,0 1-1,0 0 0,0 0 0,0 0 1,-1 0-1,1 1 0,-1-1 0,1 1 1,4 3-1,19 14-252,-1 2 0,-1 0-1,39 46 1,55 86 210,-95-120 160,-1 2 0,26 59 0,-39-73-17,-1-1 1,-1 1-1,-2 1 1,0-1-1,-1 1 1,2 30-1,-6-46-9,1 3 4,0 1 0,-1-1 1,0 0-1,-1 0 0,-3 18 0,3-24 0,-1 0-1,1-1 0,0 0 0,-1 1 1,1-1-1,-1 0 0,0 0 0,0 1 1,0-1-1,0-1 0,0 1 1,0 0-1,0 0 0,-1-1 0,1 1 1,-1-1-1,1 0 0,-1 0 0,1 0 1,-1 0-1,-4 1 0,-6 1 53,-1 0 0,1 0 1,0-1-1,-1-1 0,0 0 0,1-1 0,-1-1 0,1 0 0,-1-1 0,-19-4 0,28 4-55,-1 1 1,1-1-1,-1 0 0,1 0 0,0-1 1,0 0-1,0 0 0,0 0 0,0 0 1,0-1-1,1 0 0,0 0 1,0 0-1,0 0 0,0-1 0,1 1 1,0-1-1,0 0 0,0 0 0,0 0 1,1 0-1,0-1 0,0 1 0,0-1 1,1 1-1,-2-10 0,3 13-3,-1 0 0,1 0 0,0-1 0,-1 1 0,1 0 0,0 0 0,1 0 0,-1 0 0,0 0 0,0 0 0,1 0 0,-1 0 0,1-1-1,0 1 1,0 1 0,0-1 0,0 0 0,0 0 0,2-3 0,0 3-17,-1 1 0,1-1 0,0 1 0,0 0 0,0 0 0,-1 0 0,1 0 0,0 0-1,0 1 1,0 0 0,0-1 0,1 1 0,3 0 0,95 1-640,-63 1 595,0-2 1,68-9-1,-96 7 45,0 0 0,0-1 1,-1 0-1,1-1 0,-1 0 1,0 0-1,0-1 0,-1-1 0,1 1 1,-1-2-1,0 1 0,-1-1 1,0-1-1,10-10 0,-6 3-15,-1-1-1,-1 0 1,0 0 0,-1-1-1,-1-1 1,-1 1-1,0-1 1,-1-1 0,5-26-1,-6 12-44,-1-1 0,-1 1 0,-2-1 0,-4-51 0,3 83 122,0 0-1,0 1 0,0-1 0,-1 1 1,1-1-1,0 0 0,-1 1 1,1-1-1,-1 1 0,1-1 0,-1 1 1,0 0-1,0-1 0,0 1 1,0 0-1,0-1 0,0 1 0,0 0 1,0 0-1,0 0 0,0 0 1,0 0-1,-1 0 0,1 0 0,-1 0 1,1 0-1,0 1 0,-1-1 1,1 1-1,-1-1 0,0 1 0,1-1 1,-1 1-1,1 0 0,-1 0 1,1 0-1,-1 0 0,0 0 0,1 0 1,-4 1-1,4-1-31,-1 1 1,1-1-1,0 1 0,-1-1 1,1 1-1,0 0 1,0 0-1,-1-1 0,1 1 1,0 0-1,0 0 0,0 0 1,0 0-1,0 1 0,0-1 1,0 0-1,1 0 0,-1 0 1,0 1-1,1-1 0,-1 0 1,0 1-1,1-1 1,0 1-1,-1-1 0,1 2 1,-9 47-34,8-42 52,-6 78 399,7 151 1,1-219-354,0 4 41,0 0 0,2 0 0,1 0 0,9 31 0,-11-45-96,1-1 0,0 0 0,0 1 0,0-1-1,1 0 1,0-1 0,1 1 0,-1-1 0,1 0 0,1 0 0,-1 0 0,1-1-1,0 0 1,0 0 0,0 0 0,8 4 0,-9-7-34,-1-1 0,1 1-1,-1-1 1,1 0 0,0 0 0,-1 0 0,1 0 0,0-1-1,0 0 1,-1 0 0,1 0 0,0-1 0,6 0 0,-1-2-107,-1 0 1,0 0 0,0 0 0,0-1 0,12-7 0,-9 3-307,0 0 0,-1-1-1,0 0 1,20-21 0,36-54-3391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7.6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1376,'0'0'1025,"-60"254"-3170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8.0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0 572 3201,'0'0'1675,"6"-46"-1350,23-152-205,-19 147-84,29-83-1,-27 99 48,9-49-1,-19 73-81,1-2 767,2 31-350,10 58 217,42 122 0,-43-161-231,1 1 0,3-2 1,0 0-1,2-1 0,28 36 1,-44-66-357,1 0 1,0 0 0,-1 0 0,2 0 0,-1-1 0,0 0 0,1 0 0,0-1 0,0 1-1,0-1 1,0 0 0,1-1 0,10 3 0,-13-4-49,0 0 1,0-1-1,0 1 0,0-1 1,0 0-1,1 0 0,-1-1 1,0 1-1,0-1 0,0 0 1,0 0-1,0 0 0,0-1 1,0 0-1,-1 1 0,1-1 0,0 0 1,-1-1-1,1 1 0,-1-1 1,0 1-1,0-1 0,4-4 1,3-7-27,0 0 0,-1 0 1,-1-1-1,0 0 0,-1-1 0,0 0 1,-1 0-1,-1 0 0,-1 0 1,4-26-1,-1-13-418,0-104 0,-6 182 491,1-1 0,1 1 0,1-1 0,1 1 0,1-1 1,1-1-1,0 1 0,17 29 0,-22-47-122,0 0 0,0 0 0,1 0 0,-1 0 0,1 0 1,0 0-1,0-1 0,1 0 0,-1 0 0,1 0 0,-1 0 0,1 0 0,0 0 1,0-1-1,0 0 0,0 0 0,1 0 0,-1 0 0,0-1 0,1 0 0,-1 0 1,1 0-1,0 0 0,-1-1 0,1 0 0,7 0 0,23 1-3407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8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5033,'0'0'3449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8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139 480 4257,'0'0'7279,"20"-40"-6906,59-134-178,-75 164-177,0-1 0,-1 1-1,-1 0 1,1-1 0,-2 0 0,1 1 0,-1-19 0,-1 21 8,-1 0 1,1 0 0,-1 0-1,-1 0 1,0 0 0,0 0-1,0 1 1,-1-1-1,0 1 1,0 0 0,-1-1-1,-6-7 1,7 11 17,-1-1-1,0 1 1,0 0-1,0 0 1,0 0 0,-1 0-1,0 1 1,0 0-1,0 0 1,0 0 0,0 1-1,0-1 1,-1 1 0,1 0-1,-1 1 1,0 0-1,1 0 1,-8-1 0,9 2-35,1 0 0,-1 0 0,0 0 0,0 1 1,0-1-1,0 1 0,0 0 0,0 0 0,0 0 1,0 1-1,1-1 0,-1 1 0,1 0 1,-1 0-1,1 0 0,0 0 0,0 1 0,0 0 1,0-1-1,0 1 0,0 0 0,1 0 0,0 1 1,-1-1-1,1 0 0,0 1 0,1-1 1,-4 8-1,0 4-11,0 1 0,0 1 0,1-1-1,1 1 1,-1 30 0,3-33 2,-1 18 3,1-1 0,3 38 0,-1-60-5,1 1-1,-1-1 1,2 0 0,-1 1 0,1-1-1,1 0 1,0 0 0,0-1-1,0 1 1,1-1 0,10 13 0,-6-11-49,0 0 1,1-1-1,0 0 1,0-1 0,1 0-1,-1-1 1,2 0-1,-1-1 1,1 0-1,0-1 1,1 0 0,-1 0-1,1-2 1,25 5-1,38-2-1092,0-2 0,111-11-1,-31-13-3342</inkml:trace>
  <inkml:trace contextRef="#ctx0" brushRef="#br0" timeOffset="1">1739 547 1672,'0'0'14820,"-29"-7"-15533,17-17-3488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19.0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2817,'0'0'12354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0.9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84 128,'0'0'12519,"-21"-9"-11527,-66-25-152,76 29-350,-2 0-21,13 3-393,2-3 587,-1 4-677,0 0 0,0 0 0,0 0 0,0 1 0,0-1 1,0 0-1,0 0 0,0 1 0,0-1 0,1 0 0,-1 1 0,0 0 1,0-1-1,1 1 0,-1 0 0,0-1 0,1 1 0,-1 0 0,0 0 1,3 0-1,-1 0-13,90-8-607,108 3-1,-166 5 335,-16 0 84,0 1 1,0 0-1,0 2 0,0 0 1,28 9-1,-40-10 156,-1 0 1,0 1-1,0-1 0,0 1 0,-1 1 0,1-1 0,-1 1 1,1 0-1,-1 1 0,0-1 0,-1 1 0,1 0 1,-1 0-1,0 0 0,0 1 0,-1-1 0,1 1 0,-1 0 1,2 7-1,-2-4 40,0 0 1,-1 0-1,0 1 1,0-1-1,-1 1 1,-1-1-1,0 1 1,0-1-1,0 0 1,-2 1-1,1-1 0,-1 1 1,0-1-1,-1 0 1,0 0-1,0 0 1,-1-1-1,0 1 1,-8 10-1,-7 8 48,-1-1 0,-1-1 1,-1 0-1,-29 22 0,50-46-28,-281 247 706,-61 58 896,340-303-1607,0 0 1,0 0 0,1 0-1,-1 1 1,1-1-1,0 1 1,0 0 0,0-1-1,0 1 1,1 0 0,-1 0-1,1 0 1,0 0-1,0 0 1,1 0 0,-1 1-1,1 3 1,0-7 1,0 0-1,1 0 1,-1-1 0,0 1 0,1 0-1,-1-1 1,1 1 0,-1 0-1,1-1 1,0 1 0,-1-1 0,1 1-1,-1-1 1,1 1 0,0-1-1,0 1 1,-1-1 0,1 0 0,0 0-1,-1 1 1,1-1 0,0 0 0,0 0-1,0 0 1,-1 1 0,1-1-1,0 0 1,0 0 0,0-1 0,1 1-1,-1 0-1,61 4-3,81-5-1,-78-1 12,21-4-308,-1-4 0,98-24 0,-141 25-97,101-21-1921,-20 5-1678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1.3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71 4561,'0'0'7770,"326"-39"-7706,-208 31-64,42-4-480,-29 8-1281,-19-4-3408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2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7682,'0'0'7169,"255"-55"-7257,-172 43-536,12 12-680,-24 0-1113,-18 0-2304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2.96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3169,'0'0'7537,"338"20"-7977,-219-20-2000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4.1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95 140 3225,'0'0'6848,"-4"51"-6648,-22 328 335,-15 160 656,29-410-2881,11-252 839,3-160-797,3 198 882,20-113-1,-17 155 660,35-162 44,-34 174 224,0 1-1,2 0 1,2 1-1,23-42 0,-30 61-123,0 1-1,1 0 0,0 0 0,1 1 1,0 0-1,0 0 0,0 1 0,15-10 0,-17 13-54,0 1 0,0 0 0,1 0 0,-1 1 0,1 0 0,-1 0 0,1 0 0,-1 1 0,1 0 0,0 0 0,0 1 0,0-1 0,-1 2 0,1-1 0,10 2 0,-13 0 16,1-1 0,-1 1-1,1 0 1,-1 0 0,0 0 0,0 0 0,0 1 0,0 0-1,0 0 1,-1 0 0,1 0 0,-1 0 0,0 1 0,0 0 0,0-1-1,0 1 1,-1 0 0,1 0 0,-1 1 0,0-1 0,0 0 0,-1 1-1,1-1 1,0 6 0,2 9 23,0 1 1,-1 0-1,-1 0 1,0 29-1,-2-19 10,1-2 33,-2-1 0,0 1-1,-2-1 1,-7 34 0,0-31 68,-1-1 1,-1 0-1,-2-1 0,0-1 1,-2 0-1,-22 28 1,7-15 284,-2 0 0,-75 68 1,103-103-250,-1 0-1,-1 0 1,1 0 0,-1-1 0,0 0 0,0 0 0,0-1 0,0 0 0,-1 0-1,1 0 1,-1-1 0,1-1 0,-1 1 0,0-1 0,0 0 0,-15-1 0,22 0-152,0 0 1,0-1 0,-1 1 0,1 0 0,0-1-1,0 1 1,0-1 0,0 1 0,0-1-1,0 1 1,0-1 0,0 0 0,0 0 0,0 1-1,0-1 1,1 0 0,-1 0 0,0 0-1,0 0 1,1 0 0,-1 0 0,1 0 0,-1 0-1,1 0 1,-1 0 0,1 0 0,0-1-1,-1 1 1,1 0 0,0 0 0,0-3 0,-2-43-152,2 35 142,0 4-15,3-19-5,-2 26 8,0 0 0,-1 0-1,1 0 1,0 0 0,0 0 0,0 0 0,0 0-1,-1 0 1,1 0 0,0 1 0,1-1-1,-1 0 1,0 1 0,0-1 0,0 1-1,0-1 1,0 1 0,1 0 0,-1-1-1,0 1 1,2 0 0,11-2-102,-1 0-1,1 1 1,0 0 0,-1 1-1,1 1 1,0 0 0,0 1-1,-1 0 1,1 1 0,-1 1 0,0 0-1,0 0 1,0 2 0,-1 0-1,0 0 1,0 1 0,0 0-1,15 13 1,1 6 121,-2 1 0,0 1 1,-2 1-1,-1 0 0,-1 2 1,-2 1-1,-1 1 0,-2 1 0,21 54 1,-3 5 50,-34-92-230,4 9 55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4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4881,'0'0'4721,"36"234"-3657,-24-131-320,0 8-159,-1 1-121,-5-5-176,-6-12-168,6-16-64,0-19-56,0-20-840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4.8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4825,'0'0'6393,"308"0"-6201,-160-12-192,-29-4-1400,-19 8-4209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5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255 0 5081,'0'0'4369,"13"48"-4026,81 311 912,-72-251-865,-5 0 1,-4 1 0,-6 1 0,-8 154-1,1-259-384,0 0-1,0 0 1,-1 0-1,1 0 0,-1-1 1,-1 1-1,1 0 0,0 0 1,-1-1-1,0 1 0,0-1 1,-1 0-1,-4 8 0,4-10 4,0 1-1,-1 0 1,1-1-1,0 0 0,-1 0 1,0 0-1,1 0 0,-1 0 1,0-1-1,0 0 1,0 1-1,0-2 0,0 1 1,0 0-1,0-1 0,-5 0 1,-2 0 0,-1 0 0,0-1 1,1-1-1,-1 0 0,1 0 1,-1-2-1,1 1 0,0-1 1,0-1-1,1 0 0,-1 0 1,1-1-1,0 0 0,1-1 0,0 0 1,0-1-1,0 0 0,-9-11 1,5 5-55,1-1 0,0 0 1,1-1-1,1 0 0,0-1 1,1 0-1,1 0 0,1-1 0,0 0 1,-6-28-1,9 17 27,1 0 0,1-43-1,2 67 18,0 0-1,1 1 0,-1-1 1,1 0-1,0 0 0,0 0 0,0 1 1,0-1-1,1 1 0,0-1 1,0 1-1,0-1 0,6-7 0,-3 7-17,0 0 0,1 0 0,0 0-1,0 1 1,0-1 0,0 1 0,0 1-1,9-4 1,19-7-244,1 1 0,70-15 0,-66 18-1429,72-26 0,-73 17-1090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5.5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4065,'0'0'6697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5.9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4 246 5281,'0'0'3828,"0"34"-3610,-1-3-164,-1-11-25,2 1-1,0-1 1,1 0 0,1 0 0,1 0-1,1 0 1,1 0 0,13 35-1,-8-30-1,2-1-1,0 0 0,1-1 0,2 0 1,17 21-1,-26-37-36,0 0 0,0-1 1,1 1-1,0-1 0,0-1 1,0 1-1,1-2 0,0 1 1,0-1-1,0 0 0,0 0 1,1-1-1,-1 0 0,1 0 0,0-1 1,0-1-1,0 1 0,12-1 1,-16-1 11,0-1 1,0 0 0,0-1 0,0 1-1,0-1 1,-1 0 0,1 0 0,-1 0-1,1 0 1,-1-1 0,0 0 0,0 0-1,0 0 1,0-1 0,0 1-1,-1-1 1,1 0 0,-1 0 0,0 0-1,-1 0 1,4-6 0,8-14-130,-1-2 0,15-43 1,-17 41-281,-11 27 383,0 1 0,1-1 0,-1 1 0,0-1 0,0 0 0,0 1-1,1-1 1,-1 1 0,0-1 0,1 0 0,-1 1 0,1-1 0,-1 1 0,1-1 0,-1 1 0,1 0 0,-1-1 0,1 1 0,-1-1 0,1 1 0,-1 0 0,1-1-1,0 1 1,-1 0 0,1 0 0,-1 0 0,1-1 0,0 1 0,-1 0 0,1 0 0,0 0 0,-1 0 0,1 0 0,0 0 0,-1 0 0,1 0 0,0 1 0,-1-1-1,1 0 1,0 0 0,-1 0 0,1 1 0,-1-1 0,1 0 0,0 1 0,-1-1 0,1 0 0,-1 1 0,1-1 0,-1 1 0,1-1 0,-1 1 0,0-1 0,1 1-1,-1-1 1,1 1 0,-1 0 0,28 40-76,-24-33 80,6 7 69,0 0 1,1-1 0,1 0 0,0-1 0,1 0 0,0-1 0,1-1 0,20 14 0,-25-19 97,1-1 0,0 0 0,1-1 0,-1 0 0,1 0 0,0-1 0,0-1 0,0 0 0,0 0 0,0-1-1,0 0 1,0-1 0,1 0 0,16-4 0,-23 3-53,1 0 0,-1-1-1,0 0 1,1 0-1,-1-1 1,0 1-1,0-1 1,-1 0-1,1-1 1,-1 1-1,1-1 1,-1 0-1,0 0 1,0 0 0,-1-1-1,1 1 1,-1-1-1,0 0 1,0 0-1,-1 0 1,3-6-1,2-6 26,-1 0 0,0-1-1,-2 0 1,0 0 0,2-25-1,-3-92 175,-3 90-203,-1 21-28,0 0-1,-2 0 1,0 1-1,-14-46 1,1 24 8,-30-61 0,40 92-113,-8-18 131,13 31-136,1 0 1,-1 0 0,1 0 0,-1 0-1,1 0 1,-1 0 0,0 0 0,0 0-1,1 0 1,-1 0 0,0 0 0,0 1-1,0-1 1,0 0 0,0 1 0,0-1-1,0 0 1,-2 0 0,2 6-1895,2 23-1149,4 7-1542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26.60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1064,'0'0'2868,"12"37"-2092,5 15-485,49 168 927,-51-152-745,-2 1-1,5 115 0,-16 144 494,-3-184-153,1 174 1725,20-317-2444,-7-1 6,34 1 166,-1-2 1,1-2-1,73-15 1,295-90-124,-392 102-1295,37-5 0,-45 10-2632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4.5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1097 1 224,'0'0'13004,"-19"0"-9440,18 0-3558,0 1 0,-1-1 1,1 1-1,0-1 0,0 1 1,-1 0-1,1 0 0,0 0 1,0 0-1,0 0 0,0 0 1,0 0-1,0 0 1,1 0-1,-1 0 0,0 0 1,0 0-1,1 1 0,-2 2 1,0 0-13,-359 493-76,-4 6 144,73-117 11,280-370-64,-11 10 2,22-24-32,1-1-74,0-22-3368,0-6-534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5.1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4625,'0'0'6025,"20"25"-5510,70 85-126,-57-68-195,-3 2 0,-1 1 0,33 69 0,-50-90-157,3 5-230,-1 0 0,-2 1 0,-1 0 0,-1 0 0,-2 1 0,-1 0 0,-1 1 0,2 57 0,-8-78-2603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5.8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8410,'0'0'7201,"118"0"-7201,-47 0 40,12 0-40,-6 0-504,24 8-776,-24 8-969,-12 0-2640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6.1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7882,'0'0'6129,"379"36"-8898,-272-29-2024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6.6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0 469 1008,'0'0'12736,"12"0"-12326,-8 0-361,11 2 53,0-2 0,0 0 0,0-1 0,0 0 0,0-1 0,18-6 0,-8-1-51,-1-1 0,0-2 0,-1 0 1,0-1-1,30-24 0,97-94-384,-128 111 228,0-2 1,-2 0-1,-1-2 0,-1 0 0,-1 0 0,18-37 1,-33 58 91,-1 1 1,0-1 0,0 0 0,0 1 0,0-1-1,-1 0 1,1 0 0,-1 0 0,0 0-1,1 1 1,-2-5 0,6 19-1540,11 168 1665,-11 240 0,-7-238-2529,2-159-443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7.0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2969,'0'0'10066,"338"0"-9530,-207 0-240,-7 0-104,-5 0-104,-13 0-24,-17 0-64,-12 0-8,-12 0-368,-11 0-1008,-25 0-1193,-5 0-1944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7.5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356 150 4905,'0'0'5347,"30"-25"-5266,-30 25-81,126-97 11,-122 93-16,0 1 1,0 1 0,0-1 0,1 1-1,-1-1 1,1 1 0,0 1 0,0-1 0,-1 0-1,1 1 1,0 0 0,0 0 0,0 1-1,0 0 1,0-1 0,0 2 0,10 0-1,0 1-28,-13-2 32,1 0-1,-1 0 0,1 1 1,-1-1-1,1 1 0,-1 0 1,1 0-1,-1 0 0,0 0 1,1 0-1,-1 0 0,0 1 1,0-1-1,0 1 1,0 0-1,0-1 0,0 1 1,2 3-1,-1-1 11,0 1 1,-1-1-1,0 1 0,0-1 0,0 1 1,0 0-1,-1-1 0,0 1 1,1 5-1,0 11 88,-1 0 0,0-1 0,-5 34 0,4-52-91,-3 13 58,0-1-1,0 1 0,-1 0 1,-1-1-1,-1 0 1,0 0-1,-1 0 1,0-1-1,-10 13 0,-16 21 305,-41 43-1,53-66-219,-385 443 1909,395-453-2008,-42 53 104,49-62-150,1 0-1,0 1 0,0-1 0,1 1 1,-1 0-1,1 0 0,0 0 0,1 0 1,0 0-1,-2 12 0,3-18-5,0 1 0,0 0 0,0 0 0,1 0 0,-1 0 0,0 0-1,0 0 1,0-1 0,1 1 0,-1 0 0,0 0 0,1 0 0,-1-1 0,1 1 0,-1 0 0,1-1 0,-1 1-1,1 0 1,-1-1 0,1 1 0,0 0 0,-1-1 0,1 1 0,0-1 0,0 1 0,-1-1 0,1 0 0,0 1-1,1 0 1,28 1 71,-19-2-46,34 3 109,1-3-1,-1-1 1,1-3-1,-1-2 1,59-14-1,-43 2-480,76-31-1,-119 41-420,0-1 0,-1 0 0,0-1 1,0-1-1,-1-1 0,-1 0 0,0-1 0,22-25 0,-9-6-5797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7.8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45 5801,'0'0'9002,"279"0"-9002,-167-4-336,36-12-1048,-29 4-1817,-24 0-4144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8.2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6785,'0'0'8546,"302"16"-8602,-189-16-216,5 8-920,-23 0-1313,-36 0-2968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8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4153,'0'0'8154,"350"-24"-8819,-208 12-1687,-24 0-4257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9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1 666 1640,'0'0'6555,"60"-18"-5020,200-65-557,-233 73-898,0-1 0,0-1 0,-2-2 0,1 0 0,-2-2 0,0-1 0,38-34 1,-48 39-68,12-11 13,-2 0 0,0-1-1,-2-2 1,0 0-1,-2-1 1,-1-1 0,-2-1-1,0-1 1,13-33-1,-27 52 4,0 1 0,0-1-1,-1 0 1,0 0-1,-1 0 1,0 0-1,-2-18 1,1 25-27,7 10-1206,0 9 909,-1 1 1,-1 0-1,-1 0 0,3 18 1,8 75 435,-13-95-177,28 428 1053,-30-354-2381,0-59-1109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49.45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68 4481,'0'0'7930,"326"0"-7170,-184-16-288,12-3-256,1 3-152,-13 4-64,-12 8-80,-11 4-744,-13 4-809,-29 20-775,-23-1-2241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50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53 6225,'0'0'5107,"0"35"-4973,0 236-56,1-184 29,1-19 250,-3-1 1,-13 88-1,14-151-341,-1-2 5,1 1 0,0 0 0,-1-1 0,0 1 0,0 0 0,0-1 0,0 1 0,0-1 0,-3 5 0,4-7 0,0 0 0,-1 1 0,1-1 0,0 0 0,-1 0 0,1 0 0,0 0 0,-1 0 0,1 0 0,-1 0 0,1 0 0,0 0 0,-1 0 0,1 0 0,0 0 0,-1 0 1,1 0-1,-1 0 0,1 0 0,0 0 0,-1 0 0,1 0 0,0-1 0,-1 1 0,1 0 0,0 0 0,-1 0 0,1-1 0,0 1 0,0 0 0,-1-1 0,1 1 0,0 0 0,0 0 0,-1-1 0,1 1 0,0 0 0,0-1 0,0 0 0,-4-5 55,1 0-1,0 0 1,1 0 0,0-1 0,0 0 0,0 1 0,0-1 0,0-11 0,0-62-328,2 63 199,-1-40-237,5-107-890,-2 144 983,1-1-1,1 1 1,1-1-1,0 1 1,15-34-1,-9 31-15,0 1 0,2 0-1,0 0 1,25-29 0,-32 44 96,0 0 1,1 0-1,0 1 0,0 0 1,1 0-1,0 0 0,0 1 1,0 1-1,1-1 0,-1 1 1,1 1-1,0 0 0,0 0 1,0 0-1,12-1 1,-11 3-48,-1 0 0,0 1 0,1-1 0,-1 2 0,1 0 1,-1 0-1,0 0 0,0 1 0,0 0 0,16 7 0,-20-7 128,-1 1 0,0 0-1,0-1 1,0 1 0,0 1-1,0-1 1,-1 1 0,1-1-1,-1 1 1,0 0 0,0 0-1,-1 0 1,1 1 0,-1-1-1,0 1 1,0-1 0,0 1-1,-1 0 1,0-1 0,0 1-1,0 0 1,0 6 0,1 3 69,-1 0 1,0 0 0,-1 0 0,-1 0 0,0 0 0,-4 14-1,3-20 44,0-1 0,-1 1 0,0-1 0,0 0 0,0 0 0,-1 0 0,0-1 0,0 1 0,-1-1 0,0 0 0,0 0 0,-7 5 0,-10 9 363,-1-2 0,-1-1-1,-1-1 1,0 0-1,-1-2 1,-1-1 0,0-2-1,-44 14 1,25-19 375,45-8-819,0 0 0,1 0 0,-1 0-1,1 0 1,0 1 0,-1-1 0,1 0 0,0 0 0,0 0 0,0 0 0,1-4 0,-1 5 8,0 0-13,0 0 0,0-1 1,0 1-1,1 0 0,-1 0 1,0 0-1,1 0 1,-1 0-1,1 0 0,-1 0 1,1 0-1,-1 0 0,1 0 1,0 0-1,0 0 0,-1 0 1,1 0-1,0 0 1,0 1-1,0-1 0,0 0 1,1 0-1,2-1-2,-1 0 0,0 1 1,1 0-1,-1 0 0,1 0 0,-1 0 1,7-1-1,-4 2-11,-1-1-1,1 1 1,0 0 0,-1 1 0,1-1 0,-1 1 0,1 0 0,-1 1 0,1-1 0,8 5-1,-6-1 9,-1 1-1,0 0 0,0 1 1,-1-1-1,1 1 0,-2 0 1,9 13-1,34 63 218,-39-65-139,4 6 21,0 2-40,1 0 1,2-2-1,23 30 1,-37-51-153,1-1 0,-1 0 1,1 0-1,0 0 1,0 0-1,0 0 1,0-1-1,0 1 0,0-1 1,0 0-1,0 0 1,1 0-1,-1 0 1,0-1-1,1 0 0,-1 1 1,1-1-1,-1 0 1,0 0-1,1-1 1,-1 1-1,5-2 0,0 2-603,21-4-2290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50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1456,'0'0'9122,"29"215"-7833,-29-148-665,0 1-216,0-9-232,0-7-112,0-9-64,0-15-800,-12-12-1073,-5-16-1295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50.8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0 156 4641,'0'0'8490,"178"0"-9258,-95 0-1473,-12 0-2656</inkml:trace>
  <inkml:trace contextRef="#ctx0" brushRef="#br0" timeOffset="1">599 1 2713,'0'0'4099,"13"47"-2326,43 157-304,-25-98-544,-17-61-450,-1 0-1,-2 1 1,-3 1 0,5 70-1,-13-112-433,0 180 1831,0-182-1850,0-1 1,-1 1-1,1-1 0,-1 0 1,1 1-1,-1-1 1,0 0-1,0 1 1,0-1-1,0 0 1,0 0-1,-1 0 1,1 0-1,-1 0 1,1 0-1,-1 0 1,0 0-1,0 0 0,0-1 1,-2 3-1,0-2 23,0 0-1,-1 0 0,1-1 0,0 1 0,-1-1 0,1 0 0,-1 0 0,1 0 1,-1-1-1,-7 0 0,4 0-34,-1 0 0,0-1 0,1 0 0,-1-1-1,0 0 1,1 0 0,0-1 0,-1 0 0,1 0 0,0-1 0,-10-6 0,11 4-134,0 0 1,0-1-1,1 1 0,0-1 1,0-1-1,0 1 0,1-1 1,0 0-1,1 0 0,-1 0 1,-4-14-1,5 6-691,0 1 0,1-1 0,0 0-1,1 0 1,1-28 0,1-1-4126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51.3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4865,'0'0'4625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51.6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37 2497,'0'0'8652,"10"31"-8188,33 98-137,-40-123-305,-1 1 1,1-1-1,0 0 1,0 0-1,1 0 1,0 0-1,0 0 1,0-1-1,6 6 1,-8-9-22,0-1 0,1 1 0,-1-1 0,0 0 0,1 0-1,-1 0 1,1 0 0,0 0 0,-1 0 0,1-1 0,0 1 0,-1-1 0,1 0 0,0 1 0,2-2 0,-2 1-13,0 0-1,0-1 1,0 0 0,0 0 0,-1 0-1,1 0 1,0 0 0,-1 0 0,1-1-1,-1 0 1,1 1 0,-1-1-1,0 0 1,0 0 0,0 0 0,0 0-1,0 0 1,0-1 0,2-3 0,4-7-223,0 0 0,8-20-1,-12 24-87,2-5-249,6-15-330,-11 28 869,-1 0 0,1 0 0,-1 0 0,1 1 0,0-1 1,-1 0-1,1 0 0,0 0 0,-1 1 0,1-1 0,0 0 0,0 1 0,0-1 1,0 1-1,0-1 0,0 1 0,0-1 0,0 1 0,0 0 0,0-1 0,2 1 1,-2 0 17,0 1 1,1 0 0,-1-1 0,0 1-1,0 0 1,1 0 0,-1 0 0,0 0 0,0 0-1,0 0 1,0 0 0,0 0 0,0 0 0,-1 1-1,1-1 1,0 0 0,-1 1 0,1-1-1,0 0 1,-1 3 0,2 0-2,9 18 64,-6-10 119,1 1 1,0-1-1,1 0 1,1-1-1,-1 0 0,2 0 1,0 0-1,12 11 1,-20-21-88,0 0 1,0 0-1,0-1 1,0 1 0,0 0-1,0-1 1,0 1-1,1 0 1,-1-1-1,0 0 1,0 1-1,0-1 1,1 0-1,-1 1 1,0-1 0,3 0-1,-4 0-7,1 0-1,0-1 1,-1 1 0,1 0 0,-1-1-1,1 1 1,-1 0 0,1-1 0,0 1-1,-1-1 1,1 1 0,-1-1-1,0 1 1,1-1 0,-1 1 0,1-1-1,-1 1 1,0-1 0,1 1-1,-1-1 1,0 0 0,0 0 0,2-5 228,-1 1 1,0-1-1,0 0 1,-1 1 0,0-9-1,0 10-379,0-226 789,0 229-822,1 1 1,-1 0-1,1-1 1,-1 1-1,0 0 1,1 0-1,-1 0 1,1-1-1,-1 1 1,1 0-1,-1 0 1,1 0-1,-1 0 1,1 0 0,-1 0-1,1 0 1,-1 0-1,1 0 1,-1 0-1,1 0 1,-1 0-1,1 0 1,-1 0-1,1 1 1,-1-1-1,1 0 1,-1 0-1,1 1 1,14 4-3309,-3 8-630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5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0 232,'0'0'7054,"12"45"-5701,36 149-114,-44-171-859,0 1-1,-1 0 1,-1 0-1,-2 40 1,-2-22 161,2 285 3327,0-322-3850,0 0 0,0-1 0,1 1 0,-1 0 0,1-1 0,0 1 0,0-1 0,1 0 0,-1 1 0,1-1 0,0 0 0,0 0 0,0 0 0,1 0 0,-1 0 0,1 0 0,0-1 0,0 1 0,1-1 0,-1 0 0,0 0 0,9 5 1,-2-3 24,1 0 1,0 0-1,1-1 1,-1-1-1,1 0 1,-1-1-1,21 2 1,67 3-219,114-7 1,-90-2-6239,-85 2 500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53.8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17 4601,'0'0'11026,"-6"-4"-11106,53 0 16,18-4 64,12 8 0,12 0-192,0 0-704,30 0-976,-24 0-1417,-24 4-3104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2:54.1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3833,'0'0'3545,"421"0"-3545,-297 0-3185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38 470 120,'0'0'11493,"-4"-4"-11285,-12-12-318,12 50 135,4 756 2390,-1-930-2276,5-222-2750,1 270 1480,34-176 0,-31 236 1087,1 1 0,2 0 1,1 0-1,1 1 0,26-44 1,-29 58-13,0 0 0,2 1 0,-1 1 0,2-1 1,0 2-1,1 0 0,0 0 0,1 2 0,0 0 0,33-18 0,-41 26-9,0 0 0,0 0 0,0 1-1,0 1 1,1-1 0,-1 1 0,14-1-1,-18 2 41,1 0-1,-1 0 0,1 1 0,0-1 0,-1 1 0,1 0 0,-1 0 0,0 0 0,1 0 0,-1 0 0,0 1 0,0-1 0,1 1 0,-1 0 0,-1 0 0,1 0 0,0 1 1,2 2-1,1 3 19,0 0 1,-1 0-1,0 1 1,0 0 0,-1 0-1,0 0 1,-1 0 0,0 1-1,0-1 1,1 15-1,0 11 150,-1 57-1,-4-74-75,0 1-1,-1-1 0,-1 0 1,0-1-1,-1 1 0,-1-1 0,-1 1 1,-1-1-1,0-1 0,-1 0 1,-1 0-1,0 0 0,-17 20 1,-6 7 277,-2-1 0,-2-2 0,-1-1 1,-2-2-1,-46 33 0,74-62-165,-1 0 0,-1-1-1,1 0 1,-15 4 0,22-9-82,0 0-1,0-1 1,0 1 0,0-1 0,0-1 0,0 1 0,-1-1 0,1 0 0,0 0 0,-1 0-1,1-1 1,0 1 0,-7-3 0,11 2-90,0 1 0,1-1 0,-1 0-1,0 0 1,1 1 0,-1-1 0,0 0 0,1 0 0,-1 0 0,1 0-1,0 0 1,-1 0 0,1 0 0,0 0 0,-1 0 0,1 0-1,0 0 1,0 0 0,0 0 0,0 0 0,0-2 0,1-30-356,-1 23 96,0 9 232,1 0-1,-1 0 1,0 1-1,1-1 1,-1 0-1,1 1 1,-1-1-1,1 1 1,-1-1-1,1 0 0,-1 1 1,1-1-1,0 1 1,-1 0-1,1-1 1,0 1-1,-1-1 1,1 1-1,0 0 1,-1 0-1,1-1 1,0 1-1,0 0 0,-1 0 1,1 0-1,0 0 1,0 0-1,-1 0 1,2 0-1,32-1-418,-26 1 267,16 0-79,-1 1-1,30 5 0,-42-4 223,-1 1-1,1 0 0,-1 0 1,0 1-1,0 0 1,-1 1-1,14 9 1,-2 1 33,-1 1 1,-1 0-1,0 2 1,-2 0-1,0 1 1,15 22-1,-5-1 379,-2 0 0,25 55 0,-45-85-306,0 0 0,-1 1 0,0-1 1,-1 1-1,0 0 0,0 0 0,-1 0 0,1 21 0,-10-33-2308,-4-6-1974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29 912,'0'0'12763,"24"0"-12787,23 0 144,0 0-32,7 0-80,5 0-8,30 0-616,-12-4-1145,0-20-2407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293 0 696,'0'0'10948,"-6"42"-10741,-1 1-126,-3 19 152,3 0-1,1 75 0,24 81 435,0-2-327,-18-124 138,0-90-455,0-1 0,-1 1 0,1-1 1,0 1-1,0 0 0,-1-1 0,1 1 0,-1-1 1,1 0-1,-1 1 0,0-1 0,1 1 0,-1-1 1,0 0-1,0 0 0,0 1 0,0-1 0,0 0 1,0 0-1,0 0 0,-1 0 0,-1 1 1,0 0 46,-1 0 1,0-1-1,0 1 1,0-1 0,0 0-1,0 0 1,0 0 0,-6 0-1,-10 0 233,1-1-1,-35-5 0,52 4-293,-6 0 20,1 0 0,-1-1-1,1 0 1,0-1 0,0 1-1,0-1 1,0-1-1,1 1 1,-1-1 0,1-1-1,-7-5 1,9 7-42,0-1 1,0 0-1,0 0 0,1 0 0,-1-1 1,1 1-1,0-1 0,1 0 1,-1 0-1,1 0 0,0 0 0,0 0 1,0 0-1,1-1 0,-2-9 0,3 12-5,-1-10-159,0 0 1,0 0-1,3-18 1,-1 27 128,-1 0 0,1 1 1,0-1-1,0 1 0,1-1 1,-1 1-1,1-1 0,-1 1 1,1 0-1,0 0 0,1 0 1,-1 0-1,0 0 0,1 0 1,0 0-1,3-2 0,6-4-147,1 1 0,0 1 0,0 0 0,1 0 0,0 1 0,0 1 0,17-4 0,60-9-4863,-66 14 217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4625,'0'0'5017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0 159 2921,'0'0'8587,"1"37"-8437,-1-2-100,-1-13-9,1 1 0,1-1 1,1 1-1,1-1 0,1 0 1,1 0-1,1-1 1,15 35-1,-4-17 66,32 51 0,-40-75-93,1 0 0,1-1 0,1 0 0,0-1 1,27 23-1,-36-33-10,1-1 0,0 1 1,0-1-1,1 0 1,-1 0-1,0 0 0,1 0 1,-1-1-1,1 1 1,-1-1-1,1-1 1,0 1-1,5 0 0,-7-2 18,0 1 0,-1 0 0,1 0-1,0-1 1,0 0 0,0 0-1,0 1 1,-1-2 0,1 1 0,0 0-1,-1 0 1,1-1 0,-1 0 0,1 1-1,-1-1 1,0 0 0,0 0-1,0 0 1,0 0 0,0-1 0,0 1-1,1-3 1,10-22-50,-1 0 0,-1 0 0,-1-1-1,-2-1 1,-1 1 0,-1-1 0,3-39 0,-7-30-1018,-2 95 922,0 23-488,0-6 628,0 1 1,1-1-1,1 0 0,0 0 1,1 0-1,0 0 1,1 0-1,1 0 0,0-1 1,1 0-1,1 0 0,-1-1 1,2 1-1,11 14 0,-11-17 49,0-1-1,1 0 1,0 0-1,0 0 1,13 8-1,-21-16-20,1 0-1,0 1 1,-1-1-1,1 0 1,0 0 0,0 0-1,0 0 1,0-1-1,0 1 1,0 0-1,0-1 1,0 1 0,0-1-1,0 0 1,0 0-1,0 0 1,0 0 0,0 0-1,0 0 1,0 0-1,0-1 1,0 1-1,0-1 1,0 1 0,0-1-1,0 0 1,0 0-1,0 0 1,0 0-1,0 0 1,-1 0 0,1-1-1,-1 1 1,1 0-1,-1-1 1,1 0-1,-1 1 1,0-1 0,0 0-1,1 1 1,-1-1-1,0-2 1,7-12 124,-1-1 0,-1 0 0,-1 0 0,0 0-1,-1-1 1,3-26 0,0-114-156,-6 101-159,-3-68-430,1 108 399,-1 1 1,-1 0-1,-1 0 1,0 0 0,-9-22-1,11 34-831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3145,'0'0'5781,"12"35"-4688,36 123 28,-42-136-869,-2 0 1,0 0 0,-1 1-1,-2-1 1,-1 34-1,-1-18 24,1 5-17,1 26 327,-16 130 0,-2-103-347,2-20-23,4 1 0,-3 94 0,14-169-210,0-1 1,-1 1 0,1 0-1,0 0 1,0-1 0,1 1-1,-1 0 1,0-1 0,1 1-1,-1 0 1,1 0-1,-1-1 1,1 1 0,0-1-1,-1 1 1,1-1 0,0 1-1,2 1 1,-1-2 13,0 0-1,0 0 0,1 0 1,-1-1-1,0 1 1,1-1-1,-1 0 1,0 0-1,1 0 1,-1 0-1,4 0 1,5 0 14,398-12 618,-381 11-1024,44 1-1154,-68 0 1121,0 1 1,0 0 0,0-1 0,0 1 0,0 1-1,0-1 1,0 1 0,0-1 0,0 1 0,-1 0-1,1 1 1,-1-1 0,5 4 0,8 18-5037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 60 1200,'0'0'14349,"-6"-2"-13691,0-1-557,-9-4 220,19 5-210,16 1-95,2184 1 1408,-1781-14-1301,-2 0-258,-421 13-135,0 0 0,1 0 1,-1 0-1,0 1 0,0-1 1,0 0-1,0 0 0,0 0 1,0 0-1,0 0 0,-1 0 0,1 1 1,0-1-1,0 0 0,-1 0 1,0-1-1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19 317 2841,'0'0'9640,"0"2"-9452,1 13-204,1 0 0,0 0 0,1 0 0,8 21 0,5 26 136,-2 20 357,3 108 0,-12 98 16,-5-286-427,3-40 30,-4-70 0,-1 34-571,2-443-3707,-1 503 4172,2 0 0,0 1 0,0-1-1,1 0 1,1 0 0,0 1 0,1 0 0,1 0 0,0 0 0,1 0 0,0 0 0,0 1 0,2 0 0,-1 1 0,2 0 0,-1 0 0,1 0 0,1 1-1,21-17 1,-25 23-22,0 0-1,1 0 0,-1 0 0,1 1 0,0 0 0,0 0 1,0 1-1,0 0 0,0 0 0,0 0 0,8 0 0,-12 2-1,0 0-1,1 0 1,-1 0-1,0 0 1,0 0-1,0 1 1,0-1-1,0 1 1,0 0-1,0 0 1,0 0-1,0 0 1,0 0-1,0 1 1,-1-1-1,1 1 1,0 0-1,-1 0 1,1 0-1,-1 0 1,0 0-1,0 0 1,0 1-1,0-1 1,0 1-1,0 0 1,1 3-1,3 9 55,-1 0 0,-1 0 1,0 1-1,-1-1 0,-1 1 0,1 20 0,-2 0 416,-7 63-1,3-83-311,0-1 0,-1 0-1,-1 0 1,0 0-1,-1 0 1,-1-1 0,0 0-1,-1 0 1,-1-1-1,-10 13 1,2-5 32,0-2 0,-1 0 0,-1-1 1,0-1-1,-31 21 0,41-32-75,1-1-1,0 0 1,-1-1 0,0 0 0,0 0 0,0-1 0,-1 0 0,1-1-1,-1 0 1,1 0 0,-1-1 0,0 0 0,0-1 0,1 0 0,-18-2-1,25 1-83,1 1 0,0-1 0,0 1-1,0-1 1,0 1 0,0-1 0,0 0-1,0 0 1,1 0 0,-1 1 0,0-1 0,0 0-1,1 0 1,-1 0 0,0 0 0,1 0-1,-1 0 1,1 0 0,-1 0 0,1-1-1,0 1 1,-1 0 0,1 0 0,0-2-1,-1-33-299,1 27 207,0 7 79,0 1 0,1-1 0,-1 0 0,1 1-1,-1-1 1,1 0 0,0 1 0,-1-1 0,1 1-1,0-1 1,0 1 0,0-1 0,0 1 0,0 0-1,1 0 1,-1-1 0,0 1 0,1 0 0,-1 0-1,0 0 1,1 0 0,-1 1 0,1-1 0,0 0-1,-1 1 1,1-1 0,0 1 0,-1-1 0,1 1-1,0 0 1,-1 0 0,3-1 0,10 0-57,1 0 1,27 1 0,-23 1-49,-10-1 104,-1 1 0,1 0 1,0 1-1,-1 0 0,0 0 0,0 1 1,1 0-1,-1 0 0,-1 1 1,1 0-1,-1 0 0,1 1 0,-1 0 1,12 11-1,3 6 30,-1 0 0,33 46 0,-52-64-13,29 39 278,33 58 0,-53-79-103,0 0-1,-1 0 1,-2 1 0,0 0 0,4 25-1,-8-36-287,-3-20-223,-1-28-1002,0 28 662,0-42-3884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78 3777,'0'0'5509,"3"-12"-5440,11-36-49,-14 47-22,1 0-1,-1 0 1,1 0-1,-1 0 1,1 0-1,0 0 1,-1 0-1,1 0 1,0 0-1,0 0 1,0 1-1,-1-1 0,1 0 1,0 0-1,0 1 1,0-1-1,0 1 1,0-1-1,0 1 1,0-1-1,1 1 1,-1 0-1,0 0 1,0-1-1,0 1 1,0 0-1,0 0 1,1 0-1,-1 0 1,0 0-1,0 0 0,0 1 1,0-1-1,3 1 1,4 0-46,-6-1 49,-1 0-1,1 0 0,0 0 1,-1 1-1,1-1 1,-1 0-1,1 1 0,-1 0 1,1-1-1,-1 1 0,0 0 1,1 0-1,-1-1 1,0 1-1,0 0 0,1 0 1,-1 0-1,0 1 0,0-1 1,0 0-1,1 2 1,0 1 29,0 0 1,0 0 0,0 1-1,0-1 1,0 1 0,-1-1 0,1 6-1,1 8 198,-1 1 1,0 29-1,-2-47-224,0 348 1271,0-348-1280,1 0 1,0 0-1,0 0 0,0 0 0,0 0 1,0 0-1,0-1 0,0 1 1,0 0-1,0-1 0,1 1 0,-1 0 1,0-1-1,0 0 0,1 1 0,-1-1 1,0 0-1,0 1 0,1-1 1,1 0-1,35 5 27,-35-5-25,42 3-536,80-5-1,-95-1-1460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0 880,'0'0'7442,"12"207"-5986,0-128-432,-6-4-392,6 1-231,-6-13-241,-6-11-80,6-16-80,-6-17-320,-24-42-8690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3241,'0'0'6481,"302"0"-6553,-195 0-664,-19 0-1144,-22 0-1225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 2865,'0'0'4742,"0"39"-3356,0 128-49,0-131-940,-1-12 101,2 0 0,5 44 0,-4-60-418,1 0 1,0 0 0,0 0-1,1-1 1,-1 1-1,2-1 1,-1 0 0,1 0-1,10 10 1,-12-12-63,1-1 1,0 0-1,0 0 0,1 0 1,-1-1-1,1 0 0,0 1 1,0-2-1,8 5 1,-11-7-23,-1 1 0,1-1 1,0 1-1,0-1 1,0 1-1,-1-1 1,1 0-1,0 0 1,0 0-1,0 0 0,0 0 1,0-1-1,-1 1 1,1 0-1,0-1 1,0 0-1,0 1 0,-1-1 1,1 0-1,0 0 1,-1 0-1,1 0 1,-1 0-1,1 0 1,-1 0-1,1-1 0,-1 1 1,0 0-1,0-1 1,0 1-1,0-1 1,0 1-1,1-3 0,5-11-64,0 0-1,-1 0 0,-1-1 0,0 0 0,-1 0 0,-1-1 0,-1 1 1,0-1-1,-1 1 0,-1-22 0,0 38 47,0 0 1,0 0-1,0 0 1,0 0-1,0-1 1,0 1-1,0 0 1,1 0-1,-1 0 1,0 0-1,0 0 1,0 0-1,0 0 1,0 0-1,0 0 1,1 0-1,-1 0 0,0 0 1,0 0-1,0 0 1,0 0-1,0 0 1,1 0-1,-1 0 1,0 0-1,0 0 1,0 0-1,0 0 1,0 0-1,1 0 1,-1 0-1,0 0 1,0 0-1,0 0 0,0 0 1,0 0-1,0 0 1,1 0-1,-1 0 1,0 1-1,0-1 1,0 0-1,0 0 1,0 0-1,0 0 1,0 0-1,0 0 1,0 1-1,0-1 1,1 0-1,-1 0 0,0 0 1,0 0-1,0 0 1,0 0-1,0 1 1,0-1-1,0 0 1,0 0-1,0 0 1,0 0-1,0 1 1,16 36-536,30 52-1,-38-77 764,0 1 0,1-1 0,1-1 0,-1 0 0,2 0 0,-1-1 0,22 15 0,-29-23-137,0 0 0,0 0 1,0 0-1,1 0 0,-1-1 0,1 0 0,-1 0 0,1 0 1,0 0-1,-1 0 0,1-1 0,0 0 0,0 1 0,-1-1 0,1-1 1,0 1-1,0-1 0,-1 1 0,1-1 0,0 0 0,-1 0 0,1 0 1,-1-1-1,1 0 0,-1 1 0,0-1 0,0 0 0,0 0 1,0-1-1,0 1 0,0-1 0,0 1 0,-1-1 0,1 0 0,-1 0 1,0 0-1,0 0 0,0-1 0,-1 1 0,3-5 0,3-11-8,0 0-1,-1-1 1,-1 0-1,-1 0 1,-1 0-1,2-29 1,-7-124 118,2 173-179,-1-8-18,1 0-1,-1 0 0,0 0 1,0 0-1,-1 0 0,0 0 1,0 1-1,-1-1 0,0 1 0,-1-1 1,1 1-1,-1 0 0,-1 0 1,-8-10-1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47 5145,'0'0'3726,"21"-9"-3739,72-26-27,-89 34 38,-1 0 1,0 1-1,1-1 0,-1 1 0,1 0 1,-1 0-1,1 0 0,-1 1 1,1-1-1,-1 1 0,0 0 1,1 0-1,-1 0 0,0 0 1,0 0-1,0 1 0,0 0 1,0-1-1,0 1 0,0 0 1,0 0-1,-1 1 0,1-1 1,-1 1-1,1-1 0,-1 1 0,0 0 1,0 0-1,3 5 0,-1-2-10,-2-2 7,0-1-1,0 1 1,0 0-1,0 0 1,-1 0-1,0 0 1,1 1-1,-2-1 1,1 0-1,0 8 0,-2 48 710,0-30 92,0-21-582,0-1 0,-1 0-1,0 0 1,0 0 0,-1 0-1,0 0 1,0 0 0,-7 10-1,-11 30 205,19-39-392,0-3-29,0 0 1,0 0-1,1 1 1,0-1-1,0 10 0,1-16-1,-1 0 0,1 0 0,0 1 0,0-1 0,0 0 0,0 0 1,1 0-1,-1 1 0,0-1 0,0 0 0,0 0 0,0 0 0,0 1 0,0-1 0,0 0 0,0 0 0,0 0 0,0 0 0,0 1 0,1-1 0,-1 0 0,0 0 0,0 0 0,0 0 0,0 1 0,1-1 0,-1 0 0,0 0 0,0 0 0,0 0 0,0 0 0,1 0 0,-1 0 0,0 0 0,0 0 0,0 0 0,1 0 0,-1 0 0,0 0 0,0 0 0,0 0 0,1 0 0,-1 0 0,0 0 0,0 0 0,0 0 0,1 0 0,-1 0 0,0 0 1,0 0-1,0 0 0,1 0 0,-1-1 0,2 1-16,30 1-263,-15 0-632,1-1 1,-1 0-1,0-1 0,25-6 1,-11-6-5837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0 1456,'0'0'6095,"0"36"-4731,0 223 875,0-211-1618,-11 247 1734,-2-16-1180,14-277-1181,0 0 0,0 0 0,0-1 1,0 1-1,0 0 0,1 0 0,-1-1 0,0 1 1,1-1-1,0 1 0,-1-1 0,3 2 1,7 6 9,-9-6-2,1 1 1,-1-1-1,1 1 0,-1 0 1,0-1-1,0 1 0,-1 0 1,1 0-1,-1 0 0,0 0 1,1 9-1,-2-13 112,0 1-1,1-1 1,-1 1 0,0-1-1,0 1 1,0-1 0,0 1-1,1-1 1,-1 0 0,0 1-1,0-1 1,1 1 0,-1-1-1,0 0 1,1 1 0,-1-1-1,0 0 1,1 1 0,-1-1-1,1 0 1,-1 0 0,1 1-1,-1-1 1,0 0 0,1 0-1,-1 0 1,1 0-1,-1 1 1,1-1 0,-1 0-1,1 0 1,-1 0 0,1 0-1,22 0-898,-14-1 1016,282-19-362,-220 13 14,-70 7 79,1 0 1,-1 0 0,0 0-1,0 0 1,0-1-1,1 1 1,-1 0-1,0 0 1,0-1-1,0 1 1,0-1-1,0 1 1,0-1-1,0 0 1,0 1 0,0-1-1,0 0 1,0 0-1,0 1 1,0-1-1,-1 0 1,1 0-1,1-2 1,-1 1-256,-1-1 0,1 1 0,-1-1 1,0 1-1,0-1 0,0 0 0,0 1 0,0-5 0,-1-8-2453,1-5-4280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2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286 295 3697,'0'0'11613,"-5"1"-10786,-14 2-543,0-2 0,0 0 0,1-1 0,-1-1 0,0 0 0,-26-7 0,35 4-275,10 4-40,-1 0 0,1-1 0,-1 1 0,1 0 0,-1-1 0,1 1 0,-1 0 1,1-1-1,-1 1 0,0 0 0,1 0 0,-1 0 0,1 0 0,-1 0 0,0 0 0,1 0 1,-1 0-1,0 0 0,1 0 0,-1 0 0,1 0 0,-1 0 0,0 0 0,1 0 0,-1 1 1,1-1-1,-1 0 0,1 0 0,-1 1 0,1-1 0,-1 0 0,1 1 0,-1-1 1,1 0-1,-1 1 0,1-1 0,0 1 0,-1-1 0,1 1 0,-1-1 0,1 1 0,0-1 1,0 1-1,-1 0 0,1 0 0,-17 33-90,12-23 120,0 1 0,-1-2 0,0 1-1,-12 15 1,17-26 10,1 0 1,0 0-1,0 0 0,0 0 1,-1 0-1,1 0 0,0 0 0,0 0 1,0 0-1,-1 0 0,1 0 0,0 0 1,0 0-1,0 0 0,-1 0 1,1 0-1,0 0 0,0 0 0,0 0 1,-1 0-1,1 0 0,0 0 0,0 0 1,0 0-1,0-1 0,-1 1 1,1 0-1,0 0 0,0 0 0,0 0 1,0 0-1,0-1 0,-1 1 0,1 0 1,0 0-1,0 0 0,0-1 1,0 1-1,0 0 0,0 0 0,0 0 1,0-1-1,0 1 0,0 0 0,0 0 1,0 0-1,0-1 0,0 1 1,0 0-1,0 0 0,0 0 0,0-1 1,0 1-1,0 0 0,0-1 0,-4-26 43,2-38-547,2 34 131,-1 7-36,1-1 1,1 0-1,1 0 1,7-28-1,-7 47 313,0-1-1,0 1 0,0 0 1,0 0-1,1 0 0,0 1 0,1-1 1,-1 1-1,1-1 0,0 1 1,0 0-1,1 1 0,0-1 0,-1 1 1,1 0-1,1 0 0,-1 0 1,0 1-1,1 0 0,0 0 0,6-2 1,-9 3 52,0 1 1,-1 0 0,1 0 0,0 1 0,-1-1-1,1 0 1,0 1 0,0 0 0,0 0-1,-1 0 1,1 0 0,0 0 0,0 0-1,0 1 1,-1-1 0,1 1 0,0 0 0,0 0-1,-1 0 1,1 0 0,-1 0 0,1 1-1,-1-1 1,1 1 0,-1-1 0,0 1 0,0 0-1,0 0 1,0 0 0,0 0 0,0 1-1,-1-1 1,1 0 0,-1 1 0,1-1-1,-1 1 1,1 3 0,3 7 69,-1 0-1,0 0 1,-1 1-1,-1 0 1,0-1-1,0 19 1,-1-17 70,1 22 290,-5 74 1,1-100-335,1 0 0,-2 1 0,0-1 0,0 0 0,-1 0 0,0 0 0,-1-1 0,0 0 0,-1 1 0,-10 13 0,-3-2 126,-1-1 0,-1-1 0,0 0-1,-2-2 1,-32 20 0,44-32-192,-4 4 223,15-6-447,11-3-505,31-1 735,4 2 160,0-3 0,0-1-1,0-3 1,0-1-1,50-15 1,-92 21-200,0-1 1,0-1-1,0 1 1,0 0-1,0-1 0,-1 0 1,1 0-1,0 0 1,-1-1-1,0 1 1,0-1-1,0 1 0,0-1 1,0 0-1,0 0 1,-1-1-1,1 1 0,-1 0 1,0-1-1,0 0 1,0 1-1,0-1 0,-1 0 1,0 0-1,0 0 1,0 0-1,0 0 0,0 0 1,-1 0-1,0 0 1,0-4-1,1-44-3034,-1 4-3145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2601,'0'0'14519,"0"7"-16264,0 29-2544,0-19-620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29.7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0 536,'0'0'7971,"1"8"-7881,1 5 3,1-1 1,0 1 0,1-1-1,1 0 1,0-1 0,0 1-1,1-1 1,1 0 0,11 15 0,14 15 440,41 39 0,-39-44-475,33 44 0,4 34 105,-49-75 68,51 69 1,-62-94-152,8 7 297,-18-20-273,-1-1-362,1 0 308,-1 0 1,0 0-1,0 0 1,0 0-1,1 0 1,-1 0-1,0 0 1,0 0-1,0 0 1,1 0-1,-1 0 1,0 0-1,0 0 1,0 0-1,1 0 1,-1-1-1,0 1 1,0 0-1,0 0 1,0 0-1,1 0 1,-1 0-1,0 0 1,0-1-1,0 1 1,0 0-1,0 0 1,1 0-1,-1 0 1,0-1-1,0 1 1,0 0-1,0 0 1,0 0-1,0-1 1,0 1-1,0 0 1,0 0-1,0 0 1,0-1-1,0 1 1,0 0-1,0 0 1,0 0-1,0-1 1,0 1-1,0 0 1,0-1-1,0-19-104,-1-4-101,1 0-1,1 0 1,1 0-1,1 1 0,1-1 1,12-37-1,0 25 84,1 2 1,27-43-1,-28 50-69,-10 18 72,-3 6 32,-1 0 0,0 0 1,0-1-1,0 1 0,0 0 1,-1-1-1,1 1 0,0-5 1,-2 8-41,0 3-1114,0 16 1171,-1 0-1,0-1 1,-1 1-1,-2 0 1,0-1-1,0 0 0,-11 24 1,-155 331 1883,99-228-1134,29-58-272,9-22-77,2 2-1,4 1 0,-24 89 0,39-111-481,12-49-123,1 0 1,0 0 0,0 0-1,0 0 1,0 0-1,0 0 1,0 0 0,1 0-1,0 1 1,-1-1 0,1 1-1,0-1 1,3-2 0,-2 2-28,20-28-2842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0.2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4601,'0'0'10195,"-4"0"-9793,-16 2-165,27 0-327,-6-2 95,57 12 20,1-2 1,1-3-1,82-1 0,-61-3-115,52 1 253,-45-7-3091,-89 24-1472,-4-6 1797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0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96,'0'0'13147,"42"0"-13099,17 0 256,12 0-96,12 0-136,6 0-72,6 0 0,11 0-792,-17 8-1465,-29 12-4184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3.6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141 79 6905,'0'0'6861,"-6"39"-6733,-22 131 80,13 31 351,10-94-134,-13 99 215,-16 341-73,34-503-602,0-28-46,0-13 25,0-7-12,-6-540-2247,12-122-4867,-6 650 7063,-4-76-370,3 82 542,0 1 0,-1 0 0,0 0 0,-1 0-1,0 1 1,0-1 0,-8-12 0,6 15 339,15 29-312,10 2 15,0 0 0,2-1 0,1-1 0,1-1 0,1-2 0,0 0 0,2-1 0,38 20 0,-49-32-81,-1-1 0,1 0 1,1-1-1,-1-1 1,34 4-1,85-3-540,-124-5 431,-1 0-99,0 0 1,-1-1-1,1-1 0,0 0 1,0 0-1,0-1 1,13-5-1,-20 7 182,1-1-1,-1 1 1,0-1 0,0 0-1,-1 0 1,1 0 0,0 0-1,-1 0 1,1 0 0,-1-1-1,0 0 1,1 1 0,-1-1-1,0 0 1,-1 0 0,1 0-1,-1 0 1,1 0 0,-1 0-1,0 0 1,0-1 0,0 1-1,0 0 1,-1-1-1,1-4 1,-1 53-179,-17 390 3512,-8 192-557,25-565-2898,0-57-753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4.5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12 904 2633,'0'0'5709,"51"33"-5657,156 89-211,-203-120 157,0 0-1,-1 0 0,1-1 1,0 1-1,0-1 1,0 0-1,0 0 0,0-1 1,1 1-1,-1-1 1,0 0-1,5 0 1,-8-1 2,0 1 1,0-1 0,1 1-1,-1-1 1,0 0 0,0 1-1,0-1 1,0 0 0,0 0-1,1 0 1,-2 0 0,1 0-1,0 0 1,0 0 0,0 0-1,0 0 1,-1 0 0,1-1-1,0 0 1,3-7 30,0 0 0,-1 0 0,0 0-1,-1-1 1,0 1 0,-1-1 0,1-11 0,-3-70 292,1 80-299,-1 2-5,-1 0 0,0 0 0,0 0 1,-1 0-1,0 1 0,-1-1 0,0 1 1,0-1-1,-1 1 0,0 1 1,0-1-1,-1 1 0,0 0 0,0 0 1,-12-10-1,2 3 165,-1 1 0,0 0 1,-1 1-1,-1 1 0,-34-15 0,38 20-45,0 2-1,0-1 0,0 2 1,-1 0-1,1 1 0,-1 0 1,-25 2-1,39 0-419,8-2-969,41-16 922,-28 10 253,1 0 1,-1 2 0,1 0-1,37-4 1,-50 9 37,8 0-181,0 0 0,28 3 0,-39-2 197,0 1 0,0 0 0,0 0 1,0 0-1,0 1 0,0-1 0,0 1 0,0 0 1,0 0-1,0 1 0,-1-1 0,0 1 1,1-1-1,3 6 0,1 2 45,0 1-1,-1 0 1,-1 0-1,0 0 1,0 1-1,-1 0 1,-1 0-1,0 0 1,3 19-1,2 20 275,3 52 0,-9-66-185,-1 2-32,-2-28-63,1 0-1,-1 0 0,2 0 0,-1-1 0,5 15 0,-6-25-12,0 1-1,0-1 0,1 1 1,-1-1-1,0 1 1,0-1-1,0 1 0,0-1 1,1 0-1,-1 1 1,0-1-1,1 1 0,-1-1 1,0 0-1,0 1 1,1-1-1,-1 1 0,1-1 1,-1 0-1,0 0 1,1 1-1,-1-1 0,1 0 1,-1 0-1,1 1 0,-1-1 1,1 0-1,-1 0 1,1 0-1,-1 0 0,1 0 1,12-10 116,5-25 2,-17 34-122,5-13 40,10-26-513,2 1 1,2 0-1,1 1 0,37-49 0,-57 86 448,0-1 1,1 0 0,-1 1-1,0-1 1,1 1-1,-1-1 1,1 1-1,-1-1 1,1 1-1,0 0 1,0 0 0,0 0-1,0 0 1,-1 0-1,1 0 1,0 1-1,0-1 1,0 1 0,1-1-1,-1 1 1,0 0-1,0 0 1,0 0-1,0 0 1,0 0-1,0 0 1,0 0 0,0 1-1,0-1 1,0 1-1,0 0 1,0 0-1,0-1 1,3 3-1,0 1 71,0 0-1,0 0 1,-1 1-1,1 0 1,-1 0-1,0 0 1,0 0-1,-1 0 0,6 12 1,25 57 847,25 46 352,-56-115-1174,1 0 0,-1 0 0,1 0 0,0 0 0,0-1 0,7 7 0,-10-10-57,0-1 0,1 1 0,-1 0 0,0 0 0,0 0 0,1-1 0,-1 1 0,0 0 0,1-1 0,-1 1 0,1-1 0,-1 0 0,0 1 1,1-1-1,-1 0 0,1 0 0,-1 0 0,1 0 0,-1 0 0,1 0 0,-1 0 0,1-1 0,-1 1 0,1-1 0,-1 1 0,0-1 0,1 1 0,-1-1 0,0 0 0,1 1 0,-1-1 0,1-1 0,4-5 92,-1 0 0,0 0-1,-1 0 1,0 0-1,0 0 1,0-1-1,-1 0 1,3-12-1,2 0 97,14-46-217,-3 0 0,-2-1 0,-4-1 0,8-95-1,-9-282 240,-12 410 64,1 35-287,-1 0 0,0 0 0,0 0 0,0 0 0,0 1 1,0-1-1,0 0 0,0 0 0,0 0 0,0 0 0,0 0 0,0 0 0,0 0 1,0 0-1,0 0 0,0 0 0,1 0 0,-1 0 0,0 0 0,0 0 0,0 0 1,0 0-1,0 0 0,0 0 0,0 0 0,0 0 0,0 0 0,0 0 0,0 0 1,0 0-1,1 0 0,-1 0 0,0 0 0,0 0 0,0 0 0,0 0 0,0 0 1,0-1-1,0 1 0,0 0 0,0 0 0,0 0 0,0 0 0,0 0 1,0 0-1,0 0 0,0 0 0,0 0 0,0 0 0,0 0 0,0 0 0,1 0 1,-1 0-1,0-1 0,0 1 0,0 0 0,0 0 0,0 0 0,0 0 0,0 0 1,0 0-1,0 0 0,0 0 0,-1 0 0,1 0 0,0 0 0,0 0 0,0-1 1,5 8-90,17 48 35,-3 0 1,-3 2-1,11 64 1,-19-85 67,53 324 824,20 86-322,-76-429-760,8 21-2663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4.8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3577,'0'0'3352,"355"0"-5128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5.1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68 210 4113,'0'0'4062,"-1"36"-2738,-1 115-469,1-143-813,1-1 0,1 0-1,-1 0 1,1 0 0,1 0 0,-1 0-1,1 0 1,0-1 0,1 1 0,0 0-1,0-1 1,0 0 0,7 10 0,-5-11-23,0-1 0,0 1 0,0-1 0,1 0 1,-1 0-1,1-1 0,0 1 0,0-1 0,11 3 0,-11-3-30,-1-1 0,0-1-1,1 1 1,-1-1 0,1 0-1,0 0 1,-1 0 0,1-1-1,0 0 1,-1 0 0,1 0-1,0-1 1,-1 0 0,1 0-1,7-3 1,-8 2 1,-1 0 0,0 0-1,0-1 1,0 1 0,0-1 0,0 0 0,-1 0-1,1-1 1,-1 1 0,0-1 0,0 1-1,0-1 1,0 0 0,-1 0 0,0-1-1,0 1 1,3-9 0,3-17-7,-1 0 0,-2 0 0,-2 0 0,0-1 0,-3-51 1,0 77 6,0-3 1,0-1-1,-1 1 1,0-1-1,0 1 1,-1-1-1,0 1 1,-1 0-1,0 0 0,0 0 1,-7-13-1,3 12 19,0-1-1,0 1 1,-1 0-1,0 0 1,-1 1-1,0 0 0,-11-7 1,11 8 50,-1 0 1,0 0-1,0 1 1,0 1-1,-1 0 1,0 0-1,0 1 0,0 0 1,0 1-1,-1 0 1,1 1-1,-1 1 1,-19-1-1,29 2-65,-1 1-1,1-1 1,0 1 0,-1 0-1,1 0 1,0 0-1,-1 0 1,1 0 0,0 1-1,0-1 1,0 1-1,0-1 1,0 1 0,0 0-1,1 0 1,-1-1-1,0 1 1,1 1 0,-1-1-1,1 0 1,0 0-1,-2 5 1,-1 4-26,0 0 0,0 0 0,-3 17 0,3 3 25,1 0 0,1 1 0,4 54 0,-1-80-2,-1 0-1,1-1 1,0 1-1,0 0 1,1-1-1,0 1 1,0-1 0,0 0-1,1 0 1,-1 0-1,1 0 1,0 0-1,1 0 1,-1-1-1,1 0 1,8 8-1,-5-7-90,0 1 0,1-1 0,0 0 0,0-1 0,0 0 0,1-1 0,-1 1 0,1-1 0,17 3 0,-13-4-202,1 0 0,-1-1 0,0 0-1,1-1 1,-1 0 0,1-1 0,-1-1 0,0 0 0,0-1 0,0 0 0,0-1 0,0-1-1,-1 0 1,18-9 0,-18 5-353,-1 0 0,19-18-1,9-17-1647</inkml:trace>
  <inkml:trace contextRef="#ctx0" brushRef="#br0" timeOffset="1">68 210 256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5.7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1 322 256,'340'-12'934,"-280"13"-476,-60-1-446,0 0-1,1 0 1,-1 0 0,0 0-1,1 0 1,-1 0 0,0 0-1,0 0 1,1 0 0,-1 0 0,0 0-1,0 0 1,1 0 0,-1 0-1,0 0 1,1 0 0,-1 1 0,0-1-1,0 0 1,1 0 0,-1 0-1,0 0 1,0 1 0,0-1-1,1 0 1,-1 0 0,0 0 0,0 1-1,0-1 1,0 0 0,1 0-1,-1 1 1,0-1 0,0 0-1,0 0 1,0 1 0,0-1 0,0 0-1,0 0 1,0 1 0,0-1-1,0 1 1,0 28 1435,-1-12-669,1 1 0,0 0 0,2-1 0,6 32 0,-7-44-685,0-1-1,0 0 0,1 0 1,0 0-1,0 0 0,0-1 1,0 1-1,0 0 0,1-1 1,0 1-1,-1-1 0,1 0 1,1 0-1,-1 0 0,0-1 1,1 1-1,-1-1 0,1 1 0,0-1 1,0 0-1,-1-1 0,2 1 1,-1-1-1,0 0 0,6 2 1,-5-2-60,-1-1 1,1 1 0,-1-1-1,1 0 1,-1 0-1,1 0 1,0 0-1,-1-1 1,1 0 0,-1 0-1,1 0 1,-1 0-1,0-1 1,0 1-1,1-1 1,-1 0 0,4-3-1,-3 0-4,0 1 0,0-1 0,-1 0 0,0 0 0,0 0-1,0-1 1,0 0 0,-1 1 0,0-1 0,0-1 0,3-7 0,0-4 42,-1-1 0,0 1 0,-2-1 0,3-36 0,-7-77 28,1 127-62,0 1 0,0-1 0,-1 1 0,0-1 0,0 1-1,0-1 1,0 1 0,-1 0 0,0-1 0,0 1 0,0 0-1,0 0 1,-1 0 0,1 1 0,-1-1 0,0 1-1,0-1 1,-1 1 0,1 0 0,-1 0 0,1 0 0,-1 1-1,0-1 1,0 1 0,0 0 0,0 0 0,0 0 0,-1 1-1,1-1 1,0 1 0,-1 0 0,1 0 0,-1 1 0,0 0-1,1-1 1,-1 1 0,1 1 0,-6 0 0,8-1-54,0 1 1,0-1-1,1 1 1,-1 0-1,0 0 0,1 0 1,-1 0-1,0 0 1,1 0-1,0 0 1,-1 0-1,1 0 1,-1 1-1,1-1 0,0 1 1,0-1-1,0 1 1,0-1-1,0 1 1,0 0-1,1-1 1,-1 1-1,0 0 1,1 0-1,-1 0 0,1-1 1,0 1-1,-1 3 1,-1 9-305,1 0-1,1 25 1,0-26-181,0-9 401,0-1 0,-1 1 0,1-1 0,1 0 1,-1 1-1,0-1 0,1 0 0,0 1 0,0-1 0,0 0 0,0 0 0,0 0 1,0 1-1,1-1 0,0-1 0,0 1 0,0 0 0,0 0 0,0-1 0,0 1 1,0-1-1,1 1 0,0-1 0,4 3 0,11 11 128,-1 1 0,-1 0-1,-1 2 1,0-1 0,14 26-1,53 107 1023,-60-106-786,20 40 358,-4 2-1,34 119 0,-55-145-361,-3 0 1,-3 2-1,-2-1 0,1 92 0,-9-128-216,0-16-27,-1 0 0,0 0 1,0 0-1,-3 10 0,3-18-8,0 0-1,-1 0 1,1 0 0,-1 0 0,1-1 0,-1 1 0,0 0 0,0 0 0,0-1 0,0 1 0,0-1 0,0 1 0,-1-1-1,1 1 1,0-1 0,-1 0 0,1 0 0,-1 1 0,1-1 0,-1 0 0,0 0 0,1-1 0,-1 1 0,0 0 0,-3 1-1,-5-1 44,1 0-1,-1 0 0,1 0 0,-1-1 0,1-1 0,-1 0 0,1 0 0,-1-1 0,1 0 0,0 0 0,-1-1 0,1-1 0,1 1 0,-1-1 0,0-1 1,1 0-1,-11-8 0,1 0-65,1-1 0,1-1 0,0-1 0,1 0 0,0-1 0,-19-30 0,26 34-12,1 0 0,1 0 0,0-1 0,1 0 0,0 0 0,1 0 0,1 0 0,0-1 0,1 0 0,1 0 0,0 1 0,1-21 0,1 25 17,-1 1 1,1-1 0,1 0-1,0 1 1,0-1-1,1 1 1,0-1-1,0 1 1,10-17-1,2 3 2,1 0 0,22-25 0,-4 6-72,5-8-120,30-38-1170,61-102 0,-113 161 1038,-1-1 0,-1-1 0,-2 0 0,-1-1 0,-1 0-1,-2-1 1,10-66 0,-16 64 560,-2 1-1,-4-48 1,3 78-84,0 0 0,-1 0 0,1 0 0,-1 0 0,0 0 0,0 0 0,-1 0 0,1 1 0,-1-1 0,0 0 1,0 1-1,0 0 0,0-1 0,0 1 0,-1 0 0,0 0 0,1 0 0,-1 0 0,0 1 0,0-1 0,-1 1 0,1 0 0,-1 0 0,1 0 0,-1 0 0,1 1 1,-1-1-1,0 1 0,0 0 0,0 0 0,0 0 0,0 1 0,0-1 0,0 1 0,0 0 0,0 0 0,0 1 0,0-1 0,-7 2 0,7 0-128,1-1 0,0 0 0,0 1-1,0-1 1,0 1 0,0 0-1,0 0 1,0 0 0,1 0 0,-1 1-1,1-1 1,-1 1 0,1-1-1,0 1 1,0 0 0,0 0 0,0 0-1,1 0 1,-1 0 0,1 0-1,0 1 1,-2 5 0,-1 7-18,1 0 0,0 1 0,0 21 0,3-37 4,-1 5 2,-3 121 103,5-113-94,0-1 0,0 0-1,2 1 1,-1-1 0,2 0 0,0-1 0,7 19 0,-3-18-24,0 0 0,1-1-1,0 0 1,1 0 0,1-1 0,-1 0 0,2 0 0,-1-2 0,2 1-1,-1-2 1,1 1 0,0-2 0,1 0 0,0 0 0,0-1 0,25 6-1,4-5-883,1-3-1,81-1 1,-104-3 130,76 0-5279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6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1379 1224,'0'0'14171,"-1"-9"-13575,0 0-512,1 0 0,1-1 1,0 1-1,0 0 0,0 0 0,2 0 0,-1 0 0,7-17 0,42-76 207,-38 78-274,219-371 96,-43 79-580,-16-45-580,-141 288-393,-27 108-6084,-5-4 5034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7.2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1665 3505,'0'0'7897,"11"-38"-6995,-10 34-879,17-57 137,2 1-1,3 1 1,37-68-1,139-226 101,154-288 174,-290 495-701,-41 90-149,31-55 1,-47 103-1884,-5 17-490,-1-6 2664,0 22-2326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7.6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6009,'0'0'6930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37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1064,'0'0'13259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42.0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1243 4425,'0'0'10618,"-20"-5"-9607,-59-13-197,59 13 495,318 3-1929,378 8-807,-607-2 3304,-69-5-1884,-1 0 1,0 0-1,1 0 1,-1 0 0,1 1-1,-1-1 1,0 0 0,0 0-1,0 0 1,1 1 0,-1-1-1,0 0 1,0 1 0,0-1-1,0 1 1,0-1 0,0 1-1,0-1 1,0 1 0,0 0-1,0 0 1,0-1 0,-1 1-1,1 0 1,-1 0 0,1 0-62,0 0 0,0 0 0,0 0 0,0 0 0,1 0 0,-1-1 0,0 1 0,0 0 0,0 0 1,1-1-1,-1 1 0,0-1 0,0 1 0,1 0 0,-1-1 0,0 0 0,1 1 0,-1-1 0,0 1 0,1-1 0,-1-1 0,-22-34-1066,15 1 1230,1 0 1,3-1-1,0 0 1,3-41-1,-7-57-170,-38-185 64,40 246 29,6 73 4,0-1-1,0 0 1,0 1 0,-1-1-1,1 1 1,0-1 0,0 0-1,0 1 1,-1-1 0,1 1-1,0-1 1,-1 1 0,1-1-1,0 1 1,-1-1 0,1 1-1,-1 0 1,1-1 0,0 1-1,-1-1 1,1 1 0,-1 0 0,1-1-1,-1 1 1,0 0 0,1 0-1,-1 0 1,1-1 0,-2 1 451,18 1-667,136-3 162,183 4 41,-211 6-2,-110-6 4,-14 5 1161,-1-1-1002,1-6 32,-1 0-187,-1-1 1,1 1 0,-1-1 0,1 0 0,0 1 0,-1-1 0,1 0 0,0 0 0,0 0 0,0 0 0,0 0-1,0 0 1,0-1 0,0 1 0,0 0 0,0 0 0,0-1 0,1 1 0,-1-1 0,1 1 0,-1 0 0,0-2-1,-11-36-158,7 15-28,1 0-1,2 0 0,0 0 0,1 0 1,1-1-1,6-35 0,-3 48 41,0 1 0,2 0 0,-1 1 0,1-1 0,1 1 0,0 0 0,0 1 0,1-1 0,0 1 0,1 0 0,0 1 0,0 0 0,12-9 0,-17 15 88,0 0 0,0 0 0,1 1 0,-1 0 0,0-1 0,0 1 0,1 0 0,-1 1 0,1-1 0,-1 0 0,0 1 0,1 0 0,-1 0 0,1 0 0,-1 0 0,1 1 0,-1-1 0,1 1 0,-1 0 0,0 0 0,1 0 0,-1 0 0,0 1 0,0 0 0,0-1 0,0 1 0,0 0 0,0 0 0,0 0 0,-1 1 0,4 3 0,4 4 9,-1 0 0,-1 1 0,0 0 0,0 0 0,-1 1 0,9 20 0,6 27 48,-3 0 1,-2 1-1,12 86 1,-8-38 62,-20-103-54,-1-4-15,0 0-1,0 0 1,0 0 0,0 0-1,0 0 1,0 0 0,1 0 0,-1 0-1,0 0 1,1 0 0,-1 0-1,0 0 1,1 0 0,-1 0-1,1-1 1,0 1 0,-1 0 0,1 0-1,0 0 1,-1-1 0,1 1-1,1 0 1,-1-10 1305,-1 3-1266,-1-35-16,2 1 0,1 0 1,2 0-1,13-53 0,-9 64-285,1 1 1,1 1-1,2-1 0,0 2 0,2 0 1,1 0-1,29-37 0,-41 59 212,1 0-1,0 0 1,0 1-1,0 0 1,0 0 0,0 0-1,1 0 1,0 0-1,-1 1 1,1 0-1,0 0 1,0 0 0,0 1-1,0 0 1,0 0-1,0 0 1,1 0-1,-1 1 1,0 0-1,0 0 1,1 1 0,-1-1-1,0 1 1,0 0-1,0 0 1,0 1-1,0-1 1,0 1-1,0 1 1,-1-1 0,1 0-1,0 1 1,-1 0-1,0 0 1,0 0-1,0 1 1,0 0-1,-1-1 1,6 9 0,0 2 30,0 1 1,-1 0 0,-1 1 0,-1 0 0,0 0-1,-1 0 1,-1 1 0,3 25 0,-1 0 2097,0 66 0,-7-129-2062,1 8-152,-1 1 0,1-1 1,1 1-1,1-1 0,-1 1 1,2 0-1,0 0 1,7-20-1,-8 28 83,5-11-471,1 0 0,18-27 0,-23 38 406,0 1 0,-1 0 0,1-1 0,0 1 0,0 1 1,1-1-1,-1 0 0,1 1 0,-1 0 0,1-1 0,0 1 0,0 1 0,0-1 1,0 1-1,0-1 0,0 1 0,6 0 0,-7 0 53,0 1 1,0 0-1,0 0 0,0 0 1,0 0-1,0 0 1,0 1-1,0-1 0,0 1 1,-1 0-1,1 0 0,0 0 1,0 0-1,-1 1 0,1-1 1,-1 1-1,5 3 0,-2 0 43,-1-1 0,-1 1 0,1 1 0,-1-1 0,0 0 0,0 1 0,4 11 1,0 4 224,-2 1 0,0 1 0,-1-1 0,-1 1 0,-1-1 0,-1 1 1,-2 26-1,1-18 824,0-55-9,3 7-1228,0 1-1,0 0 1,2-1-1,0 1 1,0 1-1,2-1 1,0 1-1,1 0 1,0 1-1,1 0 1,1 0-1,0 1 1,1 0-1,19-18 0,-19 21 96,1 0 0,0 1 0,0 0 0,1 1 0,0 0 0,0 1 0,1 0 0,0 1 0,0 1 0,0 0 0,1 1-1,0 1 1,0 0 0,0 1 0,0 1 0,21 0 0,-32 2 139,-1-1 0,1 1-1,0 0 1,-1 0 0,1 1 0,-1-1 0,1 1-1,-1 0 1,1 0 0,-1 0 0,0 0-1,0 0 1,0 1 0,0 0 0,-1-1 0,1 1-1,-1 0 1,0 0 0,1 0 0,-1 1 0,-1-1-1,1 0 1,0 1 0,-1-1 0,0 1 0,2 5-1,1 5 251,0 1-1,-2 0 0,1 0 1,-2 0-1,1 19 0,-2 241 5021,8-274-5326,0 0 0,0 0-1,1-1 1,-1 0 0,11-2 0,13 1 7,53 1 10,627 24 461,-234 27-91,-466-53 910,-20-5-1038,-26-8-571,-113-21-4008,71 17-1197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42.7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29 2697,'0'0'6406,"7"-7"-6563,-3 4 146,-3 1 7,1 0 1,0 0-1,-1 0 1,1 0-1,0 1 1,0-1-1,0 1 1,0-1-1,4 0 1,-6 2 4,1-1 0,-1 1 0,0 0 0,1 0 0,-1 0 0,0 0 0,1 0 1,-1 1-1,0-1 0,1 0 0,-1 0 0,0 0 0,1 0 0,-1 0 0,0 0 0,1 0 1,-1 1-1,0-1 0,0 0 0,1 0 0,-1 1 0,0-1 0,0 0 0,1 0 1,-1 1-1,0-1 0,0 0 0,1 0 0,-1 1 0,5 22 91,-3 215 1803,-3-131-1250,-1-75-451,-1 0 1,-2 0-1,-1-1 0,-12 35 1,7-27 162,-8 65 1,18-66-7,19-37-72,39-3 205,0-2 1,94-18-1,-112 13-858,122-22 1110,-127 27-3463,40 0-1,-61 4-1489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43.0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 4481,'0'0'9834,"-36"333"-9834,7-174-544,11-12-5121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48.2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59 3481,'0'0'8000,"0"-12"-7512,0-22-254,0 22 40,0 25 652,16 340-571,-1-94-246,-10 35 3588,-4-294-3517,3 0-96,-3 0-83,714 0-357,-632 4 367,-80-4 235,-3 0-201,0 0-1,1 0 1,-1 0-1,0 0 1,0 0-1,0 0 0,1 0 1,-1 0-1,0 0 1,0 0-1,0 0 1,1 0-1,-1 0 0,0 0 1,0 0-1,0 1 1,0-1-1,1 0 0,-1 0 1,0 0-1,0 0 1,0 0-1,0 0 1,0 1-1,1-1 0,-1 0 1,0 0-1,0 0 1,0 0-1,0 1 1,0-1-1,0 0 0,0 0 1,0 0-1,0 1 1,0-1-1,0 0 0,0 0 1,0 0-1,0 1 1,0-1-1,0 0 1,0 0-1,0 0 0,0 1 1,0-1-1,0 0 1,0 0-1,0 0 0,0 0 1,0 1-1,0-1 1,0 0-1,-1 0 1,1 1-27,13-16-1190,28-53 897,-3-2-1,36-96 0,-29 64-1053,-14 28 547,-30 73 780,-1 1 2,0 0-1,0-1 1,0 1-1,0 0 1,0 0 0,0 0-1,0 0 1,0-1-1,0 1 1,0 0 0,0 0-1,0 0 1,0 0 0,0-1-1,0 1 1,0 0-1,1 0 1,-1 0 0,0 0-1,0 0 1,0-1-1,0 1 1,0 0 0,1 0-1,-1 0 1,0 0 0,0 0-1,0 0 1,0 0-1,0 0 1,1 0 0,-1 0-1,0 0 1,0 0-1,0 0 1,1 0 0,-1 0-1,0 0 1,0 0-1,0 0 1,0 0 0,1 0-1,-1 0 1,0 0 0,0 0-1,1 0-71,-1 16-878,-1-12 968,1 0 1,-1 0-1,1 0 0,0 0 1,1 0-1,-1 0 0,1 0 1,0 0-1,0 0 1,3 7 1989,-4 13-2108,3 25 108,2-1 0,3-1-1,14 54 1,-18-84-6,6 19-1,17 42 0,7 19 104,-27-71-6,2 0 0,0 0 0,2-1 0,1-1 0,28 43 0,-33-51 308,0-16-156,-4 0-246,-2 0-22,0 0-54,0 0 72,0 0 0,0 0-1,0-1 1,0 1-1,-1 0 1,1 0 0,0-1-1,0 1 1,-1-1 0,1 1-1,0 0 1,-1-1 0,1 0-1,0 1 1,-1-1-1,1 1 1,-1-1 0,1 0-1,-1 1 1,1-1 0,-1 0-1,1 1 1,-1-1 0,1-1-1,-1 1 1,0 1 0,1-1 0,-1 0 0,0 1 0,1-1 0,-1 1 0,0-1 0,1 1 0,-1-1 0,1 1 0,-1-1 0,1 1 0,-1-1 0,1 1 0,-1-1 0,1 1 0,-1 0 0,1-1 0,0 1 0,-1 0 0,1 0 0,-1-1 0,2 1 0,5-27 25,51-78 47,-10 16-647,88-126 0,-23 40 242,-91 139 269,-21 33 70,-1 2 54,3 3-690,0-1 563,0 1 0,-1 0 0,1 0 0,0 0 1,-1 0-1,0 0 0,1 0 0,-1 1 0,0-1 0,0 1 0,-1 0 0,1-1 0,0 1 0,1 4 0,8 9 32,32 45 98,-3 1 0,-2 3 0,44 103 0,-27-53 77,12 33 94,-67-147-216,1 0-1,-1 1 1,1-1 0,0 0 0,-1 0 0,1 0 0,0 0-1,0 0 1,0 0 0,0 0 0,0 0 0,0 0 0,0 0 0,0 0-1,0-1 1,0 1 0,2 0 0,-2-1 7,0 0-1,0 0 1,0 0-1,0 0 1,-1 0 0,1 0-1,0-1 1,0 1 0,0 0-1,-1-1 1,1 1 0,0-1-1,-1 1 1,1-1 0,0 1-1,-1-1 1,1 1 0,0-1-1,-1 0 1,1 1-1,-1-1 1,1 0 0,-1 0-1,1 1 1,-1-1 0,0 0-1,1 0 1,-1-1 0,41-67 88,-27 46-102,20-40 0,-12 19-245,42-63 0,10-18-74,-61 102 306,-10 19-8,-1 0 0,1-1-1,-1 1 1,0-1 0,0 1-1,0-1 1,-1 0 0,1 0 0,-1 0-1,1-9 1,-2 14-4,0 0 0,0 0-1,0 0 1,0 0 0,0 0-1,0 0 1,0 0 0,0 0-1,0 0 1,1 0 0,-1 0-1,0 0 1,0 0 0,0 0-1,0 0 1,0 0 0,0 0-1,0 0 1,0 0 0,1 0-1,-1 0 1,0 0 0,0 0-1,0 0 1,0-1 0,0 1 0,0 0-1,0 0 1,0 0 0,0 0-1,0 0 1,0 0 0,0 0-1,0 0 1,1 0 0,2 13-312,-5 69 246,5 101 113,-2-168-14,2-1 0,0 1 0,1-1 0,0 1 0,1-1 0,0 0 1,15 25-1,5 1 125,33 42 1,-52-74-122,-2-1-199,5 5 1045,-8-12-844,-1 0 1,1 0-1,-1 0 0,1 0 0,-1 0 1,1-1-1,-1 1 0,0 0 0,1 0 1,-1 0-1,1 0 0,-1-1 0,1 1 1,-1 0-1,1 0 0,-1-1 0,0 1 0,1 0 1,-1 0-1,0-1 0,1 1 0,-1-1 1,0 1-1,1 0 0,-1-1 0,0 1 1,0-1-1,1 1 0,-1-1 0,0 1 0,0 0 1,0-1-1,0 1 0,1-2 0,16-38 267,20-65-1,-3 4-499,-14 51 38,-2 0 0,-3 0 0,-2-1 1,8-64-1,-14 70 146,1 59-2188,3 16 2434,11 32 19,56 107 0,-50-132 123,-20-35 2305,11-3-3066,-13 1 531,422 10-298,0 0 1993,-430-11-1956,-1 1 1,0 0 0,1-1 0,-1 0 0,0 1-1,1-1 1,-1 0 0,1-1 0,-1 1 0,1 0-1,-5-4 1,-4-2-397,-30-16-2044,5-1-2159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49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0 496,'0'0'4108,"60"0"-3642,192 0 72,-78 5 598,-87-2 56,-3 5 983,-84 9 997,0-4-3222,-7 333 756,4-257-443,0 530 1149,5-327 179,-2-291-1264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50.7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4385,'0'0'5346,"1"40"-5120,-1 9-65,10 195 955,8 199 787,-18-441-1766,-2-51-26,3 0 0,1 0 1,3 0-1,12-52 0,-7 52-629,3 2-1,2 0 0,2 1 0,2 0 0,2 1 0,2 2 0,31-45 0,-46 75 275,2 1 0,0-1 0,0 2 0,22-20 0,-27 27 187,0 0 0,1 1 0,0-1 0,-1 1 0,1 0 0,1 1 0,-1 0 0,0 0 0,0 0 0,1 0 0,-1 1 0,1 0 1,12 0-1,-15 1 27,0 0 1,0 0-1,0 0 1,1 1-1,-1-1 1,0 1-1,0 0 1,6 2-1,-9-1 37,1-1 0,-1 0-1,1 0 1,-1 1 0,1-1 0,-1 1-1,0-1 1,1 1 0,-1 0 0,0-1-1,0 1 1,0 0 0,0 0 0,-1 0-1,1 0 1,-1 0 0,1 0 0,0 3-1,2 14 191,0-1 0,-1 1 0,0-1 0,-2 1 0,-3 34 0,1-40-82,0 0-1,-1 0 1,-1 0-1,0-1 1,0 1-1,-1-1 1,-1 0-1,-13 21 1,19-33-105,-14 20 236,0 0 1,-24 24-1,34-40-155,-1 0 0,1 0 0,-1 0 0,1-1-1,-1 0 1,0 0 0,0 0 0,0 0 0,-1-1 0,1 1 0,-1-1-1,1-1 1,-1 1 0,0-1 0,-10 1 0,14-2-54,0 0 0,0 0 0,0 0 0,0 0 0,0 0 0,0 0 0,0-1 0,1 1 0,-1-1 0,0 0 1,0 1-1,0-1 0,0 0 0,0 0 0,1 0 0,-1 0 0,1 0 0,-1-1 0,-1-1 0,1 1-43,1-1 0,0 1 0,-1-1 0,1 0 0,1 1 1,-1-1-1,0 0 0,1 0 0,-1 1 0,1-1 0,0 0 0,0-5 0,0 6 3,0 1 0,0 0 0,-1 0 0,1-1 0,1 1 0,-1 0 0,0 0 0,0-1 0,0 1 0,1 0 0,-1 0 0,1-1 0,-1 1 0,1 0 0,-1 0 0,2-2 0,18 0-159,-12 4 128,8-2 4,1 1 1,0 1-1,-1 0 0,1 2 0,-1 0 0,1 0 0,17 8 1,-11-1 120,-1 1 0,0 2 0,0 0 0,-1 1 0,-1 1 0,-1 1 1,0 1-1,-1 1 0,0 0 0,-2 1 0,0 1 0,-2 0 0,0 1 0,-1 1 1,-1 0-1,-1 1 0,16 47 0,-17-45 94,-8-20-163,0 0-1,0 0 0,0 0 1,-1 0-1,1 0 0,-1 0 1,-1 0-1,1 1 0,-1 7 1,0-12-290,-4-6-1049,-15-18-2670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51.0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184 1 6041,'0'0'6394,"-65"317"-6394,6-174-592,0-12-2681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52.1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 1064,'-6'0'15267,"1158"55"-15315,-1051-47 108,-117-8-1729,-12 0-2979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56.20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1031 1 6697,'0'0'6168,"-14"14"-6101,-168 184 689,-9 29 406,-249 388-1,401-548-2454,-49 116 1,87-179 1023,0-1 0,-1 1 0,0-1 0,1 0 0,-1 1 0,-1-1 0,1 0 1,0 0-1,-1 0 0,0-1 0,-2 3 0,3-3-109,-1-1 0,1 0 0,0 0 1,0 0-1,-1 0 0,1-1 0,0 1 0,-1-1 0,1 1 0,-1-1 0,1 0 0,-3 0 0,-12 0-3932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56.56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4081,'0'0'7730,"195"254"-7522,-112-155 24,0-8-24,-12-3-64,6-21-144,-6-19-496,-11-24-2489,-19-20-3344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3:56.8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149 0 1328,'0'0'6978,"-18"318"-5786,-41-140-1192,-12 1-1064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00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102 68 4441,'0'0'12907,"-19"-4"-12729,-56-15-190,68 16-241,13 0 150,16 1-10,464-30-90,-411 28-981,-41 4-2681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00.3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3689,'0'0'8970,"326"0"-8810,-184 4-160,-29-4-1313,-18 0-3600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0.0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0 532 3345,'0'0'10962,"5"0"-10913,12-2-36,-1 0 0,0 0 0,0-2 0,0 0 0,-1-1-1,0 0 1,1-1 0,-2-1 0,1-1 0,19-12 0,-5 0-21,-1 0 0,-1-2 1,48-50-1,-53 47-265,-1-2 0,-2-1 1,0 0-1,-2-2 0,-1 0 0,-2 0 0,-1-1 0,-1-1 0,8-35 1,-18 63-454,-1 7 298,1 18 194,0 31 360,-2 21 306,-5 255 1470,4-206-3512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0.4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0 120 4121,'0'0'10766,"3"-2"-10406,22-7-352,39-1 248,87-3-1,-66 8-71,402-10 83,-250 13-579,-214 2-329,1-1-1,-1-1 1,0-1 0,0-1 0,0-1 0,0-1 0,33-13 0,-16-4-4094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1.3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13 339 1400,'0'0'10189,"3"30"-10071,19 203 411,0 192 2350,-23-444-2820,-1 1-1,-1-1 1,-1 1 0,-10-28-1,-7-37-303,13 22-96,3-1 0,4-81-1,1 88 126,0 30 83,2 1-1,0 0 1,1-1 0,2 1 0,0 0-1,2 1 1,0-1 0,2 1-1,1 1 1,0 0 0,2 0-1,0 1 1,2 0 0,0 1 0,1 1-1,1 0 1,1 1 0,25-21-1,-34 32 1,0 1-1,0-1 0,1 2 0,0-1 1,1 1-1,-1 0 0,1 1 0,0 0 1,0 1-1,0 0 0,1 0 0,-1 1 1,1 0-1,-1 1 0,1 1 0,0-1 0,-1 2 1,1-1-1,14 4 0,-22-3 102,0 0 0,0 0 0,0 0 1,0 0-1,-1 0 0,1 1 0,0 0 0,-1-1 0,1 1 0,-1 0 0,1 0 0,-1 1 0,0-1 0,0 0 1,3 5-1,-2-2 5,0 1-1,0 0 1,-1-1 0,0 1 0,0 0 0,0 0 0,1 9 0,-1 8 17,0-1 0,-2 1 0,-3 29 0,3-50 9,-2 14 29,0 0 0,-2 0 0,0-1 0,0 1-1,-2-1 1,0 0 0,0-1 0,-2 1 0,1-1 0,-16 19 0,-10 10 317,-68 67 0,97-106-316,1-1-10,-83 78 685,77-73-543,-1-1 1,1 0 0,-1-1-1,-1 0 1,1-1 0,-1 0-1,-19 6 1,29-10-135,0-1 1,0 1-1,0-1 1,0 0-1,0 1 1,0-1-1,-1 0 1,1 0-1,0 0 1,0 1-1,0-1 0,0 0 1,0-1-1,-1 1 1,1 0-1,0 0 1,0 0-1,0-1 1,0 1-1,0-1 1,0 1-1,0-1 0,0 1 1,0-1-1,0 1 1,0-1-1,0 0 1,0 1-1,0-1 1,1 0-1,-1 0 0,0 0 1,0 0-1,1 0 1,-1 0-1,1 0 1,-1 0-1,0-1 1,0-4-44,1 1 0,-1-1 0,1 1 0,0-1 0,1 1 1,1-10-1,-2 9 54,1 3-45,0 1 1,0-1-1,0 0 1,0 1-1,1-1 1,-1 1-1,1-1 1,-1 1-1,1 0 1,0 0-1,0 0 1,0 0-1,0 0 1,0 0-1,0 0 1,0 0 0,1 1-1,-1 0 1,1-1-1,-1 1 1,6-2-1,3-1-79,0 0 1,1 1-1,22-3 0,4 2-138,0 1 0,1 2 0,53 6 0,-81-3 237,0 1 0,0 0-1,1 1 1,-2 0 0,1 1 0,0 0 0,-1 0 0,0 1 0,0 1-1,-1 0 1,0 0 0,0 1 0,-1 0 0,10 11 0,-6-5 156,0 0 0,-2 1 1,1 0-1,-2 0 1,0 1-1,-1 1 1,-1-1-1,8 28 1,-11-25-27,-2 0 1,0 0 0,-1 0-1,-2 27 1,0-9-48,1-36-94,0 1-1,0 0 0,0 0 0,0-1 1,0 1-1,0 0 0,-1 0 1,1-1-1,-1 1 0,1 0 0,-1-1 1,0 1-1,0 0 0,0-1 0,0 1 1,0-1-1,0 1 0,0-1 0,0 0 1,0 0-1,-1 1 0,1-1 0,0 0 1,-1 0-1,1 0 0,-1 0 0,1 0 1,-4 0-1,-2 1-448,0 0 1,0-1 0,0 0-1,0 0 1,-14-1 0,-8 0-4033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1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143 1 5449,'0'0'6434,"17"262"-6074,-64-88-360,-6-23-1081,-7-16-3872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2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4985,'0'0'6121,"-23"270"-5545,23-187-23,0 9-161,0-5-96,0-4-192,0-3-48,0-9-56,0-19-528,0-21-1121,0-19-1015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2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0 416,'0'0'11459,"195"0"-11307,-100 0-152,36 8-40,-25 0-1409,-23 0-3552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3.5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0 535 1360,'0'0'7958,"56"-35"-7827,181-118-131,-212 137-12,-2-2 0,32-31 0,-43 36-7,-1-1 1,15-24-1,-11 15-4,-1 4 20,-3 4 31,0 0 1,-1-1 0,-1 0-1,0-1 1,-2 0 0,12-35-1,-15 43 184,0 10-315,2 10-243,-6-11 346,10 27 91,-2 1 1,10 56-1,1 64 1031,-17-122-882,12 84 372,4 56 504,-13-53-6352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3.8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 6889,'0'0'7066,"368"8"-6234,-203-8-216,1 0-120,6-8-40,-6-4-247,-18 4-81,-11 0-120,-25 4-8,-23 4-385,-18 0-791,-29 0-1528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4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 0 3993,'0'0'5477,"30"43"-4976,95 143 60,-106-159-360,-2 0 1,-2 2-1,0 0 1,11 32-1,-19-42-75,5 17 56,-2 0 0,-1 1 1,-3 0-1,0 1 0,-3-1 0,-1 62 0,-1-91-172,-1 1 1,-1 0-1,1 0 0,-1-1 0,-1 1 0,0-1 1,0 1-1,-1-1 0,0 0 0,-8 16 0,8-20 3,0 1-1,-1-1 0,0 0 1,0-1-1,0 1 0,0-1 0,-1 1 1,1-1-1,-1-1 0,0 1 0,0-1 1,0 1-1,0-1 0,0-1 0,-1 1 1,1-1-1,-1 0 0,-9 1 0,-2 0 6,-1-1-1,1-1 0,-1 0 0,1-1 0,0-1 0,-1 0 0,1-2 0,0 0 0,0 0 1,1-2-1,-28-13 0,35 15-88,0-1 1,1 0-1,0-1 1,1 0-1,-1 0 0,1-1 1,0 0-1,0 0 1,1-1-1,0 1 1,1-1-1,-1 0 1,2-1-1,-1 0 0,1 1 1,0-1-1,1-1 1,0 1-1,1 0 1,-1-1-1,2 1 0,-2-17 1,2 5-55,0 1 1,2-1-1,3-27 1,-2 41 75,-1 0 0,1 1 0,0-1 0,0 1 0,1 0 0,0 0 0,0 0 0,1 0 0,-1 0 0,1 0 0,1 1 0,-1 0 0,10-9 0,2 1-234,2 0 0,0 1 0,0 0 0,1 2 0,33-14 0,51-11-3957,-83 27-394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4.8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3833,'0'0'4689,"18"235"-6538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5.2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 3937,'0'0'3493,"7"43"-3005,24 140 41,-25-151-336,2-1-1,12 33 0,-13-48-103,1 1 1,1-2-1,12 18 0,7 2-5,-26-33-91,-1-1 1,1 1-1,0-1 0,0 0 1,0 1-1,1-1 0,-1 0 1,0 0-1,0 0 0,1-1 0,-1 1 1,0-1-1,1 1 0,-1-1 1,4 0-1,-4 0-4,0-1 0,0 1 0,0-1 0,0 0 0,0 0 0,-1 0 0,1 0 0,0 0 0,-1 0 0,1 0 0,-1-1 0,1 1 0,-1 0 0,1-1 0,-1 1 0,0-1 0,0 0 0,0 1-1,0-1 1,0 0 0,0 0 0,0-2 0,20-50 109,-17 42-94,6-23 91,-2-1 1,-1 0-1,-2 0 1,1-41-1,-5 91-66,0 0-1,1 0 1,1 0-1,0 0 1,1 0-1,0-1 1,1 1-1,1-1 1,0 0-1,1-1 1,0 0-1,1 0 1,0 0-1,1-1 0,0 0 1,1-1-1,0 0 1,1 0-1,0-1 1,0-1-1,1 0 1,18 10-1,-26-16 21,1 0 0,0-1 1,0 1-1,-1-1 0,1 0 0,0 0 0,9 0 0,-12-1 1,0 0 0,0 0 0,0 0-1,0-1 1,0 1 0,0 0 0,0-1 0,-1 0-1,1 1 1,0-1 0,0 0 0,0 0 0,-1 0-1,1 0 1,0 0 0,-1 0 0,1 0 0,-1-1 0,1 1-1,-1-1 1,0 1 0,0-1 0,2-2 0,3-8 140,-1-1-1,0 0 1,-1 0 0,0 0 0,-1-1 0,0 1 0,0-20 0,0-106-109,-4 92-76,2 25-54,-1 9 26,1-1 0,-2 0 0,0 0 0,0 0 0,-2 0 0,1 0 0,-7-18 0,6 23-142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5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1592,'0'0'8043,"6"35"-7636,4 13-185,1 10 392,8 93 0,-15 259 2221,-6-221-2111,2-140-612,2-48-116,0 0-1,0 0 1,0 0 0,0-1-1,1 1 1,-1-1-1,0 1 1,1-1 0,-1 0-1,0 0 1,1 0-1,-1 0 1,0 0-1,4-1 1,-1 1-16,17-2 28,0 0 0,0-1 0,0-1 0,0-1 0,-1-1 0,0-1 0,32-16 0,-36 17-351,-3 0-1477,-1 0-1,26-15 1,-26 13-3108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16.0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136 0 1592,'0'0'10010,"48"218"-8881,-78-15-705,-41-21-424,-12-15-5689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1.0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132 305 1736,'0'0'5972,"-5"35"-5789,-26 221 469,-56 284 2371,80-499-2971,7-39 50,0-21 501,-2-102-338,4-146-790,2 217 367,1 1 0,2 1 0,20-68-1,-6 50-55,48-102 0,-55 138 93,3 1 0,0 0 0,2 1 0,0 1 0,34-35 0,-46 55 85,0 1 1,0-1-1,0 2 1,1-1 0,-1 1-1,2 0 1,-1 0 0,0 1-1,1 1 1,0-1-1,-1 1 1,2 0 0,-1 1-1,0 0 1,0 1 0,0 0-1,1 0 1,10 2-1,-17-1 8,0 0 0,0 1 0,0-1-1,0 1 1,0 0 0,0 0 0,0 0-1,0 1 1,-1-1 0,1 1 0,0-1-1,-1 1 1,0 0 0,1 0 0,-1 0-1,0 0 1,0 1 0,0-1 0,0 0 0,0 1-1,-1-1 1,1 1 0,-1 0 0,1 0-1,-1-1 1,0 1 0,0 0 0,0 6-1,3 7 11,-2 0 1,0 1-1,-1-1 0,-1 19 0,0-27 22,1 12 59,-2-1-1,0 1 1,-1 0-1,-1-1 0,-1 1 1,0-1-1,-2 0 1,0 0-1,-1-1 1,-1 0-1,-11 19 1,-8 5 266,-1-1 0,-2-1 1,-2-2-1,-56 53 1,80-84-221,0-1 0,0 0 1,0 0-1,-1-1 1,-17 9-1,21-12-14,0 0 0,0 0 0,0-1 0,0 0 0,-1 0 0,1 0 1,-1 0-1,1-1 0,0 0 0,-1 0 0,1-1 0,-7 0 0,11 0-96,0 1 0,-1-1 0,1 1 0,0-1 0,0 0-1,0 1 1,-1-1 0,1 0 0,0 0 0,0 0 0,0 0 0,0 0 0,0 0-1,1 0 1,-1 0 0,0 0 0,0-1 0,1 1 0,-1 0 0,1 0 0,-1-1 0,1 1-1,-1 0 1,1-3 0,-3-35-266,3 33 214,0-2 25,-1-3-148,1 0 1,1 1 0,0-1 0,4-18 0,-4 26 128,0 0 0,0 0 0,1 0 0,-1 0 1,1 1-1,-1-1 0,1 0 0,0 1 0,0-1 1,0 1-1,0 0 0,1-1 0,-1 1 0,1 0 1,-1 0-1,1 1 0,-1-1 0,1 1 1,0-1-1,5-1 0,0 0-12,1 1 0,0 0 0,-1 1-1,1 0 1,0 0 0,0 0 0,0 1 0,0 1 0,-1 0 0,1 0 0,0 0-1,-1 1 1,1 0 0,-1 1 0,1 0 0,-1 0 0,0 1 0,0 0 0,-1 1-1,12 7 1,4 9 74,-1 0-1,-1 2 0,-1 0 1,-1 1-1,-1 1 0,20 37 1,73 171 1265,-83-169-676,-17-42-365,-7-14-133,0-1 0,-1 1 1,1 1-1,-1-1 1,-1 0-1,0 1 0,0-1 1,0 10-1,-25-18-2763,-1 0-3161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7.8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2025 464,'0'0'11560,"-4"2"-10912,-16 8 788,20-12-1389,0 1-1,0-1 0,0 0 0,0 1 0,0-1 1,1 1-1,-1-1 0,1 0 0,-1 1 0,1-1 1,-1 1-1,1-1 0,1-2 0,10-14 85,0 0 1,1 0-1,25-25 0,-2 3 38,95-111 157,65-65-123,783-772-695,-485 495-1620,-491 490 2115,-2 3 3,0-2 0,0 1 0,0 0 0,0 0 0,0 0 0,0 0 0,-1 0 0,1-1 0,0 1 0,0 0 0,-1-1-1,1 1 1,-1-1 0,0 1 0,1-3 0,-1 3 26,-2 20-625,1-18 541,0 1 1,-1-1 0,1 0 0,0 0-1,-1 0 1,1 0 0,-1 0 0,0 0-1,1 0 1,-1 0 0,0-1 0,1 1-1,-1-1 1,0 1 0,0-1 0,1 0-1,-1 0 1,-3 1 0,-41-2-1566,26 0 578,-21 1-2423,23 0 868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8.2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0 283 3121,'0'0'8379,"12"-20"-7991,-11 18-379,7-12 14,0 1 0,0 1 0,1-1 0,1 1 1,0 1-1,1 0 0,0 0 0,1 1 1,0 1-1,19-13 0,14-2-19,94-38 0,-115 54-65,1 1 1,0 0 0,1 2 0,0 1 0,47-1 0,-64 5 64,0 0 0,0 0 0,0 1 0,0 0 1,0 1-1,12 3 0,-19-4 0,1 1-1,0-1 1,-1 0-1,1 1 1,-1 0 0,1-1-1,-1 1 1,0 0-1,0 0 1,0 1 0,0-1-1,0 0 1,0 1 0,-1-1-1,1 1 1,-1-1-1,0 1 1,1 0 0,-1-1-1,0 1 1,-1 0-1,1 0 1,0 4 0,1 2 16,0 2 1,-1-1 0,-1 0 0,0 0 0,0 0 0,-1 0 0,0 0 0,0 0 0,-1 0-1,-1 0 1,0 0 0,0-1 0,-1 1 0,0-1 0,0 0 0,-1 0 0,-10 14 0,-65 77 468,-51 69 247,105-131-536,1 1-1,-30 68 1,25-42-113,30-65-74,0 0 1,0 1-1,0-1 1,0 0 0,-1 0-1,1 1 1,0-1-1,0 0 1,0 0-1,0 1 1,-1-1 0,1 0-1,0 0 1,0 1-1,0-1 1,-1 0 0,1 0-1,0 0 1,0 1-1,-1-1 1,1 0-1,0 0 1,0 0 0,-1 0-1,1 0 1,0 0-1,-1 0 1,1 0 0,0 0-1,-1 0 1,1 1-1,0-1 1,0-1-1,-1 1 1,1 0 0,0 0-1,-1 0 1,1 0-1,0 0 1,0 0-1,-1 0 1,1 0 0,0 0-1,-1-1 1,1 1-1,0 0 1,0 0 0,-1 0-1,1 0 1,0-1-1,0 1 1,0 0-1,-1 0 1,1-1 0,0 1-1,0 0 1,0 0-1,0-1 1,-1 1-1,-12-21 586,-190-455-275,201 472-387,1-1 0,0 1-1,-1 0 1,2 0-1,-1 0 1,0-8-1,3 12-457,0-1 0,0 1 0,0 0 0,0-1 0,0 1 0,0 0 0,0 0 0,1 1 0,-1-1 0,4 1-1,32 9-4832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1.7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6305,'0'0'7459,"43"0"-7149,79 0-206,405-2 568,-235-6-318,750-10 1071,281-18-210,-1183 32-1513,-149 20-4072,-16 0 316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3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108 378 336,'0'0'12917,"-11"23"-12820,6-11-82,-5 7 6,1 0 1,1 1-1,1 1 1,1-1-1,1 1 0,1 0 1,-2 23-1,3 2 50,-23 246 582,19-149-526,7-233-47,9-251-1031,-4 289 448,2 0 0,3 1 0,2 0 0,29-78 0,-28 98 228,0 0 0,2 1 0,1 1 0,2 1 0,23-29 0,-34 48 206,0 0 1,0 1 0,1 0-1,1 0 1,-1 1 0,1 0 0,1 1-1,-1-1 1,1 2 0,0 0 0,0 0-1,0 0 1,1 2 0,0-1 0,0 1-1,0 1 1,0 0 0,17-1 0,-25 3 9,0 0 0,0 0 0,0 0 0,0 0 0,0 1 0,0-1 0,0 1 0,0 0-1,0 0 1,0 0 0,-1 0 0,1 0 0,0 1 0,-1-1 0,5 4 0,-4-2 42,-1 0 0,0 0 0,-1-1 0,1 1 0,0 0 0,-1 1-1,0-1 1,1 0 0,-1 0 0,-1 1 0,1-1 0,0 0 0,-1 7-1,3 13 140,-2 0 0,0 0 0,-6 46-1,3-56 10,-1 0-1,0 0 1,-1 0 0,0 0-1,-1-1 1,0 0-1,-1 1 1,-8 10-1,-6 6 216,-1-1 0,-31 32-1,38-46-180,0-1-1,-2 0 1,1 0 0,-1-2-1,-26 14 1,37-22-28,0-1 1,1 0 0,-1-1 0,0 1 0,0-1 0,0 0 0,0 0-1,0-1 1,0 1 0,-7-1 0,11-19-752,1 17 558,0 0-1,0 0 0,0 0 0,0 0 0,1 0 0,-1 0 1,0 0-1,1 1 0,0-1 0,-1 0 0,1 0 1,0 1-1,0-1 0,0 0 0,0 1 0,0-1 0,0 1 1,0-1-1,0 1 0,1-1 0,-1 1 0,0 0 0,1 0 1,0 0-1,-1 0 0,1 0 0,-1 0 0,5-1 0,1 0-81,1 0-1,0 1 1,0 0-1,0 0 0,15 1 1,-19 0 88,-1 0 30,-1 1 1,0-1 0,1 0-1,-1 1 1,1 0 0,-1-1-1,0 1 1,0 0 0,0 0-1,1 0 1,-1 0 0,0 1-1,0-1 1,0 1 0,-1-1-1,5 4 1,-2 0 31,0 1-1,0-1 1,0 1 0,-1 0 0,0 0 0,3 6-1,3 12 220,-2 0-1,7 34 0,-13-54-198,10 63 1287,-4 1 0,-1 131 0,-6-195-1278,-1 4-7,0 1 0,-1-1 0,1 0 0,-2 0 0,1 0 0,-1 0 0,0 0 0,-1 0 0,0-1 0,0 1 0,-1-1 0,0 0 1,0-1-1,-11 12 0,16-18-40,0 0 1,0 0 0,0 1-1,0-1 1,0 0 0,0 1-1,0-1 1,0 0 0,0 0 0,-1 1-1,1-1 1,0 0 0,0 0-1,0 1 1,0-1 0,-1 0-1,1 0 1,0 0 0,0 1-1,-1-1 1,1 0 0,0 0 0,0 0-1,-1 0 1,1 0 0,0 0-1,0 1 1,-1-1 0,1 0-1,0 0 1,-1 0 0,1 0-1,0 0 1,0 0 0,-1 0 0,1 0-1,0 0 1,-1 0 0,1 0-1,0-1 1,0 1 0,-1 0-1,1 0 1,0 0 0,-1 0-1,1 0 1,0 0 0,0-1 0,-1 1-1,1 0 1,-1-18-1130,1 14 792,0-33-3340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3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4689,'0'0'6985,"0"0"-6996,0-1-1,0 1 1,0 0-1,0-1 1,-1 1-1,1 0 1,0 0-1,0-1 0,0 1 1,0 0-1,0 0 1,0-1-1,0 1 1,1 0-1,-1-1 1,0 1-1,0 0 0,0 0 1,0-1-1,0 1 1,0 0-1,0 0 1,1-1-1,-1 1 1,0 0-1,0 0 0,0-1 1,0 1-1,1 0 1,6 0 7,0 1 0,0 0 0,0 0 0,0 0 1,-1 1-1,1 0 0,0 0 0,-1 1 0,0 0 0,1 0 0,-1 0 1,0 1-1,-1 0 0,1 0 0,-1 1 0,1-1 0,-1 1 1,-1 0-1,1 1 0,-1-1 0,0 1 0,0 0 0,0 0 1,-1 0-1,0 0 0,0 1 0,-1-1 0,0 1 0,0 0 0,0 0 1,-1-1-1,0 1 0,0 11 0,-1 5 19,-3 61 54,2-75-62,-1-1 0,0 1 1,0-1-1,-1 1 0,0-1 0,-1 0 0,-6 11 0,-12 18 17,12-23-12,0 1 0,1 1 0,1 0 0,1 0 0,-9 25 0,16-41-15,0 1 0,0-1 0,0 1-1,1 0 1,-1-1 0,0 1 0,0-1-1,0 1 1,0-1 0,1 1 0,-1-1-1,0 1 1,0-1 0,1 1 0,-1-1-1,1 1 1,-1-1 0,0 1 0,1-1-1,-1 1 1,1-1 0,-1 0-1,1 1 1,-1-1 0,1 0 0,-1 0-1,1 1 1,-1-1 0,1 0 0,-1 0-1,1 0 1,0 1 0,-1-1 0,1 0-1,-1 0 1,1 0 0,0 0 0,-1 0-1,1 0 1,0-1 0,37 1-248,-23 0 157,-12 0 85,25 0-571,-1-1 0,51-8 0,-18-9-2202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4.1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5457,'0'0'5889,"-12"210"-5408,6-130-137,0-1 32,1 0-112,-1-11-168,0-5-16,0-15-80,0-12-512,0-21-1185,0-15-743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4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72,'0'0'6721,"368"0"-7761,-315 0-1720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4.8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3529,'0'0'4975,"0"37"-3706,0 122-289,-1-69-191,3 18 212,-2-104-985,1 0 0,0 0 0,-1 0 0,1 0 0,0 0 0,1 0 0,-1-1 0,1 1 0,0 0 0,0-1 1,0 1-1,0-1 0,0 0 0,5 5 0,-5-7-27,0 1 0,-1-1 0,1 0 0,0 1 1,0-1-1,0 0 0,0 0 0,0 0 0,0-1 0,0 1 1,1 0-1,-1-1 0,0 0 0,0 1 0,1-1 0,-1 0 0,0 0 1,0 0-1,0 0 0,1-1 0,-1 1 0,0-1 0,0 1 1,0-1-1,0 0 0,1 0 0,-1 0 0,2-1 0,1-2 4,1 1-1,-1-1 1,0-1-1,-1 1 1,1-1-1,-1 1 1,0-1 0,0-1-1,-1 1 1,1 0-1,2-8 1,31-72-207,-24 53-85,16-51-1040,-29 82 1321,1 1 0,-1 0 0,0 0 1,0 0-1,0 0 0,0 0 0,0-1 0,0 1 1,0 0-1,0 0 0,1 0 0,-1 0 1,0 0-1,0 0 0,0 0 0,0-1 1,0 1-1,1 0 0,-1 0 0,0 0 1,0 0-1,0 0 0,0 0 0,1 0 1,-1 0-1,0 0 0,0 0 0,0 0 1,0 0-1,1 0 0,-1 0 0,0 0 0,0 0 1,0 0-1,0 0 0,1 0 0,-1 0 1,0 0-1,0 1 0,0-1 0,0 0 1,0 0-1,1 0 0,-1 0 0,0 0 1,0 0-1,0 0 0,0 1 0,0-1 1,0 0-1,0 0 0,1 0 0,-1 0 0,5 10-293,0 5 275,0 0 1,1-1 0,1 1 0,14 23 0,-18-35 90,-1 1 0,1-1 0,0 1 0,0-1 0,0 0 1,0 0-1,0-1 0,1 1 0,-1-1 0,1 1 0,0-1 0,0 0 0,-1-1 0,1 1 1,1-1-1,-1 1 0,0-1 0,0 0 0,0-1 0,1 1 0,-1-1 0,0 0 0,7 0 1,-9-1-7,1 0 0,-1 0 0,1 0 1,0 0-1,-1 0 0,0 0 1,1-1-1,-1 1 0,0-1 0,0 0 1,0 1-1,0-1 0,0 0 1,0 0-1,0-1 0,0 1 0,-1 0 1,0 0-1,1-1 0,1-3 1,3-7 143,-1-1 0,7-20 1,-6 3-57,0 0 0,-2 0 0,-1 0 0,-3-55 0,0 64 4,-4-17 580,4 38-691,0 0 1,0-1 0,-1 1 0,1 0-1,0 0 1,-1 0 0,1 0-1,-1-1 1,0 1 0,1 0 0,-1 0-1,0 0 1,1 0 0,-1 0-1,0 1 1,0-1 0,0 0 0,0 0-1,0 0 1,0 1 0,0-1-1,0 0 1,0 1 0,0-1 0,0 1-1,0 0 1,-1-1 0,1 1-1,-1 0 1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5.1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1592,'0'0'9354,"16"-1"-9339,-4 1-15,1 0-1,-1 0 1,0 1 0,18 4-1,-25-4 1,1 1 0,0 0-1,-1 0 1,1 0 0,-1 1-1,1 0 1,-1 0 0,0 0 0,-1 0-1,1 1 1,0 0 0,-1 0-1,0 0 1,0 1 0,4 5-1,-3-2 26,-1 0-1,1 0 1,-2 0-1,1 0 0,-1 1 1,0-1-1,-1 1 1,0 0-1,1 9 0,-1 11 183,-2 43-1,0-32-37,0-36-109,-1 1 0,1-1 0,-1 0 0,0 1 0,0-1 0,-1 0 0,1 0 0,-1 1 1,0-1-1,0 0 0,0-1 0,0 1 0,-1 0 0,-3 3 0,-15 26 414,21-33-477,0 0-1,0 1 1,0-1 0,-1 0-1,1 0 1,0 0 0,0 0-1,0 0 1,0 1 0,0-1 0,-1 0-1,1 0 1,0 0 0,0 0-1,0 1 1,0-1 0,0 0-1,0 0 1,0 0 0,0 1 0,0-1-1,0 0 1,0 0 0,0 0-1,0 1 1,0-1 0,0 0 0,0 0-1,0 0 1,0 1 0,0-1-1,0 0 1,0 0 0,0 0-1,0 1 1,0-1 0,0 0 0,0 0-1,0 0 1,1 0 0,-1 1-1,0-1 1,0 0 0,0 0 0,0 0-1,1 0 1,-1 0 0,0 1-1,0-1 1,0 0 0,0 0-1,1 0 1,-1 0 0,0 0 0,0 0-1,0 0 1,1 0 0,-1 0-1,0 0 1,0 0 0,0 0-1,1 0 1,-1 0 0,0 0 0,0 0-1,0 0 1,1 0 0,-1 0-1,0 0 1,165 0-3180,-121 0-1117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5.5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 3513,'0'0'6096,"0"36"-4593,0 251 332,-3-224-1212,-19 124 1,-31 62 397,18-93-566,21-95-377,6-29-51,1 0-1,2 0 1,-3 43-1,8-75-57,13-1 59,-1 0 0,1-2-1,-1 0 1,0 0-1,15-6 1,22-6-30,-23 9-415,1 2 0,40-1 0,14 4-3264,-66 1 2540,23 0-3556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6.0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126 167 2817,'0'0'12150,"-21"-16"-11744,-62-51-504,80 64 80,1 1-1,0 0 1,-1-1-1,1 1 1,0-1-1,1 0 1,-1 0-1,-2-5 0,3-10-136,2 10 87,-1 7 63,0 0 0,0 0 0,1 0 0,-1 0 0,0 1 0,0-1 0,1 0 0,-1 0 1,0 0-1,1 1 0,-1-1 0,1 0 0,-1 0 0,1 1 0,-1-1 0,1 0 1,-1 1-1,1-1 0,0 1 0,-1-1 0,1 1 0,0-1 0,1 0 0,26-7-137,40 5-316,-56 3 289,-2 0 85,0 1-1,1-1 1,-1 2 0,0-1 0,0 2 0,0-1 0,0 1 0,0 1-1,-1 0 1,14 7 0,-18-8 78,-1 0 0,0 0 0,0 1 0,0-1 0,0 1 0,0 0 0,-1 0-1,0 0 1,0 0 0,0 1 0,0-1 0,0 1 0,-1 0 0,0 0 0,0 0 0,-1 0 0,1 0 0,-1 0-1,0 1 1,0-1 0,-1 0 0,0 9 0,0 4 23,1-6 49,-1 0 0,0 0 1,-1 0-1,0 0 1,-1 0-1,0 0 1,-8 19-1,-21 31 187,23-50-214,1 1 0,0 0 1,1 0-1,1 1 0,0-1 1,1 1-1,0 0 0,1 1 0,-2 24 1,5-39-31,0 1 0,1 0 0,-1-1 1,1 1-1,0 0 0,-1-1 0,1 1 1,-1-1-1,1 1 0,0-1 0,0 1 0,-1-1 1,1 1-1,0-1 0,0 0 0,-1 1 1,1-1-1,0 0 0,0 0 0,0 0 1,-1 0-1,1 0 0,0 0 0,0 0 0,0 0 1,0 0-1,0 0 0,35 0 162,-26-1-102,43 2-650,-1-3 0,100-17 0,-102 8-3914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7.4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4537,'0'0'7586,"379"8"-8002,-260-8-505,-31 0-1247,-16 0-1977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7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4337,'0'0'5833,"438"27"-5841,-301-27-1512,-13 0-3081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8.1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0 571 3449,'0'0'5900,"65"-28"-5386,212-96-290,-250 111-221,-1-1-1,0-2 1,26-21-1,-35 23-61,-2-1-1,23-28 1,-21 23-21,7-10-117,-1-1 0,21-37 0,-13 2 261,-29 61-4,-1 1 0,0 0 1,1 0-1,-2-1 1,1 1-1,0 0 0,-1-1 1,0 1-1,-1-8 0,17 106 167,3 130-1,-3-21 744,25 102-2339,-40-283-1286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8.5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2785,'0'0'9034,"320"0"-7850,-166 0-568,6 0-272,-5 0-192,-13 0-72,-12 0-80,-5 8-784,-37 0-904,-22-4-1449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9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14 165 5569,'0'0'8629,"-2"39"-8599,0 0-23,-6 219 105,8 15 1470,0-295-1444,-2-56-300,5 0 0,2 0 0,18-87 0,-20 152 120,37-137-533,-34 133 529,0 1 1,1 0-1,1 0 1,0 0-1,1 1 1,18-22-1,-21 31-17,0 1-1,1 0 0,-1 0 1,1 0-1,0 1 1,1 0-1,-1 0 0,1 1 1,-1 0-1,1 1 1,0-1-1,0 1 0,14-1 1,-15 2 5,-1 0 1,0 1-1,0-1 1,1 1-1,-1 0 0,0 1 1,0 0-1,0 0 1,1 0-1,-1 1 0,0 0 1,0 0-1,-1 0 1,1 1-1,0-1 0,-1 2 1,0-1-1,6 5 1,-7-3 17,0 0 1,-1 0-1,1 1 0,-1 0 1,-1-1-1,1 1 1,-1 0-1,0 0 0,0 1 1,0-1-1,-1 0 1,1 12-1,-1-7 39,-1 0-1,0 0 0,0 0 1,-1 0-1,-1 0 1,-4 20-1,2-22 12,1-1-1,-1 0 0,-1-1 0,0 1 1,0-1-1,0 0 0,-1 0 1,0 0-1,-12 10 0,-4 1 27,-43 28 1,51-38-7,-1 0 0,1-1 0,-1 0 0,0-1 0,-1-1 0,1-1 0,-1 0 0,0-1 0,0 0 0,0-1 0,-28-1 0,43-2-57,0 1-1,0 0 1,1-1 0,-1 1 0,0 0 0,0-1 0,0 1 0,0-1-1,1 0 1,-1 1 0,0-1 0,1 0 0,-1 1 0,0-1 0,1 0-1,-1 0 1,1 1 0,-1-1 0,1 0 0,-1 0 0,1 0 0,0 0-1,-1 0 1,1 0 0,0 0 0,0 0 0,0 0 0,0 1 0,0-1-1,0 0 1,0 0 0,0 0 0,0 0 0,0-2 0,0 2 3,0-1 1,0 1 0,1 0-1,-1-1 1,0 1 0,0 0 0,1 0-1,-1-1 1,1 1 0,-1 0-1,1 0 1,0 0 0,-1-1-1,1 1 1,0 0 0,0 0 0,0 0-1,-1 0 1,1 0 0,0 0-1,0 1 1,1-1 0,-1 0-1,0 0 1,0 1 0,0-1 0,0 1-1,3-2 1,12 1 12,0-1 0,1 2 0,-1 0-1,0 1 1,0 1 0,0 0 0,0 2 0,0-1 0,0 2 0,-1 0 0,0 1-1,0 0 1,26 16 0,-21-9 237,0 1 1,-1 1-1,0 1 0,-2 0 0,0 1 1,0 1-1,-2 1 0,25 37 0,-30-37-270,18 22 382,-26-38-488,0-1-1,1 0 1,-1-1 0,0 1 0,1 0 0,-1 0-1,1-1 1,-1 0 0,1 1 0,0-1 0,0 0-1,-1 0 1,1-1 0,0 1 0,4 0 0,15 0-3597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59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3593,'0'0'8818,"-12"286"-8666,-41-147-152,-6-12-4185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04.4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1880,'0'0'7898,"0"-16"-7698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27.8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794 68 1712,'0'0'11852,"1"-13"-10455,1-42 1018,-14 75-2460,-1 0 0,0-1 0,-18 19 0,-5 7 37,-242 343 65,185-255-6,-180 293-1,226-360-50,49-110-4306,12-7 272,4-4-2051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28.1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4337,'0'0'7073,"177"238"-6817,-105-151-175,-7 0 127,-12-3-160,-6-9-48,-17-8-329,-12-11-919,-12-20-1024,-6-16-2633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28.6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5937,'0'0'7826,"249"-20"-8050,-142 16 176,0 4-864,11 0-873,-35 0-1103,-24 0-4738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28.9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4113,'0'0'4161,"403"0"-4825,-308 0-2649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29.3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876 1 992,'0'0'11652,"-30"50"-11335,-196 321 184,181-297-423,-194 310 196,-19-17-182,248-352-173,-19 22 148,27-35-170,1-1 0,-1 1 0,1 0-1,-1-1 1,0 0 0,0 1-1,1-1 1,-1 0 0,0 0 0,0 0-1,0 0 1,0 0 0,0-1-1,0 1 1,-4 0 0,0-1-2236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29.7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6081,'0'0'7282,"237"226"-7410,-160-147 128,30 9-680,-18-21-1433,-18-19-2472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0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3169,'0'0'3945,"12"309"-3601,-12-178-344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0.5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405 0 1608,'0'0'13478,"-36"4"-13233,-114 17-121,142-19-116,0-1-1,1 1 0,-1 1 1,0 0-1,1 0 0,-1 0 1,1 1-1,0 0 0,0 0 1,0 1-1,1 0 0,0 0 1,0 0-1,0 1 0,0 0 1,1 0-1,0 1 0,0-1 1,-5 12-1,7-13-39,1 0 0,-1 1 0,1-1 0,0 1 0,1 0 0,-1 0 0,1 0 0,0 0-1,1 0 1,-1 0 0,1 0 0,0 0 0,1 0 0,0 0 0,0-1 0,0 1 0,0 0 0,1 0 0,0 0 0,0-1 0,1 1 0,-1-1 0,1 0 0,0 0 0,1 0 0,6 8-1,77 62-185,-59-54 120,-2 1-1,-1 2 1,25 29 0,-43-44 47,0 0 0,-1 1 0,0-1-1,-1 1 1,0 0 0,-1 1 0,0-1 0,0 1-1,-1 0 1,0 0 0,-1 0 0,-1 0-1,1 21 1,-2-29 48,0 1 0,0 0-1,0-1 1,-1 1 0,0 0-1,0-1 1,0 1 0,0-1-1,0 1 1,-1-1 0,1 0-1,-1 0 1,0 1 0,0-1-1,0 0 1,-4 3 0,2-2 4,-1 0 0,1-1 0,-1 0 0,1 0 0,-1 0 0,0-1 0,0 1 0,0-1-1,-11 3 1,-8-1-4,1-1 0,-1 0 0,0-2 0,-28-1 0,28-1-39,4 2 1,11-1 46,0 1 0,-1-2 1,1 1-1,-15-4 0,22 4-37,0-1 0,0 1 1,0-1-1,0 0 0,0 0 0,0 0 0,0 0 0,1 0 0,-1 0 0,0-1 0,1 1 0,-1-1 0,0 1 0,1-1 0,0 1 0,-1-1 0,1 0 0,0 0 0,0 0 0,0 0 0,0 1 1,0-1-1,1 0 0,-2-4 0,1 1-131,0 0 0,0 0 0,1 0 0,0 1 1,-1-1-1,2 0 0,-1 0 0,1 0 0,-1 0 1,1 0-1,1 1 0,-1-1 0,1 0 0,0 1 1,0-1-1,0 1 0,0 0 0,1 0 0,-1 0 1,1 0-1,1 0 0,-1 0 0,0 1 0,1-1 1,0 1-1,3-3 0,41-34-2339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0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3001,'0'0'6505,"23"254"-4961,-11-166-535,6-9-393,0-8-432,11-15-184,19-44-128,-1-12-1929,-5-8-3936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1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4889,'0'0'7002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1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1 1096,'0'0'11585,"-3"46"-11471,0-4-82,-9 267 200,12 252 935,-9-445-937,0-12-782,9-100-1103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1.9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0 359 6121,'0'0'3794,"20"-35"-3105,74-116-496,-85 139-193,2 1-1,-1 0 1,2 0 0,-1 1-1,1 0 1,1 1 0,0 1-1,0 0 1,1 1 0,0 0 0,0 1-1,28-8 1,-29 9-13,16-5-217,0 1 0,0 2 0,1 1 1,0 1-1,0 2 0,1 0 0,-1 3 0,1 0 1,34 6-1,-53-4 199,0 1 0,0 0 0,0 1 0,0 1 0,-1-1 0,0 2 0,0 0 1,0 0-1,-1 1 0,1 0 0,-2 1 0,1 0 0,-1 1 0,0 0 0,-1 0 0,0 0 0,-1 1 0,0 1 1,7 13-1,-2-1 6,-2 0 0,-1 0 1,0 1-1,-2 1 0,-1-1 1,-1 1-1,-1 0 0,2 37 1,-6 123 3,-2-161 14,-1 0 1,-2-1-1,0 1 1,-1-1-1,-15 36 1,4-21-2,-1-1 1,-26 38-1,36-62 33,-1-2 0,0 1 0,0-1 0,-1 0 0,0-1 0,-1-1 0,0 1 0,0-2-1,-19 12 1,27-19-2,1 1-1,-1-1 0,1 0 1,-1 0-1,0 0 0,1 0 1,-1 0-1,0-1 0,1 1 1,-1-1-1,0 0 0,0 0 1,0 0-1,1 0 0,-6-1 1,6 0-26,1 0 0,-1 1-1,1-1 1,-1 0 0,1 0 0,0 0 0,-1 0 0,1 0 0,0-1 0,0 1 0,0 0 0,0 0 0,0-1 0,0 1 0,0-1 0,1 1 0,-1-1 0,0 1 0,0-4 0,-1-7-175,0-1 1,1 0 0,0 0-1,1 0 1,2-20-1,-1 1-451,-1 22 380,0 1 67,0 0 1,0 0-1,1 0 0,0 0 0,5-16 1,-6 23 175,1 0 0,0 0 0,0 0 0,0 0 1,0 0-1,1 0 0,-1 0 0,0 1 1,1-1-1,-1 0 0,1 1 0,0-1 1,-1 1-1,1-1 0,0 1 0,0 0 0,0 0 1,0 0-1,0 0 0,0 0 0,0 0 1,1 1-1,-1-1 0,0 1 0,0 0 0,0-1 1,1 1-1,-1 0 0,3 0 0,0 0 56,0 0 0,1 0-1,-1 0 1,1 0 0,-1 1-1,0 0 1,0 0 0,1 1-1,-1-1 1,0 1-1,0 0 1,0 1 0,-1-1-1,1 1 1,0 0 0,-1 0-1,7 6 1,7 9 241,-1 1 1,-1 0-1,-1 1 0,-1 1 1,0 1-1,19 43 0,45 146-7,-62-164-173,-12-35-221,0 0 1,1-1-1,1 1 0,0-1 1,9 13-1,4-1-1649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2.2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33 278 992,'0'0'10569,"4"-39"-10210,12-121-119,-15 153-179,0 1 0,0-1 0,-1 1 0,0-1 0,0 0 0,0 1 0,-1-1 0,-3-12 0,3 19-30,0-1 0,1 0 0,-1 1 0,0-1 1,0 1-1,0-1 0,1 1 0,-1-1 0,0 1 0,0 0 1,0-1-1,0 1 0,0 0 0,0 0 0,0 0 0,0 0 0,0 0 1,0 0-1,0 0 0,0 0 0,0 0 0,0 0 0,1 0 0,-1 1 1,0-1-1,0 0 0,0 1 0,0-1 0,0 1 0,0-1 0,-1 1 1,2 0-31,-1-1 0,0 0 1,1 1-1,-1-1 1,1 1-1,-1-1 0,0 0 1,1 1-1,-1-1 1,1 1-1,-1 0 0,1-1 1,-1 1-1,1-1 1,0 1-1,-1 0 0,1-1 1,0 1-1,-1 0 0,1-1 1,0 2-1,-4 13-31,2 1 0,0-1 0,0 1 0,2-1 0,2 29 0,-1 0 29,-1-32 0,1-1 0,0 1 0,1-1 0,0 0 0,1 0 0,0 0 0,0 0 0,1 0 0,1-1 0,0 1 0,1-1 0,0-1 0,0 1 0,1-1 0,0 0 0,0 0 0,1-1 0,0 0 0,1-1 0,0 1 0,0-2 0,1 1 0,-1-1 1,1-1-1,12 5 0,5 1-385,1-2 1,0-1 0,1-1 0,57 6 0,4-11-2425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2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273 0 5401,'0'0'6297,"-184"242"-5632,143-95-33,5 20-240,24 15 104,12-3-104,0-8-144,12-13-168,35-23-72,7-24-8,41-23-352,-18-33-1184,0-35-2697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3.0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492 1 1512,'0'0'7466,"-47"269"-6242,-1-153-560,-5-1-280,-6 0-168,5-8-112,1-20-104,0-23-416,17-25-1256,18-35-2561</inkml:trace>
  <inkml:trace contextRef="#ctx0" brushRef="#br0" timeOffset="1">0 128 1640,'0'0'7218,"60"202"-6026,-25-119-496,7 1-392,23 3-304,-12-24-576,-11-23-2240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3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4785,'0'0'5113,"208"345"-3072,-131-166-753,-18 15-600,-30 5-360,-23-1-128,-6-3-200,-23-17-72,-66-3-1000,12-48-1649,6-52-2648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3.7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3225,'0'0'12250,"124"56"-12386,-35-36 80,35 4-416,-23-4-1688,-24-1-2977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4.0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5337,'0'0'5785,"373"0"-7945,-278 0-4610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4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1 4081,'0'0'10434,"-41"210"-10434,41-83 200,0 16 88,0 0-88,0-4-96,-6-12-104,0-16-40,-6-20-768,12-28-1840,-6-39-3738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4.7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0 496 5249,'0'0'5289,"20"-43"-3895,76-145-770,-87 173-598,1 1 1,1 1-1,0 0 1,1 0-1,1 1 1,24-19-1,-12 15-25,1 0 0,33-13-1,-47 23-4,26-11-103,1 3 0,0 1 1,1 1-1,1 3 0,-1 1 1,1 2-1,1 2 0,-1 1 1,1 2-1,-1 3 0,42 6 0,-70-7 93,-1 2 0,1 0 0,-1 0 0,0 1 0,0 0 0,0 1 0,-1 1 0,0 0 0,0 0 0,0 1-1,-1 1 1,0 0 0,-1 0 0,1 0 0,-1 2 0,-1-1 0,0 1 0,0 0 0,-1 0 0,-1 1 0,1 0-1,-2 1 1,1-1 0,-2 1 0,0 0 0,0 0 0,-1 0 0,0 1 0,1 24 0,-1-5 192,-1 0 0,-6 56 0,3-74-118,-2 0-1,0 0 0,0 0 1,-1-1-1,-1 0 0,0 1 0,-1-2 1,-11 19-1,3-10 0,0-1 0,-1 0 0,-1-2 0,-1 0 0,-30 25 0,37-35 7,1-1 1,-1 0 0,-1-1 0,1 0-1,-1-1 1,0 0 0,0-1 0,-1 0-1,1 0 1,-1-1 0,0-1 0,0 0-1,-16 0 1,21-1-25,1-1 0,0 0 0,-1-1 0,1 1 0,0-1 0,-1 0 0,-11-4 0,16 3-56,0 1 0,0-1 0,0 0-1,0 0 1,1 1 0,-1-1 0,0-1 0,1 1 0,-1 0-1,1 0 1,0 0 0,0-1 0,0 1 0,0-1-1,0 1 1,0-1 0,1 1 0,-1-1 0,1 1 0,0-1-1,0-3 1,-1 1 7,0-24-744,1 28 715,1 0 0,-1 1-1,0-1 1,0 0 0,1 0 0,-1 1 0,0-1 0,1 0 0,-1 1 0,1-1 0,-1 1 0,1-1 0,-1 1 0,1-1 0,-1 1 0,1-1 0,-1 1 0,1-1 0,0 1 0,-1 0 0,1-1 0,0 1 0,-1 0 0,1 0 0,0-1 0,0 1 0,-1 0 0,1 0 0,0 0 0,-1 0 0,1 0 0,1 0 0,2 0-45,0 0 0,-1 1 0,1-1 1,-1 1-1,1 0 0,0 0 0,-1 0 0,0 0 0,1 1 0,-1 0 0,0-1 0,0 1 0,0 0 1,0 0-1,0 1 0,0-1 0,2 4 0,4 4 85,0 1-1,-2 0 1,10 18 0,-2-5-39,28 48 478,-3 1 0,-3 2 1,-4 1-1,38 128 0,-71-202-508,1-1 0,-1 0-1,1 0 1,-1 1 0,1-1 0,0 0-1,-1 0 1,1 0 0,0 1-1,0-1 1,0 0 0,0 0 0,0 0-1,0 0 1,0-1 0,0 1-1,0 0 1,0 0 0,0-1 0,1 1-1,1 0 1,-2-1-124,0 1 0,0-1 0,0 0 0,0-1 0,0 1 0,0 0 0,0 0 0,0 0 0,0 0 0,0-1 0,-1 1 0,1-1 0,0 1 0,0 0 0,0-1 0,0 1 0,-1-1 0,1 0 0,0 1 0,0-1 0,-1 0 0,1 1 0,1-3 0,14-24-5360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5.0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57 349 2777,'0'0'6800,"3"-39"-5564,9-128-421,-11 145-661,1 6 196,-2 0 1,-1-24-1,1 37-268,0 1 0,-1-1 0,0 1 0,1 0 0,-1 0 0,0-1 0,0 1 0,0 0 0,-1 0 0,1 0 0,0 0 0,-1 0 0,0 0 0,1 0 0,-1 1-1,0-1 1,-2-1 0,3 2-66,1 0-1,-1 1 1,0-1-1,1 0 1,-1 0-1,0 1 1,0-1-1,1 1 1,-1-1-1,0 1 1,0-1-1,0 1 1,0-1-1,0 1 1,0 0-1,0 0 0,0-1 1,0 1-1,0 0 1,0 0-1,0 0 1,0 0-1,0 0 1,0 0-1,0 0 1,0 1-1,0-1 1,0 0-1,0 0 1,0 1-1,0-1 1,0 1-1,1-1 1,-1 1-1,0-1 0,0 1 1,0-1-1,0 1 1,1 0-1,-1 0 1,0-1-1,1 1 1,-1 0-1,1 0 1,-1 0-1,1-1 1,-1 3-1,-3 14-47,1 1-1,1 0 1,1 0-1,0-1 0,3 29 1,0 4 35,-3-26 16,2 1 0,1-1-1,1 0 1,1 0 0,0-1 0,14 38-1,-15-53-151,0-1 1,1 1-1,0-1 0,0 0 0,1 0 1,-1 0-1,2 0 0,-1-1 0,1 0 1,0 0-1,0-1 0,0 1 0,1-2 1,0 1-1,0 0 0,0-1 0,1-1 0,-1 1 1,1-1-1,0 0 0,0-1 0,0 0 1,8 1-1,37 0-3485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5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213 0 4545,'0'0'4545,"-106"258"-2905,64-23-207,7 74-505,11 20-176,18-51-120,6-75-88,0-80-280,0-20-160,30 0-104,11-4-40,54-7-640,-18-41-992,0-35-2721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5.7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480 0 5609,'0'0'5649,"-83"207"-4384,30-112-521,-6 8-272,0 0-128,-1 0-40,7-7-184,12-13-120,5-20-80,12-39-616,12-24-1961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6.0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1 369 3577,'0'0'7889,"94"282"-7272,-52-195-345,5-3-272,7-9-304,-13-19-2073,1-29-6201</inkml:trace>
  <inkml:trace contextRef="#ctx0" brushRef="#br0" timeOffset="1">718 0 4537,'0'0'5769,"89"238"-3960,-72-103-921,-17 76-728,0-37-160,-11-19-3081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6.4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 4809,'0'0'7850,"261"357"-7178,-167-123 160,-46 71 8,-48 37-408,-24-9-256,-83-23-176,-23-52-304,29-76-1104,12-55-2633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7.7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2457,'0'0'12153,"-4"6"-12145,1-1-7,0 0 1,1 1-1,-1-1 1,1 1 0,1-1-1,-1 1 1,1 0-1,0-1 1,0 7-1,-1 60 191,3-40-72,-1 104 279,0 219-1979,-30-374-8855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8.1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44 1456,'0'0'10659,"302"-20"-10147,-183 12-272,-1 0-88,1 0-152,-18 8-304,5 0-1001,-29 0-1023,-23 16-1857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8.4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17 5633,'0'0'8186,"184"4"-7794,-89-4-176,6 0-128,5 0-88,-5 0-256,24-8-1176,-25 0-1449,-29 4-2824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8.8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4089,'0'0'4610,"15"38"-3752,49 121-135,-57-141-511,2-1 0,20 34 0,-25-46-171,0 0 0,0-1 0,1 1 0,-1-1 0,1 0 0,0 0 0,1-1 0,5 4 0,-10-6-40,1 0 0,-1 0 1,1 0-1,0 0 0,-1-1 0,1 1 0,0 0 0,0-1 0,0 1 1,-1-1-1,1 0 0,0 1 0,0-1 0,0 0 0,0 0 1,0 0-1,-1-1 0,1 1 0,0 0 0,0-1 0,0 1 0,0-1 1,-1 1-1,1-1 0,0 0 0,-1 0 0,1 0 0,-1 0 1,1 0-1,-1 0 0,1 0 0,-1 0 0,1-1 0,-1 1 0,2-3 1,2-5 51,1 0 0,-2 0 0,1 0 0,-2-1 0,5-13 0,-1 4-82,6-20-21,-7 21-294,1 0-1,0 0 1,15-25 0,-22 42 324,1 0 1,0-1-1,-1 1 1,1 0-1,0 0 1,-1 0-1,1 0 1,0 0 0,0 0-1,0 0 1,0 0-1,0 0 1,0 0-1,0 0 1,1 0-1,-1 1 1,0-1-1,0 1 1,1-1-1,-1 1 1,0-1-1,1 1 1,-1 0-1,0-1 1,1 1-1,-1 0 1,0 0-1,1 0 1,-1 0-1,1 0 1,-1 1-1,0-1 1,1 0-1,-1 0 1,0 1 0,1-1-1,-1 1 1,0 0-1,0-1 1,0 1-1,1 0 1,-1-1-1,0 1 1,0 0-1,0 0 1,0 0-1,1 2 1,5 5 49,0 0 1,0 1-1,-1 0 1,9 16-1,-12-20 25,5 10 106,0 0 1,1-1-1,1 0 1,0-1 0,14 14-1,-23-26-144,0 0 0,0 0-1,0 0 1,0 0 0,0-1-1,1 1 1,-1 0 0,0 0-1,0-1 1,1 1 0,-1-1 0,0 1-1,1-1 1,-1 0 0,1 1-1,-1-1 1,1 0 0,-1 0-1,0 0 1,1 0 0,-1 0-1,1 0 1,-1-1 0,1 1-1,-1 0 1,0-1 0,1 1 0,-1-1-1,3 0 1,0-3 66,1 1-1,0-1 1,-1 0 0,0-1 0,0 1 0,4-6-1,-5 6-145,0 0 0,1 0 0,0 0 0,-1 0 0,8-4 0,-9 7 5,1-1 0,0 1 0,0 0 0,0-1 0,0 1 0,0 1 0,0-1 0,0 0 0,0 1 0,0-1 0,0 1 0,1 0 0,-1 0 0,0 0 0,0 1 0,0-1 0,0 1 0,0 0 0,0 0 0,0 0 0,0 0 0,4 2 0,3 3 64,-1 0 0,1 1 0,-1 0 0,15 16 1,20 16-46,-28-29-427,1-1-1,30 13 1,-5-8-1756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9.2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148 20 5945,'0'0'5697,"-118"278"-4720,100-143-241,6 4-152,12 4-104,0-13-280,0-6-120,36-21-80,17-20-400,36-27-920,-6-21-1377,-12-23-2576</inkml:trace>
  <inkml:trace contextRef="#ctx0" brushRef="#br0" timeOffset="1">895 0 2617,'0'0'9842,"-65"286"-9186,23-187-176,-5 0-160,-6-3-192,5-17-32,7-16-96,5-27-360,7-20-1080,5-16-1833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9.6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0 368,'0'0'10954,"207"246"-10569,-153-190-385,11-4-153,-12-21-1583,-11-19-3545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39.9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0 3849,'0'0'7457,"219"306"-6192,-183-179-433,-24 8-440,-12 8-192,-12 8-200,-89 47-72,0-39-1472,6-32-1641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0.3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6425,'0'0'7018,"338"24"-7018,-226-24-656,-11-12-3353</inkml:trace>
  <inkml:trace contextRef="#ctx0" brushRef="#br0" timeOffset="1">231 56 3745,'0'0'6473,"403"116"-8457,-296-109-2385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0.7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5393,'0'0'5249,"29"242"-3960,1-130-505,-6-1-344,-1 0-288,-5-8-24,-6-20-128,6-35-896,-6-28-1561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1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3649,'0'0'6137,"373"-12"-5417,-230 12-464,-7 0-256,18 0-120,-36 12-1120,-29 7-1641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1.4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3977,'0'0'8522,"254"28"-8522,-123-44-72,-19-12-1961,-11 1-3480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1.77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1592,'0'0'5450,"6"37"-3354,22 118-477,-25-135-1298,2 0 0,0-1 0,1 0 0,1 0 0,0 0 0,15 24 0,-21-41-298,0 0 0,0-1 0,0 1 0,-1-1 0,1 0 0,1 1 0,-1-1 1,0 0-1,0 0 0,0 1 0,1-1 0,-1 0 0,1 0 0,-1 0 0,1-1 0,2 2 0,-3-1-5,0-1 1,0 0-1,1 0 0,-1 0 0,0 0 1,0 0-1,1-1 0,-1 1 0,0 0 1,0 0-1,0-1 0,1 1 1,-1-1-1,0 1 0,0-1 0,0 1 1,0-1-1,1-1 0,5-3 45,-1-2-1,0 1 0,0-1 1,-1 0-1,7-10 0,2-2-116,-7 11-101,0 1 0,0 0 0,1 0 0,-1 1 0,1 0 0,1 1 0,-1-1 0,1 2 0,0-1 0,0 1 0,15-4 0,-18 6 94,1 1 0,-1 0 0,0 0 0,1 0 0,-1 1 0,1 0 0,-1 0 0,1 1 1,-1 0-1,1 0 0,-1 0 0,0 1 0,0 0 0,0 0 0,0 1 0,0 0 0,0 0 0,9 6 0,0 3 204,-1 1 1,15 16-1,-19-19-45,0 1 1,0-2-1,1 1 0,18 11 0,-24-19-98,0 1 0,-1-1 0,1 0 0,0-1-1,1 1 1,-1-1 0,0 0 0,0 0-1,1 0 1,-1-1 0,0 0 0,1 0-1,-1 0 1,0-1 0,1 0 0,5-1 0,-4-1 14,0 1 1,0-1-1,-1-1 1,0 1 0,1-1-1,9-7 1,-11 6 5,0 1-1,1 1 1,0-1 0,0 1 0,0 0 0,0 0-1,0 0 1,0 1 0,10-2 0,-8 3-34,1 1 1,-1 0-1,1 0 1,-1 0-1,1 1 1,-1 1 0,0-1-1,0 2 1,1-1-1,-1 1 1,13 6-1,2 4-42,-1 0-1,30 25 1,-2-1-986,-14-16-990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2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248 0 5777,'0'0'8489,"-33"41"-8253,8-10-178,6-10 1,1 0 0,1 2 0,0 0-1,2 1 1,1 0 0,1 2 0,1-1 0,2 1 0,0 1-1,-12 54 1,8 33 291,6 1-1,8 183 0,2-252-317,3 0-1,2 0 0,1 0 0,3-1 0,1 0 0,22 50 0,-18-59-105,1 0 1,2-1-1,1-1 0,2 0 1,1-2-1,2-1 0,42 42 0,-56-62-49,0 0 0,1-1 0,0 0-1,0-1 1,1 0 0,1-1 0,-1-1-1,1 0 1,1-1 0,-1 0 0,23 5-1,10-5-1330,0-3 0,74-3-1,-115 0 1181,81-3-5356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2.6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439 1 4337,'0'0'6953,"-118"273"-5864,64-161-265,7 3-240,-6 0-216,-1-12-128,13-12-136,11-19-104,7-25-352,5-43-928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2.9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4417,'0'0'5793,"309"210"-5585,-221-143-208,-16-11-624,-13-12-2217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3.2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71 0 3041,'0'0'5665,"-6"234"-5665,-29-142-400,5-17-4417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4:43.6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1 4889,'0'0'6401,"172"257"-5208,-131-141-257,-17 15-352,-24 11-64,0 17-200,-53 36-144,-36-17-176,-71 64-256,12-39-912,23-64-2881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07.8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421 1 232,'0'0'14242,"-2"2"-14220,-14 24 23,0 0 0,-11 28 0,0-2 79,-193 426 567,198-423-620,-44 120 17,68-210-387,-3-42 1,-1 9 101,3 58 165,-3-26 92,2 35-68,0 0-1,0 0 1,0 1 0,0-1 0,0 0-1,0 0 1,-1 0 0,1 1-1,0-1 1,-1 0 0,1 1 0,0-1-1,-1 0 1,1 0 0,-1 1-1,1-1 1,-1 1 0,1-1 0,-1 0-1,1 1 1,-1-1 0,0 1-1,1-1 1,-1 1 0,0 0 0,1-1-1,-1 1 1,0 0 0,0-1-1,1 1 1,-2 0 0,0 18-512,-3 31 489,4 65 1,2-62 25,-1-51 5,0-1 0,0 1 0,0-1-1,0 1 1,0-1 0,0 1 0,0-1-1,0 1 1,0-1 0,0 1 0,1-1 0,-1 1-1,0-1 1,0 1 0,1-1 0,-1 1-1,0-1 1,1 0 0,-1 1 0,0-1-1,1 0 1,-1 1 0,1-1 0,-1 0 0,0 1-1,1-1 1,-1 0 0,1 0 0,-1 1-1,1-1 1,20-1-41,-15-1 37,1 0 0,-1 0 1,0-1-1,-1 0 0,10-5 1,12-14 75,-2-1 1,42-48-1,-5 5-243,-59 63 137,127-117-4019,-86 89-1535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0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6057,'0'0'10964,"-9"0"-10429,-26 0-154,26 0 806,16 0-2267,606 8 216,-605-8 1492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1.13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96 3489,'0'0'2620,"-2"34"-1417,-6 115-395,7 2 107,1-146-892,1 0-1,-1-1 1,1 1-1,-1-1 1,1 1 0,0-1-1,1 1 1,-1-1-1,1 0 1,0 0-1,0 0 1,0 0-1,1 0 1,5 6 0,-5-7-34,0-1 0,0 1 1,0-1-1,1 0 1,-1 0-1,1 0 1,-1-1-1,1 0 0,0 1 1,0-1-1,-1 0 1,1-1-1,0 1 1,0-1-1,0 1 1,6-2-1,-6 1-18,0-1 1,1 0-1,-1-1 0,0 1 0,-1-1 1,1 0-1,0 1 0,0-2 0,-1 1 1,1 0-1,-1-1 0,0 0 1,0 1-1,0-1 0,0 0 0,0-1 1,-1 1-1,1 0 0,-1-1 1,0 0-1,3-6 0,6-13-80,0 0 0,9-31-1,-18 47 36,5-14-31,-1-1 0,0 0-1,-2 0 1,-1-1 0,1-36-1,-1 46-8,3 14-80,3 8-175,22 39 306,-11-15 378,40 49-1,-50-72-225,-1 0-1,1 0 0,1-1 0,0 0 0,0-1 1,1 0-1,0-1 0,17 8 0,-12-9 15,1 0 1,-1-1-1,1-1 1,-1-1-1,1 0 0,1-1 1,28-1-1,-42-2-67,0 1 0,-1-1 0,1-1 0,0 1 0,-1 0 0,1-1 0,-1 0 0,1 0-1,-1-1 1,0 1 0,0-1 0,0 0 0,0 0 0,-1 0 0,1 0 0,-1-1 0,0 1 0,0-1 0,0 0 0,0 0 0,-1 0 0,4-7 0,0-1 15,0-1 0,-1 1 1,0-1-1,-1 0 0,0 0 0,3-27 1,-5 16-16,0 0 1,-2 0 0,-2-33-1,1 50-14,0 0-1,-1 0 0,1 0 0,-1 0 1,-1 0-1,0 0 0,0 0 0,0 1 1,0-1-1,-1 1 0,0 0 0,-1 0 0,1 0 1,-11-9-1,-42-29 191,55 42-863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1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0 600,'0'0'8209,"19"43"-7473,58 142-47,-69-164-439,-1 0-1,-1 1 0,-1-1 1,5 43-1,-6-25 179,10 51 620,2 125 1,-16-206-987,2 40 311,-2-47-354,0 1 0,0-1 0,1 0 0,-1 1 0,1-1 0,0 0 0,0 0 0,-1 1 0,1-1-1,1 0 1,-1 0 0,0 0 0,0 0 0,1 0 0,-1 0 0,3 1 0,0-2-25,0 0-1,1 0 1,-1-1-1,0 0 0,1 1 1,-1-2-1,0 1 1,7-1-1,4 0 22,157 0 149,51-1-474,-79 5-3995,-98 1-1282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3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95 5753,'0'0'10743,"1"0"-10738,-1 0 0,0 0 0,0 0 0,0 0 1,0 0-1,0-1 0,0 1 0,1 0 0,-1 0 1,0 0-1,0 0 0,0 0 0,0 0 0,0-1 1,0 1-1,0 0 0,0 0 0,0 0 0,0 0 1,0-1-1,0 1 0,0 0 0,0 0 0,0 0 1,0 0-1,0-1 0,0 1 0,0 0 0,0 0 1,0 0-1,0 0 0,0-1 0,0 1 0,0 0 1,0 0-1,0 0 0,0 0 0,0 0 0,0-1 1,0 1-1,-1 0 0,1 0 0,0 0 0,0 0 1,0 0-1,0 0 0,0-1 0,-1 1 0,1 0 1,0 0-1,0 0 0,0 0 0,0 0 0,0 0 1,-1 0-1,1 0 0,0 0 0,0 0 1,0 0-1,-1 0 0,14-3-26,0 1-1,0 1 1,0 0 0,24 2 0,8 0 50,2404-83 1051,-2399 84-3239,-80 16-1057,-11 9-3888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3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4929,'0'0'6884,"0"42"-6628,2 143 0,17 27 279,-5-74-186,-7-54-210,-7-82-20,0-9 45,0-20-53,5-229-74,0 203-411,1 1-1,26-98 1,-19 108-229,34-76 0,-40 102 435,1 1-1,1 0 1,1 1-1,0 0 1,1 0-1,0 1 1,21-19-1,-27 29 92,1-1 1,-1 1-1,1 0 0,0 0 1,0 1-1,0-1 0,0 2 1,0-1-1,0 0 0,1 1 1,-1 0-1,0 1 0,1 0 1,-1-1-1,10 3 0,-9-2-64,-4 0 105,0 0-1,0 0 1,0 1 0,0-1 0,0 1 0,0 0 0,0 0-1,-1 0 1,1 0 0,0 1 0,0-1 0,-1 1-1,1-1 1,-1 1 0,1 0 0,-1 0 0,0 0-1,0 0 1,0 1 0,0-1 0,0 1 0,0-1 0,-1 1-1,1-1 1,-1 1 0,0 0 0,0 0 0,0 0-1,0 0 1,1 5 0,1 9 71,0 0 0,-1 1 1,-1-1-1,-1 21 0,0-23-55,0-4 102,0 0 1,-1-1-1,0 1 0,-1 0 0,0-1 0,0 1 1,-1-1-1,-1 1 0,0-1 0,0 0 0,-1-1 0,0 1 1,0-1-1,-1 0 0,-1 0 0,1-1 0,-1 0 0,-1 0 1,0 0-1,0-1 0,0-1 0,-1 1 0,0-1 0,0 0 1,-12 4-1,8-5 115,0 0 0,-1-2 0,0 0-1,0 0 1,0-1 0,0-1 0,0 0 0,-21-2 0,28 1-131,5 0-79,0 0 1,0 0-1,-1 0 1,1 0-1,0-1 1,0 1-1,0-1 1,0 1-1,0-1 1,0 0-1,0 0 1,0 0-1,0 0 1,0 0-1,0 0 1,0-1-1,0 1 1,1-1-1,-1 1 1,1-1-1,-1 1 1,1-1-1,0 0 1,-1 0-1,1 0 1,0 0-1,0 0 1,0 0-1,1 0 1,-1 0-1,0 0 1,1 0-1,0 0 1,-1-3-1,22 24-1190,125 148 1344,-41-41-30,-57-71 51,-20-22 192,38 35 1,-66-67-467,1-1 0,0 1 0,-1-1 0,1 1 0,0 0 0,0-1 0,-1 1 0,1-1 0,0 1 0,0-1 0,0 0 0,0 1 0,-1-1 0,1 0 0,0 0 0,0 1 0,0-1 0,0 0 0,2 0 0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4.3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6217,'0'0'7031,"4"-12"-7034,-2 3-20,-2 6 13,1 0 0,-1-1-1,1 1 1,0 0-1,0 0 1,0 0-1,1-1 1,-1 1 0,1 0-1,0 0 1,-1 1-1,1-1 1,0 0 0,1 1-1,-1-1 1,0 1-1,1 0 1,0 0-1,-1 0 1,1 0 0,0 0-1,6-3 1,3 3-122,0-1-1,0 2 1,24-1 0,-33 2 115,0-1 0,1 1 0,-1 1 0,1-1 0,-1 0 0,0 1 0,1 0 0,-1 0 0,0 0 0,0 0 0,0 0 1,0 1-1,0-1 0,0 1 0,0 0 0,0 0 0,0 0 0,2 3 0,-2 1 12,0-1 0,0 0 0,-1 1 0,0 0 0,0 0 0,0-1 0,-1 1 0,0 0 0,0 9 0,0 61 109,-2-43-13,0-19-54,-1-1 0,0 1 0,-1-1 0,0 1 0,-1-1 0,-1 0-1,-8 19 1,-12 32-9,25-63-40,0-1 1,-1 1-1,1-1 0,0 0 1,0 1-1,0-1 1,0 1-1,0-1 0,0 0 1,0 1-1,0-1 0,0 1 1,0-1-1,0 0 1,0 1-1,0-1 0,1 1 1,-1-1-1,0 0 0,0 1 1,0-1-1,0 0 0,1 1 1,-1-1-1,0 0 1,0 1-1,1-1 0,-1 0 1,0 1-1,1-1 0,-1 0 1,0 0-1,1 1 1,-1-1-1,0 0 0,1 0 1,-1 0-1,0 0 0,1 0 1,-1 1-1,1-1 0,-1 0 1,1 0-1,23 0-13,-13-1-31,14 0-641,-1-1-1,30-6 1,-6-1-3017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4.66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 3489,'0'0'5161,"-18"258"-4201,12-171-320,-6-4-280,1-3-200,-1-17-160,0-7-472,0-21-1136,6-19-2433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5.0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1840,'0'0'4081,"314"60"-4537,-255-52-1544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5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0 158 960,'0'0'6024,"5"38"-5001,19 122-452,-23-153-538,1 1-1,0-1 1,0 0 0,0 0 0,1 0-1,0 0 1,5 8 0,-6-12-22,0-1 1,1 1-1,-1-1 0,0 0 1,1 0-1,-1 0 1,1 0-1,0 0 1,4 1-1,0 2 4,-3-3-36,0 0 0,0 0 0,1 0 0,-1 0 0,0-1 0,0 1 0,1-1 0,-1 0 0,1-1 0,-1 1 0,1-1 0,0 0 0,-1 0 0,1 0 0,-1-1 0,1 0 0,-1 0 0,1 0 0,-1 0 0,0 0 0,1-1 0,-1 0 0,0 0 0,0 0 0,0-1 0,-1 1 0,1-1 0,0 0 0,-1 0 0,0 0 0,0 0 0,0-1 0,0 1 0,0-1 0,0 0 0,-1 0 0,0 0 0,2-5 0,2-5-29,0-1 0,-1 1-1,-1-1 1,-1 0 0,0 0 0,0 0 0,-2 0 0,0-27 0,-1 40 397,0 6-373,1 4 48,0-1-1,1 1 0,0-1 1,0 0-1,0 1 0,1-1 0,0 0 1,7 10-1,-7-12 37,0 1 0,0-1 0,1 1 1,0-1-1,0-1 0,1 1 0,-1 0 0,1-1 0,0 0 1,0 0-1,7 4 0,-10-8-12,-1 1-1,1 0 1,0 0-1,0-1 1,0 1 0,0-1-1,0 1 1,0-1-1,0 0 1,0 0-1,0 0 1,0 0 0,0 0-1,0 0 1,0 0-1,-1-1 1,1 1 0,0-1-1,0 0 1,0 1-1,0-1 1,0 0 0,-1 0-1,1 0 1,0 0-1,-1 0 1,1-1 0,-1 1-1,1 0 1,-1-1-1,0 1 1,0-1 0,1 1-1,-1-1 1,0 0-1,0 0 1,-1 1 0,1-1-1,1-4 1,3-7 191,-1 0 1,-1-1-1,0 0 1,2-20-1,-3 18-139,2-29 291,-1-75 0,-3 81 109,0 37-430,0-1 0,0 1 0,0 0 0,0 0 0,-1-1 0,1 1 0,0 0 0,-1 0 0,0-1 0,0 1 0,1 0 0,-1 0 0,0 0 0,-3-4 0,2 2 522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5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1528,'0'0'9418,"11"-5"-9651,36-12 56,-45 17 174,-1-1 0,1 1 0,-1 0 0,1 0 0,0-1 0,-1 1 1,1 0-1,-1 1 0,1-1 0,0 0 0,-1 0 0,1 1 0,-1-1 0,1 1 1,-1-1-1,1 1 0,-1 0 0,1 0 0,-1-1 0,1 1 0,-1 0 1,0 0-1,0 0 0,1 1 0,-1-1 0,0 0 0,0 0 0,0 1 0,0-1 1,-1 0-1,1 1 0,0-1 0,0 1 0,-1-1 0,1 1 0,0 2 1,1 5 97,-1-1 1,1 1 0,-1 0-1,-1 18 1,0-23-4,0 193 1775,0-196-1878,1 0 0,-1 0 0,0 0 0,1-1 0,-1 1 0,0 0 0,1 0 1,-1-1-1,1 1 0,-1 0 0,1-1 0,-1 1 0,1-1 0,-1 1 0,1 0 0,0-1 1,-1 0-1,1 1 0,0-1 0,0 1 0,-1-1 0,1 0 0,0 1 0,0-1 0,0 0 0,1 1 1,30 5-524,-24-5 336,77 4-2614,-49-5-752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6.0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1 960,'0'0'7034,"2"36"-5411,2 4-1177,7 182 1668,-11-209-1943,1 53 565,-3 1 0,-19 123 0,12-137-626,3 0-1,2 91 1,4-144-114,0 0 0,0 1 0,1-1 0,-1 0 0,0 0 1,0 1-1,0-1 0,1 0 0,-1 1 0,0-1 0,0 0 1,1 0-1,-1 0 0,0 0 0,1 1 0,-1-1 1,0 0-1,1 0 0,-1 0 0,0 0 0,1 0 0,-1 0 1,0 0-1,1 0 0,-1 0 0,0 0 0,1 0 1,0 0-1,0 0-3,124 5 85,-10-2-1139,-22-2-4205,-57-1-1444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6.4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61 145 6545,'0'0'10225,"-10"-14"-10122,-29-44-210,37 56 101,1 0-1,0-1 1,0 1 0,0 0-1,0 0 1,0 0-1,0-1 1,1 1-1,-1-1 1,1 1 0,-1 0-1,1-1 1,0 1-1,0-1 1,0-4-1,1 0-12,-1 6 5,0 0 1,1 0 0,-1 0 0,0 0-1,1 0 1,-1 1 0,1-1 0,-1 0 0,1 0-1,-1 1 1,1-1 0,-1 0 0,1 1 0,0-1-1,-1 0 1,1 1 0,0-1 0,-1 1-1,1-1 1,0 1 0,0 0 0,0-1 0,0 1-1,-1 0 1,1-1 0,0 1 0,0 0 0,0 0-1,2 0 1,33-4-426,-27 4 310,4-1 32,-4 0-18,-1 1 1,1-1-1,0 2 1,0-1-1,0 1 1,-1 0-1,13 4 1,-19-4 92,1 1 0,0-1 0,-1 1 0,1 0 0,-1-1 0,0 1 0,0 0 0,0 1 0,0-1 1,0 0-1,0 1 0,0-1 0,-1 1 0,1-1 0,-1 1 0,0 0 0,1-1 0,-2 1 0,1 0 0,0 0 0,0 0 0,-1 0 0,0 0 0,1 0 1,-1 0-1,0 4 0,2 19 56,-1 1 0,-1 0 0,-1-1 0,-1 1 0,-2 0 0,-1-1 0,-15 51 0,-86 191 543,106-268-572,0 1 0,0-1 0,0 0 0,0 0 0,0 0 0,0 0 0,-1 0 0,1 1 0,0-1 0,0 0 0,0 0 0,0 0 0,0 0-1,0 1 1,0-1 0,0 0 0,0 0 0,0 0 0,0 0 0,0 1 0,0-1 0,0 0 0,0 0 0,0 0 0,0 0 0,1 1 0,-1-1 0,0 0 0,0 0 0,0 0 0,0 0 0,0 0-1,0 1 1,0-1 0,0 0 0,1 0 0,-1 0 0,0 0 0,0 0 0,0 0 0,0 0 0,0 1 0,1-1 0,-1 0 0,0 0 0,0 0 0,0 0 0,0 0 0,1 0 0,-1 0 0,0 0-1,0 0 1,0 0 0,0 0 0,1 0 0,-1 0 0,0 0 0,0 0 0,0 0 0,0 0 0,1 0 0,-1 0 0,0-1 0,0 1 0,0 0 0,0 0 0,0 0 0,1 0 0,-1 0 0,4 0-29,48-3 130,-28 2-641,0 0 0,34 4 0,-55-3 153,1 1 1,-1 0-1,0 0 1,0 0-1,0 0 1,0 0-1,0 1 0,4 2 1,17 17-5851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7.6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2785,'0'0'12864,"5"-2"-12698,15-4-179,-1 1 0,1 1-1,0 1 1,0 1-1,23-1 1,1 0 27,317-22-113,-122 19-3702,-190 6 791,-12 0-1684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17.9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3201,'0'0'9994,"361"8"-9666,-254-8-328,23 0-120,-29 8-1617,-24 8-3808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22.7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19 100 4425,'0'0'10633,"-3"0"-10209,-9 0-107,9 0 838,9 0-1211,55-4-67,88-15 0,-24 2 39,65-4-887,-189 21 855,0 0 0,0 0 0,-1 0 0,1 0 0,0 0 0,0 0 1,0 0-1,0 0 0,-1-1 0,1 1 0,0 0 0,0-1 0,-1 1 0,1-1 0,0 1 1,-1 0-1,1-1 0,0 0 0,-1 1 0,1-1 0,-1 1 0,1-1 0,-1 0 1,1 1-1,-1-1 0,1 0 0,-1 0 0,1 1 0,-1-1 0,0 0 0,0 0 1,1 0-1,-1 1 0,0-1 0,0 0 0,0 0 0,0 0 0,0 0 0,0 1 1,0-1-1,0 0 0,0 0 0,-1-1 0,1 0-439,0-10-2475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23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0 402 1736,'0'0'7785,"31"-15"-7577,100-52-72,-115 57-181,-1 0 1,0-1 0,-1-1-1,0 0 1,-1-1 0,-1 0-1,0-1 1,0-1 0,-2 1-1,0-2 1,10-19 0,24-52-687,-22 39 531,-17 40 242,-4 7-142,0 5-44,14 66 757,-4 1 0,4 121-1,-15-123-223,0 34 213,0-33-3331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23.9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3545,'-1'0'15428,"21"0"-15693,516 5 204,-310-6 75,-73-3 2,155-25 0,-292 28-14,-10 0-2,0 1 0,-1-1 0,1 0-1,0 0 1,-1 0 0,1-1 0,5-2-1,-17 3-777,-10 3-169,-28 17-2742,-8 2-5061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24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48 156 5009,'0'0'9940,"-8"-15"-9300,1 2-536,6 10-120,-1 0 0,1 0 0,0 0-1,-1 0 1,0 0 0,0 1 0,0-1 0,0 1 0,0-1-1,-4-2 1,5 5 8,1 0-1,0 0 0,-1 0 1,1 1-1,-1-1 1,1 0-1,0 1 0,-1-1 1,1 0-1,-1 1 0,1-1 1,0 0-1,0 1 1,-1-1-1,1 1 0,0-1 1,0 0-1,0 1 1,-1-1-1,1 1 0,0-1 1,0 1-1,0-1 1,0 1-1,0-1 0,0 1 1,0-1-1,0 1 1,0 0-1,-3 43-233,3-26 224,0 45 60,11 86 1,-9-131-29,1 1 1,1-1-1,1 0 0,1-1 0,0 1 1,2-1-1,-1 0 0,2-1 0,14 22 1,-19-34-53,0 1 0,0-1 1,0 0-1,0 0 1,1-1-1,-1 1 1,1-1-1,0 0 1,0 0-1,0-1 1,8 3-1,-10-4 2,0 0 0,0 0 0,0 0 1,0-1-1,0 1 0,0-1 0,1 0 0,-1 0 0,0 0 1,0 0-1,0-1 0,0 1 0,0-1 0,0 0 0,0 0 0,0 0 1,0 0-1,0 0 0,0-1 0,0 1 0,-1-1 0,1 0 1,2-2-1,3-5 21,1 0 1,-2-1-1,1-1 0,-1 1 1,10-22-1,25-64-407,-32 69 34,8-39 0,-13 45 347,-5 22 28,0-1 0,0 0 0,0 0 1,1 0-1,-1 1 0,0-1 0,0 0 1,0 0-1,0 0 0,0 0 0,1 1 1,-1-1-1,0 0 0,0 0 0,0 0 1,1 0-1,-1 0 0,0 0 0,0 0 1,0 0-1,1 1 0,-1-1 0,0 0 1,0 0-1,1 0 0,-1 0 0,0 0 1,0 0-1,0 0 0,1 0 0,-1 0 1,0-1-1,0 1 0,1 0 0,-1 0 1,0 0-1,0 0 0,0 0 0,1 0 1,-1 0-1,0 0 0,0-1 0,0 1 0,0 0 1,1 0-1,-1 0 0,0 0 0,0-1 1,0 1-1,0 0 0,0 0 0,1 0 1,-1-1-1,0 1 0,0 0 0,0 0 1,0 0-1,0-1 0,0 1 0,0 0 1,0 0-1,0-1 0,8 19-1178,2 15 1090,2-1 0,1 0 0,31 52 0,-37-73 131,0 0 1,1-1-1,1 0 1,0 0 0,16 13-1,-19-19-24,0 1-1,0-1 1,1 0 0,-1-1-1,1 0 1,0 0-1,0 0 1,0-1 0,0 0-1,14 2 1,-8-2 19,0-1 0,0 0 0,0-1 0,0-1 0,0 0 0,0-1 0,13-3-1,-18 2 5,-1 1-1,0-1 0,-1 0 1,1 0-1,0-1 0,-1 0 1,0 0-1,0-1 0,0 0 1,0 0-1,-1 0 0,0-1 1,6-8-1,-3 3 26,0-1 0,-1-1-1,0 1 1,-1-1 0,-1-1 0,0 1-1,-1-1 1,0 0 0,2-18 0,-1-11 210,-2-75 1,-4 85-98,1 20-53,-2 0 0,1 0-1,-2 0 1,0 0 0,0 1 0,-2 0 0,1-1 0,-1 1 0,-1 1 0,0-1 0,-12-16 0,-2-6 115,14 21-131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25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4281,'0'0'7687,"7"41"-7624,5 23-4,28 174 471,-25-74 516,-6 208-1,-9-325-866,0-40-147,2 23 4,-2-29-33,0 0-1,0-1 1,0 1 0,0 0 0,0 0-1,1-1 1,-1 1 0,0 0-1,1 0 1,-1-1 0,1 1-1,-1 0 1,0-1 0,1 1 0,0 0-1,-1-1 1,1 1 0,-1-1-1,1 1 1,0-1 0,-1 1 0,1-1-1,0 1 1,-1-1 0,1 0-1,0 1 1,0-1 0,-1 0-1,1 0 1,0 0 0,1 1 0,25-1-46,22 0 253,0-1 1,57-10 0,-34 0-257,78 0 1,-55 9-5651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25.8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6529,'0'0'6258,"59"218"-6138,-88-79-120,-31 0-4377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132 305 1736,'0'0'5972,"-5"35"-5789,-26 221 469,-56 284 2371,80-499-2971,7-39 50,0-21 501,-2-102-338,4-146-790,2 217 367,1 1 0,2 1 0,20-68-1,-6 50-55,48-102 0,-55 138 93,3 1 0,0 0 0,2 1 0,0 1 0,34-35 0,-46 55 85,0 1 1,0-1-1,0 2 1,1-1 0,-1 1-1,2 0 1,-1 0 0,0 1-1,1 1 1,0-1-1,-1 1 1,2 0 0,-1 1-1,0 0 1,0 1 0,0 0-1,1 0 1,10 2-1,-17-1 8,0 0 0,0 1 0,0-1-1,0 1 1,0 0 0,0 0 0,0 0-1,0 1 1,-1-1 0,1 1 0,0-1-1,-1 1 1,0 0 0,1 0 0,-1 0-1,0 0 1,0 1 0,0-1 0,0 0 0,0 1-1,-1-1 1,1 1 0,-1 0 0,1 0-1,-1-1 1,0 1 0,0 0 0,0 6-1,3 7 11,-2 0 1,0 1-1,-1-1 0,-1 19 0,0-27 22,1 12 59,-2-1-1,0 1 1,-1 0-1,-1-1 0,-1 1 1,0-1-1,-2 0 1,0 0-1,-1-1 1,-1 0-1,-11 19 1,-8 5 266,-1-1 0,-2-1 1,-2-2-1,-56 53 1,80-84-221,0-1 0,0 0 1,0 0-1,-1-1 1,-17 9-1,21-12-14,0 0 0,0 0 0,0-1 0,0 0 0,-1 0 0,1 0 1,-1 0-1,1-1 0,0 0 0,-1 0 0,1-1 0,-7 0 0,11 0-96,0 1 0,-1-1 0,1 1 0,0-1 0,0 0-1,0 1 1,-1-1 0,1 0 0,0 0 0,0 0 0,0 0 0,0 0 0,0 0-1,1 0 1,-1 0 0,0 0 0,0-1 0,1 1 0,-1 0 0,1 0 0,-1-1 0,1 1-1,-1 0 1,1-3 0,-3-35-266,3 33 214,0-2 25,-1-3-148,1 0 1,1 1 0,0-1 0,4-18 0,-4 26 128,0 0 0,0 0 0,1 0 0,-1 0 1,1 1-1,-1-1 0,1 0 0,0 1 0,0-1 1,0 1-1,0 0 0,1-1 0,-1 1 0,1 0 1,-1 0-1,1 1 0,-1-1 0,1 1 1,0-1-1,5-1 0,0 0-12,1 1 0,0 0 0,-1 1-1,1 0 1,0 0 0,0 0 0,0 1 0,0 1 0,-1 0 0,1 0 0,0 0-1,-1 1 1,1 0 0,-1 1 0,1 0 0,-1 0 0,0 1 0,0 0 0,-1 1-1,12 7 1,4 9 74,-1 0-1,-1 2 0,-1 0 1,-1 1-1,-1 1 0,20 37 1,73 171 1265,-83-169-676,-17-42-365,-7-14-133,0-1 0,-1 1 1,1 1-1,-1-1 1,-1 0-1,0 1 0,0-1 1,0 10-1,-25-18-2763,-1 0-3161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6305,'0'0'7459,"43"0"-7149,79 0-206,405-2 568,-235-6-318,750-10 1071,281-18-210,-1183 32-1513,-149 20-4072,-16 0 316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108 378 336,'0'0'12917,"-11"23"-12820,6-11-82,-5 7 6,1 0 1,1 1-1,1 1 1,1-1-1,1 1 0,1 0 1,-2 23-1,3 2 50,-23 246 582,19-149-526,7-233-47,9-251-1031,-4 289 448,2 0 0,3 1 0,2 0 0,29-78 0,-28 98 228,0 0 0,2 1 0,1 1 0,2 1 0,23-29 0,-34 48 206,0 0 1,0 1 0,1 0-1,1 0 1,-1 1 0,1 0 0,1 1-1,-1-1 1,1 2 0,0 0 0,0 0-1,0 0 1,1 2 0,0-1 0,0 1-1,0 1 1,0 0 0,17-1 0,-25 3 9,0 0 0,0 0 0,0 0 0,0 0 0,0 1 0,0-1 0,0 1 0,0 0-1,0 0 1,0 0 0,-1 0 0,1 0 0,0 1 0,-1-1 0,5 4 0,-4-2 42,-1 0 0,0 0 0,-1-1 0,1 1 0,0 0 0,-1 1-1,0-1 1,1 0 0,-1 0 0,-1 1 0,1-1 0,0 0 0,-1 7-1,3 13 140,-2 0 0,0 0 0,-6 46-1,3-56 10,-1 0-1,0 0 1,-1 0 0,0 0-1,-1-1 1,0 0-1,-1 1 1,-8 10-1,-6 6 216,-1-1 0,-31 32-1,38-46-180,0-1-1,-2 0 1,1 0 0,-1-2-1,-26 14 1,37-22-28,0-1 1,1 0 0,-1-1 0,0 1 0,0-1 0,0 0 0,0 0-1,0-1 1,0 1 0,-7-1 0,11-19-752,1 17 558,0 0-1,0 0 0,0 0 0,0 0 0,1 0 0,-1 0 1,0 0-1,1 1 0,0-1 0,-1 0 0,1 0 1,0 1-1,0-1 0,0 0 0,0 1 0,0-1 0,0 1 1,0-1-1,0 1 0,1-1 0,-1 1 0,0 0 0,1 0 1,0 0-1,-1 0 0,1 0 0,-1 0 0,5-1 0,1 0-81,1 0-1,0 1 1,0 0-1,0 0 0,15 1 1,-19 0 88,-1 0 30,-1 1 1,0-1 0,1 0-1,-1 1 1,1 0 0,-1-1-1,0 1 1,0 0 0,0 0-1,1 0 1,-1 0 0,0 1-1,0-1 1,0 1 0,-1-1-1,5 4 1,-2 0 31,0 1-1,0-1 1,0 1 0,-1 0 0,0 0 0,3 6-1,3 12 220,-2 0-1,7 34 0,-13-54-198,10 63 1287,-4 1 0,-1 131 0,-6-195-1278,-1 4-7,0 1 0,-1-1 0,1 0 0,-2 0 0,1 0 0,-1 0 0,0 0 0,-1 0 0,0-1 0,0 1 0,-1-1 0,0 0 1,0-1-1,-11 12 0,16-18-40,0 0 1,0 0 0,0 1-1,0-1 1,0 0 0,0 1-1,0-1 1,0 0 0,0 0 0,-1 1-1,1-1 1,0 0 0,0 0-1,0 1 1,0-1 0,-1 0-1,1 0 1,0 0 0,0 1-1,-1-1 1,1 0 0,0 0 0,0 0-1,-1 0 1,1 0 0,0 0-1,0 1 1,-1-1 0,1 0-1,0 0 1,-1 0 0,1 0-1,0 0 1,0 0 0,-1 0 0,1 0-1,0 0 1,-1 0 0,1 0-1,0-1 1,0 1 0,-1 0-1,1 0 1,0 0 0,-1 0-1,1 0 1,0 0 0,0-1 0,-1 1-1,1 0 1,-1-18-1130,1 14 792,0-33-3340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 4689,'0'0'6985,"0"0"-6996,0-1-1,0 1 1,0 0-1,0-1 1,-1 1-1,1 0 1,0 0-1,0-1 0,0 1 1,0 0-1,0 0 1,0-1-1,0 1 1,1 0-1,-1-1 1,0 1-1,0 0 0,0 0 1,0-1-1,0 1 1,0 0-1,0 0 1,1-1-1,-1 1 1,0 0-1,0 0 0,0-1 1,0 1-1,1 0 1,6 0 7,0 1 0,0 0 0,0 0 0,0 0 1,-1 1-1,1 0 0,0 0 0,-1 1 0,0 0 0,1 0 0,-1 0 1,0 1-1,-1 0 0,1 0 0,-1 1 0,1-1 0,-1 1 1,-1 0-1,1 1 0,-1-1 0,0 1 0,0 0 0,0 0 1,-1 0-1,0 0 0,0 1 0,-1-1 0,0 1 0,0 0 0,0 0 1,-1-1-1,0 1 0,0 11 0,-1 5 19,-3 61 54,2-75-62,-1-1 0,0 1 1,0-1-1,-1 1 0,0-1 0,-1 0 0,-6 11 0,-12 18 17,12-23-12,0 1 0,1 1 0,1 0 0,1 0 0,-9 25 0,16-41-15,0 1 0,0-1 0,0 1-1,1 0 1,-1-1 0,0 1 0,0-1-1,0 1 1,0-1 0,1 1 0,-1-1-1,0 1 1,0-1 0,1 1 0,-1-1-1,1 1 1,-1-1 0,0 1 0,1-1-1,-1 1 1,1-1 0,-1 0-1,1 1 1,-1-1 0,1 0 0,-1 0-1,1 1 1,-1-1 0,1 0 0,-1 0-1,1 0 1,0 1 0,-1-1 0,1 0-1,-1 0 1,1 0 0,0 0 0,-1 0-1,1 0 1,0-1 0,37 1-248,-23 0 157,-12 0 85,25 0-571,-1-1 0,51-8 0,-18-9-2202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1 5457,'0'0'5889,"-12"210"-5408,6-130-137,0-1 32,1 0-112,-1-11-168,0-5-16,0-15-80,0-12-512,0-21-1185,0-15-743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72,'0'0'6721,"368"0"-7761,-315 0-1720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3529,'0'0'4975,"0"37"-3706,0 122-289,-1-69-191,3 18 212,-2-104-985,1 0 0,0 0 0,-1 0 0,1 0 0,0 0 0,1 0 0,-1-1 0,1 1 0,0 0 0,0-1 1,0 1-1,0-1 0,0 0 0,5 5 0,-5-7-27,0 1 0,-1-1 0,1 0 0,0 1 1,0-1-1,0 0 0,0 0 0,0 0 0,0-1 0,0 1 1,1 0-1,-1-1 0,0 0 0,0 1 0,1-1 0,-1 0 0,0 0 1,0 0-1,0 0 0,1-1 0,-1 1 0,0-1 0,0 1 1,0-1-1,0 0 0,1 0 0,-1 0 0,2-1 0,1-2 4,1 1-1,-1-1 1,0-1-1,-1 1 1,1-1-1,-1 1 1,0-1 0,0-1-1,-1 1 1,1 0-1,2-8 1,31-72-207,-24 53-85,16-51-1040,-29 82 1321,1 1 0,-1 0 0,0 0 1,0 0-1,0 0 0,0 0 0,0-1 0,0 1 1,0 0-1,0 0 0,1 0 0,-1 0 1,0 0-1,0 0 0,0 0 0,0-1 1,0 1-1,1 0 0,-1 0 0,0 0 1,0 0-1,0 0 0,0 0 0,1 0 1,-1 0-1,0 0 0,0 0 0,0 0 1,0 0-1,1 0 0,-1 0 0,0 0 0,0 0 1,0 0-1,0 0 0,1 0 0,-1 0 1,0 0-1,0 1 0,0-1 0,0 0 1,0 0-1,1 0 0,-1 0 0,0 0 1,0 0-1,0 0 0,0 1 0,0-1 1,0 0-1,0 0 0,1 0 0,-1 0 0,5 10-293,0 5 275,0 0 1,1-1 0,1 1 0,14 23 0,-18-35 90,-1 1 0,1-1 0,0 1 0,0-1 0,0 0 1,0 0-1,0-1 0,1 1 0,-1-1 0,1 1 0,0-1 0,0 0 0,-1-1 0,1 1 1,1-1-1,-1 1 0,0-1 0,0 0 0,0-1 0,1 1 0,-1-1 0,0 0 0,7 0 1,-9-1-7,1 0 0,-1 0 0,1 0 1,0 0-1,-1 0 0,0 0 1,1-1-1,-1 1 0,0-1 0,0 0 1,0 1-1,0-1 0,0 0 1,0 0-1,0-1 0,0 1 0,-1 0 1,0 0-1,1-1 0,1-3 1,3-7 143,-1-1 0,7-20 1,-6 3-57,0 0 0,-2 0 0,-1 0 0,-3-55 0,0 64 4,-4-17 580,4 38-691,0 0 1,0-1 0,-1 1 0,1 0-1,0 0 1,-1 0 0,1 0-1,-1-1 1,0 1 0,1 0 0,-1 0-1,0 0 1,1 0 0,-1 0-1,0 1 1,0-1 0,0 0 0,0 0-1,0 0 1,0 1 0,0-1-1,0 0 1,0 1 0,0-1 0,0 1-1,0 0 1,-1-1 0,1 1-1,-1 0 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 1592,'0'0'9354,"16"-1"-9339,-4 1-15,1 0-1,-1 0 1,0 1 0,18 4-1,-25-4 1,1 1 0,0 0-1,-1 0 1,1 0 0,-1 1-1,1 0 1,-1 0 0,0 0 0,-1 0-1,1 1 1,0 0 0,-1 0-1,0 0 1,0 1 0,4 5-1,-3-2 26,-1 0-1,1 0 1,-2 0-1,1 0 0,-1 1 1,0-1-1,-1 1 1,0 0-1,1 9 0,-1 11 183,-2 43-1,0-32-37,0-36-109,-1 1 0,1-1 0,-1 0 0,0 1 0,0-1 0,-1 0 0,1 0 0,-1 1 1,0-1-1,0 0 0,0-1 0,0 1 0,-1 0 0,-3 3 0,-15 26 414,21-33-477,0 0-1,0 1 1,0-1 0,-1 0-1,1 0 1,0 0 0,0 0-1,0 0 1,0 1 0,0-1 0,-1 0-1,1 0 1,0 0 0,0 0-1,0 1 1,0-1 0,0 0-1,0 0 1,0 0 0,0 1 0,0-1-1,0 0 1,0 0 0,0 0-1,0 1 1,0-1 0,0 0 0,0 0-1,0 0 1,0 1 0,0-1-1,0 0 1,0 0 0,0 0-1,0 1 1,0-1 0,0 0 0,0 0-1,0 0 1,1 0 0,-1 1-1,0-1 1,0 0 0,0 0 0,0 0-1,1 0 1,-1 0 0,0 1-1,0-1 1,0 0 0,0 0-1,1 0 1,-1 0 0,0 0 0,0 0-1,0 0 1,1 0 0,-1 0-1,0 0 1,0 0 0,0 0-1,1 0 1,-1 0 0,0 0 0,0 0-1,0 0 1,1 0 0,-1 0-1,0 0 1,165 0-3180,-121 0-1117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1 3513,'0'0'6096,"0"36"-4593,0 251 332,-3-224-1212,-19 124 1,-31 62 397,18-93-566,21-95-377,6-29-51,1 0-1,2 0 1,-3 43-1,8-75-57,13-1 59,-1 0 0,1-2-1,-1 0 1,0 0-1,15-6 1,22-6-30,-23 9-415,1 2 0,40-1 0,14 4-3264,-66 1 2540,23 0-3556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126 167 2817,'0'0'12150,"-21"-16"-11744,-62-51-504,80 64 80,1 1-1,0 0 1,-1-1-1,1 1 1,0-1-1,1 0 1,-1 0-1,-2-5 0,3-10-136,2 10 87,-1 7 63,0 0 0,0 0 0,1 0 0,-1 0 0,0 1 0,0-1 0,1 0 0,-1 0 1,0 0-1,1 1 0,-1-1 0,1 0 0,-1 0 0,1 1 0,-1-1 0,1 0 1,-1 1-1,1-1 0,0 1 0,-1-1 0,1 1 0,0-1 0,1 0 0,26-7-137,40 5-316,-56 3 289,-2 0 85,0 1-1,1-1 1,-1 2 0,0-1 0,0 2 0,0-1 0,0 1 0,0 1-1,-1 0 1,14 7 0,-18-8 78,-1 0 0,0 0 0,0 1 0,0-1 0,0 1 0,0 0 0,-1 0-1,0 0 1,0 0 0,0 1 0,0-1 0,0 1 0,-1 0 0,0 0 0,0 0 0,-1 0 0,1 0 0,-1 0-1,0 1 1,0-1 0,-1 0 0,0 9 0,0 4 23,1-6 49,-1 0 0,0 0 1,-1 0-1,0 0 1,-1 0-1,0 0 1,-8 19-1,-21 31 187,23-50-214,1 1 0,0 0 1,1 0-1,1 1 0,0-1 1,1 1-1,0 0 0,1 1 0,-2 24 1,5-39-31,0 1 0,1 0 0,-1-1 1,1 1-1,0 0 0,-1-1 0,1 1 1,-1-1-1,1 1 0,0-1 0,0 1 0,-1-1 1,1 1-1,0-1 0,0 0 0,-1 1 1,1-1-1,0 0 0,0 0 0,0 0 1,-1 0-1,1 0 0,0 0 0,0 0 0,0 0 1,0 0-1,0 0 0,35 0 162,-26-1-102,43 2-650,-1-3 0,100-17 0,-102 8-3914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4537,'0'0'7586,"379"8"-8002,-260-8-505,-31 0-1247,-16 0-1977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4337,'0'0'5833,"438"27"-5841,-301-27-1512,-13 0-3081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0 571 3449,'0'0'5900,"65"-28"-5386,212-96-290,-250 111-221,-1-1-1,0-2 1,26-21-1,-35 23-61,-2-1-1,23-28 1,-21 23-21,7-10-117,-1-1 0,21-37 0,-13 2 261,-29 61-4,-1 1 0,0 0 1,1 0-1,-2-1 1,1 1-1,0 0 0,-1-1 1,0 1-1,-1-8 0,17 106 167,3 130-1,-3-21 744,25 102-2339,-40-283-1286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2785,'0'0'9034,"320"0"-7850,-166 0-568,6 0-272,-5 0-192,-13 0-72,-12 0-80,-5 8-784,-37 0-904,-22-4-1449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14 165 5569,'0'0'8629,"-2"39"-8599,0 0-23,-6 219 105,8 15 1470,0-295-1444,-2-56-300,5 0 0,2 0 0,18-87 0,-20 152 120,37-137-533,-34 133 529,0 1 1,1 0-1,1 0 1,0 0-1,1 1 1,18-22-1,-21 31-17,0 1-1,1 0 0,-1 0 1,1 0-1,0 1 1,1 0-1,-1 0 0,1 1 1,-1 0-1,1 1 1,0-1-1,0 1 0,14-1 1,-15 2 5,-1 0 1,0 1-1,0-1 1,1 1-1,-1 0 0,0 1 1,0 0-1,0 0 1,1 0-1,-1 1 0,0 0 1,0 0-1,-1 0 1,1 1-1,0-1 0,-1 2 1,0-1-1,6 5 1,-7-3 17,0 0 1,-1 0-1,1 1 0,-1 0 1,-1-1-1,1 1 1,-1 0-1,0 0 0,0 1 1,0-1-1,-1 0 1,1 12-1,-1-7 39,-1 0-1,0 0 0,0 0 1,-1 0-1,-1 0 1,-4 20-1,2-22 12,1-1-1,-1 0 0,-1-1 0,0 1 1,0-1-1,0 0 0,-1 0 1,0 0-1,-12 10 0,-4 1 27,-43 28 1,51-38-7,-1 0 0,1-1 0,-1 0 0,0-1 0,-1-1 0,1-1 0,-1 0 0,0-1 0,0 0 0,0-1 0,-28-1 0,43-2-57,0 1-1,0 0 1,1-1 0,-1 1 0,0 0 0,0-1 0,0 1 0,0-1-1,1 0 1,-1 1 0,0-1 0,1 0 0,-1 1 0,0-1 0,1 0-1,-1 0 1,1 1 0,-1-1 0,1 0 0,-1 0 0,1 0 0,0 0-1,-1 0 1,1 0 0,0 0 0,0 0 0,0 0 0,0 1 0,0-1-1,0 0 1,0 0 0,0 0 0,0 0 0,0-2 0,0 2 3,0-1 1,0 1 0,1 0-1,-1-1 1,0 1 0,0 0 0,1 0-1,-1-1 1,1 1 0,-1 0-1,1 0 1,0 0 0,-1-1-1,1 1 1,0 0 0,0 0 0,0 0-1,-1 0 1,1 0 0,0 0-1,0 1 1,1-1 0,-1 0-1,0 0 1,0 1 0,0-1 0,0 1-1,3-2 1,12 1 12,0-1 0,1 2 0,-1 0-1,0 1 1,0 1 0,0 0 0,0 2 0,0-1 0,0 2 0,-1 0 0,0 1-1,0 0 1,26 16 0,-21-9 237,0 1 1,-1 1-1,0 1 0,-2 0 0,0 1 1,0 1-1,-2 1 0,25 37 0,-30-37-270,18 22 382,-26-38-488,0-1-1,1 0 1,-1-1 0,0 1 0,1 0 0,-1 0-1,1-1 1,-1 0 0,1 1 0,0-1 0,0 0-1,-1 0 1,1-1 0,0 1 0,4 0 0,15 0-3597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5:57.3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125 1 3593,'0'0'8818,"-12"286"-8666,-41-147-152,-6-12-4185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6057,'0'0'10964,"-9"0"-10429,-26 0-154,26 0 806,16 0-2267,606 8 216,-605-8 1492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96 3489,'0'0'2620,"-2"34"-1417,-6 115-395,7 2 107,1-146-892,1 0-1,-1-1 1,1 1-1,-1-1 1,1 1 0,0-1-1,1 1 1,-1-1-1,1 0 1,0 0-1,0 0 1,0 0-1,1 0 1,5 6 0,-5-7-34,0-1 0,0 1 1,0-1-1,1 0 1,-1 0-1,1 0 1,-1-1-1,1 0 0,0 1 1,0-1-1,-1 0 1,1-1-1,0 1 1,0-1-1,0 1 1,6-2-1,-6 1-18,0-1 1,1 0-1,-1-1 0,0 1 0,-1-1 1,1 0-1,0 1 0,0-2 0,-1 1 1,1 0-1,-1-1 0,0 0 1,0 1-1,0-1 0,0 0 0,0-1 1,-1 1-1,1 0 0,-1-1 1,0 0-1,3-6 0,6-13-80,0 0 0,9-31-1,-18 47 36,5-14-31,-1-1 0,0 0-1,-2 0 1,-1-1 0,1-36-1,-1 46-8,3 14-80,3 8-175,22 39 306,-11-15 378,40 49-1,-50-72-225,-1 0-1,1 0 0,1-1 0,0 0 0,0-1 1,1 0-1,0-1 0,17 8 0,-12-9 15,1 0 1,-1-1-1,1-1 1,-1-1-1,1 0 0,1-1 1,28-1-1,-42-2-67,0 1 0,-1-1 0,1-1 0,0 1 0,-1 0 0,1-1 0,-1 0 0,1 0-1,-1-1 1,0 1 0,0-1 0,0 0 0,0 0 0,-1 0 0,1 0 0,-1-1 0,0 1 0,0-1 0,0 0 0,0 0 0,-1 0 0,4-7 0,0-1 15,0-1 0,-1 1 1,0-1-1,-1 0 0,0 0 0,3-27 1,-5 16-16,0 0 1,-2 0 0,-2-33-1,1 50-14,0 0-1,-1 0 0,1 0 0,-1 0 1,-1 0-1,0 0 0,0 0 0,0 1 1,0-1-1,-1 1 0,0 0 0,-1 0 0,1 0 1,-11-9-1,-42-29 191,55 42-863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0 600,'0'0'8209,"19"43"-7473,58 142-47,-69-164-439,-1 0-1,-1 1 0,-1-1 1,5 43-1,-6-25 179,10 51 620,2 125 1,-16-206-987,2 40 311,-2-47-354,0 1 0,0-1 0,1 0 0,-1 1 0,1-1 0,0 0 0,0 0 0,-1 1 0,1-1-1,1 0 1,-1 0 0,0 0 0,0 0 0,1 0 0,-1 0 0,3 1 0,0-2-25,0 0-1,1 0 1,-1-1-1,0 0 0,1 1 1,-1-2-1,0 1 1,7-1-1,4 0 22,157 0 149,51-1-474,-79 5-3995,-98 1-1282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95 5753,'0'0'10743,"1"0"-10738,-1 0 0,0 0 0,0 0 0,0 0 1,0 0-1,0-1 0,0 1 0,1 0 0,-1 0 1,0 0-1,0 0 0,0 0 0,0 0 0,0-1 1,0 1-1,0 0 0,0 0 0,0 0 0,0 0 1,0-1-1,0 1 0,0 0 0,0 0 0,0 0 1,0 0-1,0-1 0,0 1 0,0 0 0,0 0 1,0 0-1,0 0 0,0-1 0,0 1 0,0 0 1,0 0-1,0 0 0,0 0 0,0 0 0,0-1 1,0 1-1,-1 0 0,1 0 0,0 0 0,0 0 1,0 0-1,0 0 0,0-1 0,-1 1 0,1 0 1,0 0-1,0 0 0,0 0 0,0 0 0,0 0 1,-1 0-1,1 0 0,0 0 0,0 0 1,0 0-1,-1 0 0,14-3-26,0 1-1,0 1 1,0 0 0,24 2 0,8 0 50,2404-83 1051,-2399 84-3239,-80 16-1057,-11 9-3888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0 204 4929,'0'0'6884,"0"42"-6628,2 143 0,17 27 279,-5-74-186,-7-54-210,-7-82-20,0-9 45,0-20-53,5-229-74,0 203-411,1 1-1,26-98 1,-19 108-229,34-76 0,-40 102 435,1 1-1,1 0 1,1 1-1,0 0 1,1 0-1,0 1 1,21-19-1,-27 29 92,1-1 1,-1 1-1,1 0 0,0 0 1,0 1-1,0-1 0,0 2 1,0-1-1,0 0 0,1 1 1,-1 0-1,0 1 0,1 0 1,-1-1-1,10 3 0,-9-2-64,-4 0 105,0 0-1,0 0 1,0 1 0,0-1 0,0 1 0,0 0 0,0 0-1,-1 0 1,1 0 0,0 1 0,0-1 0,-1 1-1,1-1 1,-1 1 0,1 0 0,-1 0 0,0 0-1,0 0 1,0 1 0,0-1 0,0 1 0,0-1 0,-1 1-1,1-1 1,-1 1 0,0 0 0,0 0 0,0 0-1,0 0 1,1 5 0,1 9 71,0 0 0,-1 1 1,-1-1-1,-1 21 0,0-23-55,0-4 102,0 0 1,-1-1-1,0 1 0,-1 0 0,0-1 0,0 1 1,-1-1-1,-1 1 0,0-1 0,0 0 0,-1-1 0,0 1 1,0-1-1,-1 0 0,-1 0 0,1-1 0,-1 0 0,-1 0 1,0 0-1,0-1 0,0-1 0,-1 1 0,0-1 0,0 0 1,-12 4-1,8-5 115,0 0 0,-1-2 0,0 0-1,0 0 1,0-1 0,0-1 0,0 0 0,-21-2 0,28 1-131,5 0-79,0 0 1,0 0-1,-1 0 1,1 0-1,0-1 1,0 1-1,0-1 1,0 1-1,0-1 1,0 0-1,0 0 1,0 0-1,0 0 1,0 0-1,0 0 1,0-1-1,0 1 1,1-1-1,-1 1 1,1-1-1,-1 1 1,1-1-1,0 0 1,-1 0-1,1 0 1,0 0-1,0 0 1,0 0-1,1 0 1,-1 0-1,0 0 1,1 0-1,0 0 1,-1-3-1,22 24-1190,125 148 1344,-41-41-30,-57-71 51,-20-22 192,38 35 1,-66-67-467,1-1 0,0 1 0,-1-1 0,1 1 0,0 0 0,0-1 0,-1 1 0,1-1 0,0 1 0,0-1 0,0 0 0,0 1 0,-1-1 0,1 0 0,0 0 0,0 1 0,0-1 0,0 0 0,2 0 0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6217,'0'0'7031,"4"-12"-7034,-2 3-20,-2 6 13,1 0 0,-1-1-1,1 1 1,0 0-1,0 0 1,0 0-1,1-1 1,-1 1 0,1 0-1,0 0 1,-1 1-1,1-1 1,0 0 0,1 1-1,-1-1 1,0 1-1,1 0 1,0 0-1,-1 0 1,1 0 0,0 0-1,6-3 1,3 3-122,0-1-1,0 2 1,24-1 0,-33 2 115,0-1 0,1 1 0,-1 1 0,1-1 0,-1 0 0,0 1 0,1 0 0,-1 0 0,0 0 0,0 0 0,0 0 1,0 1-1,0-1 0,0 1 0,0 0 0,0 0 0,0 0 0,2 3 0,-2 1 12,0-1 0,0 0 0,-1 1 0,0 0 0,0 0 0,0-1 0,-1 1 0,0 0 0,0 9 0,0 61 109,-2-43-13,0-19-54,-1-1 0,0 1 0,-1-1 0,0 1 0,-1-1 0,-1 0-1,-8 19 1,-12 32-9,25-63-40,0-1 1,-1 1-1,1-1 0,0 0 1,0 1-1,0-1 1,0 1-1,0-1 0,0 0 1,0 1-1,0-1 0,0 1 1,0-1-1,0 0 1,0 1-1,0-1 0,1 1 1,-1-1-1,0 0 0,0 1 1,0-1-1,0 0 0,1 1 1,-1-1-1,0 0 1,0 1-1,1-1 0,-1 0 1,0 1-1,1-1 0,-1 0 1,0 0-1,1 1 1,-1-1-1,0 0 0,1 0 1,-1 0-1,0 0 0,1 0 1,-1 1-1,1-1 0,-1 0 1,1 0-1,23 0-13,-13-1-31,14 0-641,-1-1-1,30-6 1,-6-1-3017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 3489,'0'0'5161,"-18"258"-4201,12-171-320,-6-4-280,1-3-200,-1-17-160,0-7-472,0-21-1136,6-19-2433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1840,'0'0'4081,"314"60"-4537,-255-52-1544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0 158 960,'0'0'6024,"5"38"-5001,19 122-452,-23-153-538,1 1-1,0-1 1,0 0 0,0 0 0,1 0-1,0 0 1,5 8 0,-6-12-22,0-1 1,1 1-1,-1-1 0,0 0 1,1 0-1,-1 0 1,1 0-1,0 0 1,4 1-1,0 2 4,-3-3-36,0 0 0,0 0 0,1 0 0,-1 0 0,0-1 0,0 1 0,1-1 0,-1 0 0,1-1 0,-1 1 0,1-1 0,0 0 0,-1 0 0,1 0 0,-1-1 0,1 0 0,-1 0 0,1 0 0,-1 0 0,0 0 0,1-1 0,-1 0 0,0 0 0,0 0 0,0-1 0,-1 1 0,1-1 0,0 0 0,-1 0 0,0 0 0,0 0 0,0-1 0,0 1 0,0-1 0,0 0 0,-1 0 0,0 0 0,2-5 0,2-5-29,0-1 0,-1 1-1,-1-1 1,-1 0 0,0 0 0,0 0 0,-2 0 0,0-27 0,-1 40 397,0 6-373,1 4 48,0-1-1,1 1 0,0-1 1,0 0-1,0 1 0,1-1 0,0 0 1,7 10-1,-7-12 37,0 1 0,0-1 0,1 1 1,0-1-1,0-1 0,1 1 0,-1 0 0,1-1 0,0 0 1,0 0-1,7 4 0,-10-8-12,-1 1-1,1 0 1,0 0-1,0-1 1,0 1 0,0-1-1,0 1 1,0-1-1,0 0 1,0 0-1,0 0 1,0 0 0,0 0-1,0 0 1,0 0-1,-1-1 1,1 1 0,0-1-1,0 0 1,0 1-1,0-1 1,0 0 0,-1 0-1,1 0 1,0 0-1,-1 0 1,1-1 0,-1 1-1,1 0 1,-1-1-1,0 1 1,0-1 0,1 1-1,-1-1 1,0 0-1,0 0 1,-1 1 0,1-1-1,1-4 1,3-7 191,-1 0 1,-1-1-1,0 0 1,2-20-1,-3 18-139,2-29 291,-1-75 0,-3 81 109,0 37-430,0-1 0,0 1 0,0 0 0,0 0 0,-1-1 0,1 1 0,0 0 0,-1 0 0,0-1 0,0 1 0,1 0 0,-1 0 0,0 0 0,-3-4 0,2 2 522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24 1528,'0'0'9418,"11"-5"-9651,36-12 56,-45 17 174,-1-1 0,1 1 0,-1 0 0,1 0 0,0-1 0,-1 1 1,1 0-1,-1 1 0,1-1 0,0 0 0,-1 0 0,1 1 0,-1-1 0,1 1 1,-1-1-1,1 1 0,-1 0 0,1 0 0,-1-1 0,1 1 0,-1 0 1,0 0-1,0 0 0,1 1 0,-1-1 0,0 0 0,0 0 0,0 1 0,0-1 1,-1 0-1,1 1 0,0-1 0,0 1 0,-1-1 0,1 1 0,0 2 1,1 5 97,-1-1 1,1 1 0,-1 0-1,-1 18 1,0-23-4,0 193 1775,0-196-1878,1 0 0,-1 0 0,0 0 0,1-1 0,-1 1 0,0 0 0,1 0 1,-1-1-1,1 1 0,-1 0 0,1-1 0,-1 1 0,1-1 0,-1 1 0,1 0 0,0-1 1,-1 0-1,1 1 0,0-1 0,0 1 0,-1-1 0,1 0 0,0 1 0,0-1 0,0 0 0,1 1 1,30 5-524,-24-5 336,77 4-2614,-49-5-752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1 960,'0'0'7034,"2"36"-5411,2 4-1177,7 182 1668,-11-209-1943,1 53 565,-3 1 0,-19 123 0,12-137-626,3 0-1,2 91 1,4-144-114,0 0 0,0 1 0,1-1 0,-1 0 0,0 0 1,0 1-1,0-1 0,1 0 0,-1 1 0,0-1 0,0 0 1,1 0-1,-1 0 0,0 0 0,1 1 0,-1-1 1,0 0-1,1 0 0,-1 0 0,0 0 0,1 0 0,-1 0 1,0 0-1,1 0 0,-1 0 0,0 0 0,1 0 1,0 0-1,0 0-3,124 5 85,-10-2-1139,-22-2-4205,-57-1-1444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61 145 6545,'0'0'10225,"-10"-14"-10122,-29-44-210,37 56 101,1 0-1,0-1 1,0 1 0,0 0-1,0 0 1,0 0-1,0-1 1,1 1-1,-1-1 1,1 1 0,-1 0-1,1-1 1,0 1-1,0-1 1,0-4-1,1 0-12,-1 6 5,0 0 1,1 0 0,-1 0 0,0 0-1,1 0 1,-1 1 0,1-1 0,-1 0 0,1 0-1,-1 1 1,1-1 0,-1 0 0,1 1 0,0-1-1,-1 0 1,1 1 0,0-1 0,-1 1-1,1-1 1,0 1 0,0 0 0,0-1 0,0 1-1,-1 0 1,1-1 0,0 1 0,0 0 0,0 0-1,2 0 1,33-4-426,-27 4 310,4-1 32,-4 0-18,-1 1 1,1-1-1,0 2 1,0-1-1,0 1 1,-1 0-1,13 4 1,-19-4 92,1 1 0,0-1 0,-1 1 0,1 0 0,-1-1 0,0 1 0,0 0 0,0 1 0,0-1 1,0 0-1,0 1 0,0-1 0,-1 1 0,1-1 0,-1 1 0,0 0 0,1-1 0,-2 1 0,1 0 0,0 0 0,0 0 0,-1 0 0,0 0 0,1 0 1,-1 0-1,0 4 0,2 19 56,-1 1 0,-1 0 0,-1-1 0,-1 1 0,-2 0 0,-1-1 0,-15 51 0,-86 191 543,106-268-572,0 1 0,0-1 0,0 0 0,0 0 0,0 0 0,0 0 0,-1 0 0,1 1 0,0-1 0,0 0 0,0 0 0,0 0 0,0 0-1,0 1 1,0-1 0,0 0 0,0 0 0,0 0 0,0 0 0,0 1 0,0-1 0,0 0 0,0 0 0,0 0 0,0 0 0,1 1 0,-1-1 0,0 0 0,0 0 0,0 0 0,0 0 0,0 0-1,0 1 1,0-1 0,0 0 0,1 0 0,-1 0 0,0 0 0,0 0 0,0 0 0,0 0 0,0 1 0,1-1 0,-1 0 0,0 0 0,0 0 0,0 0 0,0 0 0,1 0 0,-1 0 0,0 0-1,0 0 1,0 0 0,0 0 0,1 0 0,-1 0 0,0 0 0,0 0 0,0 0 0,0 0 0,1 0 0,-1 0 0,0-1 0,0 1 0,0 0 0,0 0 0,0 0 0,1 0 0,-1 0 0,4 0-29,48-3 130,-28 2-641,0 0 0,34 4 0,-55-3 153,1 1 1,-1 0-1,0 0 1,0 0-1,0 0 1,0 0-1,0 1 0,4 2 1,17 17-5851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60 2785,'0'0'12864,"5"-2"-12698,15-4-179,-1 1 0,1 1-1,0 1 1,0 1-1,23-1 1,1 0 27,317-22-113,-122 19-3702,-190 6 791,-12 0-1684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3201,'0'0'9994,"361"8"-9666,-254-8-328,23 0-120,-29 8-1617,-24 8-3808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19 100 4425,'0'0'10633,"-3"0"-10209,-9 0-107,9 0 838,9 0-1211,55-4-67,88-15 0,-24 2 39,65-4-887,-189 21 855,0 0 0,0 0 0,-1 0 0,1 0 0,0 0 0,0 0 1,0 0-1,0 0 0,-1-1 0,1 1 0,0 0 0,0-1 0,-1 1 0,1-1 0,0 1 1,-1 0-1,1-1 0,0 0 0,-1 1 0,1-1 0,-1 1 0,1-1 0,-1 0 1,1 1-1,-1-1 0,1 0 0,-1 0 0,1 1 0,-1-1 0,0 0 0,0 0 1,1 0-1,-1 1 0,0-1 0,0 0 0,0 0 0,0 0 0,0 0 0,0 1 1,0-1-1,0 0 0,0 0 0,-1-1 0,1 0-439,0-10-2475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0 402 1736,'0'0'7785,"31"-15"-7577,100-52-72,-115 57-181,-1 0 1,0-1 0,-1-1-1,0 0 1,-1-1 0,-1 0-1,0-1 1,0-1 0,-2 1-1,0-2 1,10-19 0,24-52-687,-22 39 531,-17 40 242,-4 7-142,0 5-44,14 66 757,-4 1 0,4 121-1,-15-123-223,0 34 213,0-33-3331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5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43 3545,'-1'0'15428,"21"0"-15693,516 5 204,-310-6 75,-73-3 2,155-25 0,-292 28-14,-10 0-2,0 1 0,-1-1 0,1 0-1,0 0 1,-1 0 0,1-1 0,5-2-1,-17 3-777,-10 3-169,-28 17-2742,-8 2-5061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5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48 156 5009,'0'0'9940,"-8"-15"-9300,1 2-536,6 10-120,-1 0 0,1 0 0,0 0-1,-1 0 1,0 0 0,0 1 0,0-1 0,0 1 0,0-1-1,-4-2 1,5 5 8,1 0-1,0 0 0,-1 0 1,1 1-1,-1-1 1,1 0-1,0 1 0,-1-1 1,1 0-1,-1 1 0,1-1 1,0 0-1,0 1 1,-1-1-1,1 1 0,0-1 1,0 0-1,0 1 1,-1-1-1,1 1 0,0-1 1,0 1-1,0-1 1,0 1-1,0-1 0,0 1 1,0-1-1,0 1 1,0 0-1,-3 43-233,3-26 224,0 45 60,11 86 1,-9-131-29,1 1 1,1-1-1,1 0 0,1-1 0,0 1 1,2-1-1,-1 0 0,2-1 0,14 22 1,-19-34-53,0 1 0,0-1 1,0 0-1,0 0 1,1-1-1,-1 1 1,1-1-1,0 0 1,0 0-1,0-1 1,8 3-1,-10-4 2,0 0 0,0 0 0,0 0 1,0-1-1,0 1 0,0-1 0,1 0 0,-1 0 0,0 0 1,0 0-1,0-1 0,0 1 0,0-1 0,0 0 0,0 0 0,0 0 1,0 0-1,0 0 0,0-1 0,0 1 0,-1-1 0,1 0 1,2-2-1,3-5 21,1 0 1,-2-1-1,1-1 0,-1 1 1,10-22-1,25-64-407,-32 69 34,8-39 0,-13 45 347,-5 22 28,0-1 0,0 0 0,0 0 1,1 0-1,-1 1 0,0-1 0,0 0 1,0 0-1,0 0 0,0 0 0,1 1 1,-1-1-1,0 0 0,0 0 0,0 0 1,1 0-1,-1 0 0,0 0 0,0 0 1,0 0-1,1 1 0,-1-1 0,0 0 1,0 0-1,1 0 0,-1 0 0,0 0 1,0 0-1,0 0 0,1 0 0,-1 0 1,0-1-1,0 1 0,1 0 0,-1 0 1,0 0-1,0 0 0,0 0 0,1 0 1,-1 0-1,0 0 0,0-1 0,0 1 0,0 0 1,1 0-1,-1 0 0,0 0 0,0-1 1,0 1-1,0 0 0,0 0 0,1 0 1,-1-1-1,0 1 0,0 0 0,0 0 1,0 0-1,0-1 0,0 1 0,0 0 1,0 0-1,0-1 0,8 19-1178,2 15 1090,2-1 0,1 0 0,31 52 0,-37-73 131,0 0 1,1-1-1,1 0 1,0 0 0,16 13-1,-19-19-24,0 1-1,0-1 1,1 0 0,-1-1-1,1 0 1,0 0-1,0 0 1,0-1 0,0 0-1,14 2 1,-8-2 19,0-1 0,0 0 0,0-1 0,0-1 0,0 0 0,0-1 0,13-3-1,-18 2 5,-1 1-1,0-1 0,-1 0 1,1 0-1,0-1 0,-1 0 1,0 0-1,0-1 0,0 0 1,0 0-1,-1 0 0,0-1 1,6-8-1,-3 3 26,0-1 0,-1-1-1,0 1 1,-1-1 0,-1-1 0,0 1-1,-1-1 1,0 0 0,2-18 0,-1-11 210,-2-75 1,-4 85-98,1 20-53,-2 0 0,1 0-1,-2 0 1,0 0 0,0 1 0,-2 0 0,1-1 0,-1 1 0,-1 1 0,0-1 0,-12-16 0,-2-6 115,14 21-131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4281,'0'0'7687,"7"41"-7624,5 23-4,28 174 471,-25-74 516,-6 208-1,-9-325-866,0-40-147,2 23 4,-2-29-33,0 0-1,0-1 1,0 1 0,0 0 0,0 0-1,1-1 1,-1 1 0,0 0-1,1 0 1,-1-1 0,1 1-1,-1 0 1,0-1 0,1 1 0,0 0-1,-1-1 1,1 1 0,-1-1-1,1 1 1,0-1 0,-1 1 0,1-1-1,0 1 1,-1-1 0,1 0-1,0 1 1,0-1 0,-1 0-1,1 0 1,0 0 0,1 1 0,25-1-46,22 0 253,0-1 1,57-10 0,-34 0-257,78 0 1,-55 9-5651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23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0 6529,'0'0'6258,"59"218"-6138,-88-79-120,-31 0-4377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45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191 41 3513,'0'0'10943,"-13"-1"-10218,7-1-642,-1 0 0,1-1-1,0 0 1,-9-5 0,10 5-106,1 0-1,-1 1 0,0-1 0,0 1 0,0 0 0,0 1 0,0-1 0,0 1 0,-11-1 1,15 2-15,0 0 0,0 1 0,0-1 1,1 0-1,-1 1 0,0-1 1,0 0-1,0 1 0,0-1 0,0 1 1,0 0-1,1-1 0,-1 1 1,0 0-1,1-1 0,-1 1 0,0 0 1,1 0-1,-1 0 0,1-1 1,-1 1-1,1 0 0,-1 0 0,1 2 1,-10 28-195,8-20 129,-7 27-17,1 1 0,-4 77-1,11 85 93,2-108 21,21 392-91,-2-131 19,-14 439-96,-6-546-181,-9-14-90,6-198 427,-2 0 1,-2 0-1,-1-1 0,-19 52 0,20-61 5,7-24 145,0-3-67,0-1-171,0 0 0,0 0 0,-1 1 0,2-1 0,-1 0 0,0 0 0,1 0 0,-1 0 0,1 1 0,0-1 0,0 0 0,0 1 0,0-1 0,0 0 0,1 1 0,-1-1 0,1 1 0,0 0 0,-1 0 0,1 0 0,0-1 0,0 2 0,1-1 0,-1 0 0,0 0 0,1 1 0,-1-1 0,1 1 0,-1 0 0,1 0 0,0 0 0,-1 0 0,1 0 0,4 0 0,-1-1-15,1 0 0,0 0 0,0 1 0,0 1 0,0-1 0,0 1 0,0 0-1,0 0 1,0 1 0,0 0 0,0 1 0,0-1 0,-1 1 0,1 0 0,0 1 0,-1 0 0,0 0 0,1 0-1,-1 1 1,-1-1 0,1 2 0,0-1 0,-1 1 0,0-1 0,0 1 0,0 1 0,-1-1 0,6 10-1,8 15 173,-2 1-1,-2 0 0,0 1 0,-2 1 1,-2 0-1,12 61 0,14 211 715,-27 211 251,-11-336-771,2-151-214,-23 656 937,-55 89 638,26-414-657,51-311-1078,1-48-226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48.0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1 1408,'0'0'13667,"-7"0"-13356,4 0-164,5 0 744,303 9-1040,-152 11-2023,-112-11-1119,64 21 1,-73-15-1655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48.3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40 5369,'0'0'7602,"226"0"-7402,-126-8-136,13-4-64,0 0-280,23 8-1065,-29 0-1279,-24 4-1881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48.71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344 1 5809,'0'0'5217,"-195"274"-4312,147-171-297,7 0-96,5-4-208,18-4-144,12-11-72,6-9-88,0-11 0,54-17 0,29-15-64,23-24-320,84-20-824,-18-40-1761,-12-15-2392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49.0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119 0 3937,'0'0'6647,"23"42"-5686,167 275 165,-62-105-610,-114-185-470,-2 1-1,0 0 0,-2 1 0,-1 0 1,-2 0-1,5 35 0,-8-27 33,-1 65-1,-3-92-62,-1 0 1,0-1-1,0 1 1,-1 0-1,-1-1 1,1 1-1,-2-1 1,1 1-1,-1-1 0,-1-1 1,-10 17-1,6-15 6,0 0 1,-1-1-1,-1 0 0,1-1 0,-1 0 0,-1 0 0,0-2 0,0 1 0,0-1 0,0-1 0,-1 0 1,-13 2-1,-6 1-10,0-1 0,0-2 0,-63 2 0,84-6-99,-4-1-51,1 0 1,-1 0-1,-21-5 1,33 5-23,0-1 0,0 1 0,0-1 1,0 0-1,0 0 0,0 0 0,1-1 1,-1 1-1,0-1 0,1 0 0,-1 1 1,1-1-1,0 0 0,-1 0 0,1-1 1,0 1-1,0 0 0,1-1 0,-1 1 1,0-1-1,1 0 0,-2-3 0,-1-29-4325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51.34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120 421 3369,'0'0'9247,"-1"-35"-7751,-4-107-310,1 98-447,4 44-706,0 0 0,0-1-1,0 1 1,0 0 0,0-1 0,0 1-1,0 0 1,0-1 0,0 1 0,0 0-1,0-1 1,0 1 0,0 0-1,-1-1 1,1 1 0,0 0 0,0 0-1,0-1 1,-1 1 0,1 0 0,0-1-1,0 1 1,-1 0 0,1 0 0,0 0-1,0-1 1,-1 1 0,1 0 0,0 0-1,-1 0 1,1 0 0,0 0-1,-1 0 1,1-1 0,-1 1 0,0 0-88,1 5-120,-58 781-175,51-648-743,7-166 190,-1-44-2005,14-103-1,23-228-1302,-35 369 4601,1-1 0,2 1 0,1 0 0,2 0 0,1 1 1,2 0-1,1 0 0,18-37 0,-24 62-311,0-1-1,0 2 1,1-1 0,0 0 0,0 1-1,1 0 1,0 1 0,0-1-1,9-5 1,-11 9-94,-1 0-1,1 1 0,0-1 1,0 1-1,0 0 0,0 0 1,0 1-1,1-1 0,-1 1 1,0 0-1,1 1 0,-1-1 1,1 1-1,-1 0 0,1 1 1,-1-1-1,7 2 1,-8 0 17,-1-1 1,1 1 0,-1-1 0,0 1 0,1 0-1,-1 0 1,0 0 0,0 1 0,-1-1 0,1 1-1,0-1 1,-1 1 0,1 0 0,-1 0 0,0 0-1,0 0 1,0 1 0,-1-1 0,3 6 0,0 3 30,0 0 1,0 0-1,-2 1 1,3 18 0,-1 0 92,-2 0 0,-1 0 0,-1 1 0,-2-1 0,-1 0 0,-1-1 1,-2 1-1,-1-1 0,-1 0 0,-2 0 0,-21 45 0,-2-15 299,-2-1-1,-3-2 0,-78 91 1,113-144-332,0-1 1,-1 1-1,1 0 0,-1-1 1,0 0-1,0 0 0,0 0 1,0 0-1,0-1 0,-1 1 1,1-1-1,-1 0 1,0-1-1,0 1 0,1-1 1,-1 0-1,0 0 0,0 0 1,0-1-1,-6 1 0,10-2-82,0 1 0,-1 0-1,1-1 1,0 1-1,0-1 1,0 1 0,0-1-1,0 1 1,0-1 0,0 0-1,0 1 1,0-1-1,0 0 1,0 0 0,0 0-1,0 0 1,1 0 0,-1 0-1,0 0 1,1 0-1,-1 0 1,1 0 0,-1 0-1,1 0 1,-1 0-1,1-1 1,0 1 0,0 0-1,-1 0 1,1 0 0,0-1-1,0-1 1,0-52-159,0 38 173,0 17-24,0-7-27,0 0 0,0 0 1,0 0-1,1 0 0,0 0 0,1 0 1,2-8-1,-3 13 5,0 0 0,1 0 1,-1 0-1,1 0 0,0 0 0,-1 0 0,1 0 0,0 1 1,0-1-1,0 0 0,0 1 0,1 0 0,-1 0 1,0 0-1,1 0 0,-1 0 0,0 0 0,1 0 0,-1 1 1,1-1-1,-1 1 0,6-1 0,-1 0-29,1 0 0,-1 0 1,1 1-1,0 0 0,-1 0 0,1 1 0,0 0 0,-1 0 0,1 1 0,-1 0 1,1 0-1,-1 1 0,0 0 0,0 0 0,0 0 0,-1 1 0,1 0 0,-1 1 1,10 7-1,0 4 82,-1-1 1,0 2-1,0 0 1,-2 1-1,0 0 1,-2 1 0,0 1-1,-1-1 1,0 2-1,-2-1 1,11 42-1,-14-38-684,-1 1 1,-1 0-1,0 36 0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51.6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65 1 7362,'0'0'5545,"12"345"-5545,-47-155-32,-7-3-4393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53.1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17 6665,'0'0'11299,"-23"-12"-11299,34 12-432,43 0 248,17 0 176,12 0-240,6 0-617,17 0-679,-17-4-1040,-24 4-2305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53.4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5777,'0'0'6314,"326"0"-6482,-161 0-537,-16 0-3439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06.6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555 116 1792,'0'0'10632,"0"-16"-9656,0-83 2445,-4 101-3480,-3 2-6,0 1 1,0 0-1,0 1 0,1 0 0,0 0 1,0 0-1,1 1 0,0-1 0,0 1 1,0 1-1,-3 7 0,-42 96-350,47-105 414,-20 60-15,2 1 1,3 1-1,3 1 1,-7 88 0,-1 289 62,22-420-47,-5 1422-880,17-1003-123,1 96-1028,-12-501 1737,-3 85-720,1-109 895,-1 0-1,0 0 1,-1 0 0,0 0-1,-11 22 1,8-21 86,-1-2-1,-1 1 1,0-1 0,-2 0 0,1-1 0,-2-1-1,-13 14 1,18-20 38,0-1-1,0-1 1,-1 1 0,0-1-1,0-1 1,0 1-1,0-1 1,-1-1 0,0 1-1,0-2 1,0 1-1,0-1 1,0 0-1,0-1 1,-14 0 0,21-1-17,1 0 1,-1 0-1,0 0 0,1 0 1,-1-1-1,0 1 1,1-1-1,-1 1 1,0-1-1,1 0 1,-1 1-1,1-1 1,-1 0-1,1 0 0,0 0 1,-1 0-1,1 0 1,0-1-1,0 1 1,-1 0-1,0-3 1,0 1-40,1 0 1,-1 0 0,1 0-1,0 0 1,0 0 0,0-1-1,0 1 1,1 0 0,-1-1-1,1-6 1,0 5-15,0 1-1,0-1 1,1 0-1,-1 0 1,1 0-1,0 0 1,1 0-1,-1 1 1,1-1-1,0 0 1,0 1 0,1 0-1,-1-1 1,1 1-1,0 0 1,6-7-1,-1 6-22,-1 0 1,1 1-1,0 0 0,0 0 0,0 0 0,0 1 0,1 1 0,-1-1 1,15-1-1,4 0-427,53 1 1,-68 2 474,1 1-1,-1 1 1,1 0-1,-1 0 1,0 1-1,1 1 1,-1 0-1,0 1 1,-1 0-1,1 1 1,-1 0-1,0 1 1,0 0-1,0 1 1,-1 0-1,0 1 1,0 0-1,11 12 1,-4 0 229,-1 1 0,-1 1 0,-1 0 0,-1 1 0,-1 0-1,-1 1 1,-1 0 0,-1 1 0,-1 0 0,-1 0 0,-1 1 0,2 27 0,1 42 940,-7 190 0,-4-185-744,-3 33 385,-35 203-1,-49 369 1251,84-114-1151,11-532-796,25 108 0,-19-118-300,-2 0 0,-3 1 0,2 52 1,-12-92-1281,-12-9-1410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58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268 271 808,'0'0'6347,"0"-7"-5539,0-42 3981,0 49-4794,0 0 0,0 0 0,0 0 0,0 0 0,-1 0 0,1 0 0,0 0 0,0 0 0,0 0 0,-1 0 0,1 0 0,0 0 0,0-1 0,0 1 0,0 1 0,-1-1 0,1 0 0,0 0 0,0 0-1,0 0 1,-1 0 0,1 0 0,0 0 0,0 0 0,0 0 0,0 0 0,-1 0 0,1 0 0,0 0 0,0 1 0,0-1 0,0 0 0,0 0 0,-1 0 0,1 0 0,0 0 0,0 1 0,0-1 0,0 0 0,0 0 0,0 0 0,0 0 0,0 1 0,0-1 0,0 0 0,0 0 0,-1 1 0,-71 311-214,64-272 199,-63 369 111,17-89 18,55-505 1635,7 130-2043,2-1 0,25-75 0,-7 29-155,74-262-63,-87 322 528,1 0 0,3 2 0,1 0 0,2 1 0,1 1 0,38-46 0,-54 75-28,2 1 0,-1-1-1,2 2 1,-1-1 0,1 1 0,0 0-1,19-9 1,-26 15-4,-1-1 0,1 1-1,0 0 1,0 0 0,0 0 0,0 0-1,0 0 1,0 1 0,0-1 0,0 1-1,0 0 1,0 0 0,0 0 0,0 0 0,0 1-1,0-1 1,0 1 0,0 0 0,0 0-1,0 0 1,0 0 0,0 0 0,0 0-1,-1 1 1,1 0 0,-1-1 0,1 1-1,-1 0 1,0 0 0,1 1 0,-1-1 0,0 0-1,0 1 1,2 4 0,2 4 9,0 2 0,-1-1 0,-1 0 1,0 1-1,-1 0 0,0 0 0,-1 0 0,1 19 0,-1 4 42,-7 71 0,1-83 11,-1 1 1,-1-2-1,-1 1 0,-1 0 0,-2-1 0,0-1 1,-1 0-1,-1 0 0,-26 34 0,-4-1 223,-2-3 0,-63 59 0,80-85-47,-1-2 0,-42 30 0,60-48-90,0 1-1,-1-1 0,0-1 1,0 0-1,0-1 0,0 0 1,-1 0-1,1-1 1,-1-1-1,0 0 0,-13 1 1,21-3-78,0 0 0,0 0 0,0 0 0,0 0 0,0-1 0,0 0 0,0 1 0,0-1 0,-7-3 0,9 2-56,1 1 0,0 0 0,-1-1-1,1 0 1,0 1 0,0-1 0,0 0 0,0 1-1,0-1 1,1 0 0,-1 0 0,1 0 0,-1 1-1,1-1 1,-1 0 0,1 0 0,0 0-1,0 0 1,0 0 0,0 0 0,1-3 0,-1-12-48,-1 8 27,1 1 0,0-1 0,1 1 1,0-1-1,3-14 0,-3 20 9,1 1 1,-1-1-1,0 1 0,0 0 1,1-1-1,0 1 0,-1 0 1,1 0-1,0 0 0,0 0 1,0 0-1,0 0 0,0 1 1,1-1-1,-1 1 0,0-1 1,1 1-1,-1 0 0,1 0 1,-1 0-1,1 0 0,3 0 1,6-2-82,0 1-1,0 0 1,1 1 0,-1 0 0,0 1-1,1 0 1,-1 1 0,0 0 0,1 1-1,-1 1 1,23 7 0,-19-4 87,-1 1-1,0 1 1,-1 0 0,1 1-1,-2 1 1,1 0 0,-1 1-1,14 15 1,4 8 23,-1 0 1,-2 3 0,-1 0-1,-3 1 1,0 2 0,-3 0 0,32 86-1,-41-95 31,-7-21-26,-1 0-1,-1 1 1,0-1 0,0 1 0,-1-1-1,2 15 1,-4-23 461,-1-16 32,-14-63-4047,13 41-2297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59.4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 4 3505,'0'0'10837,"-6"-2"-10784,5 2-60,1-1 1,-1 1-1,0 0 0,0 0 0,0 0 0,0-1 1,0 1-1,1 0 0,-1 0 0,0 0 0,0 0 1,0 0-1,0 0 0,0 1 0,0-1 1,0 0-1,1 0 0,-1 1 0,0-1 0,0 0 1,0 1-1,1-1 0,-1 1 0,0-1 0,0 1 1,1 0-1,-1-1 0,0 1 0,1-1 1,-1 1-1,1 0 0,-1 0 0,1-1 0,-1 1 1,1 0-1,0 0 0,-1 0 0,1-1 0,0 1 1,-1 0-1,1 0 0,0 0 0,0 0 0,0 1 1,-1 9 14,0 1 1,0-1 0,3 16 0,-1 3 2,-12 400 213,12-402-282,-1-23-178,1 0 1,-1 0-1,0 0 0,0 0 1,0 0-1,0 0 1,-1 0-1,0 0 0,0-1 1,-1 1-1,-1 5 0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6:59.7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16 4585,'0'0'8498,"361"-8"-8266,-225 0-232,24 8-568,-41 0-2313,-24 0-6401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01.5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 11 3289,'0'0'10215,"0"-7"-10047,0 3-246,-1 6 32,-12 60-15,3 1 0,-3 83 0,8 138 292,5-237-253,0-20 35,1 0 1,0 0-1,2 0 1,13 50-1,-14-70-21,0-1 1,0 1-1,1-1 0,-1 0 0,1 0 0,1 0 1,-1-1-1,1 1 0,0-1 0,1 0 1,-1 0-1,1 0 0,0 0 0,0-1 0,0 0 1,1 0-1,-1 0 0,1-1 0,0 0 1,0 0-1,0-1 0,1 1 0,-1-1 0,1 0 1,8 0-1,-8-1-3,1 0 0,-1-1 0,1 0 1,-1 0-1,1-1 0,-1 0 0,0 0 0,1-1 0,-1 0 1,0-1-1,0 1 0,0-1 0,0 0 0,0-1 0,-1 0 1,0 0-1,0 0 0,0-1 0,0 0 0,0 0 0,-1 0 1,6-9-1,5-7-14,-1 0 1,-1-2-1,-1 1 1,-1-2-1,9-27 1,-2 0 10,-3-1 0,-2 0 0,8-67 0,-20 107-9,0-12 82,-2 23-71,0 1 1,-1 0 0,1 0-1,0-1 1,0 1-1,0 0 1,0-1-1,0 1 1,0 0 0,0-1-1,0 1 1,0 0-1,1-1 1,-1 1-1,0 0 1,0 0 0,0-1-1,0 1 1,0 0-1,0-1 1,1 1 0,-1 0-1,0 0 1,0-1-1,0 1 1,1 0-1,-1 0 1,0 0 0,0-1-1,1 1 1,-1 0-1,0 0 1,0 0-1,1 0 1,-1-1 0,0 1-1,1 0 1,-1 0-1,1 1-64,0 1-1,0-1 0,0 0 1,-1 1-1,1-1 0,-1 1 1,1-1-1,-1 1 0,1-1 0,-1 1 1,0 0-1,0-1 0,0 1 1,0-1-1,0 1 0,0-1 1,-1 4-1,1 5-144,2 12 249,1 0-1,1 0 1,1-1 0,0 0 0,2 0 0,1 0 0,0-1 0,1 0 0,1 0 0,1-1 0,1-1 0,28 34-1,-33-46 35,0 0 0,0 0 0,1 0 0,0-1 0,0-1 0,1 1 0,-1-1 0,1 0 0,0-1 0,0 0 0,0-1 0,0 0 0,19 2 0,-19-3 10,-1 0 1,1-1 0,0 0 0,0-1 0,0 0 0,-1 0-1,1-1 1,0 0 0,-1 0 0,1-1 0,-1 0 0,0-1-1,0 0 1,0 0 0,7-6 0,-1-1-13,-1-1 0,-1 0 1,0-1-1,-1-1 0,0 1 0,-1-2 1,-1 0-1,0 0 0,-1 0 0,-1-1 1,0 0-1,-1 0 0,5-23 1,-2-7 149,-1 1 0,-3-1 0,-1-85 0,-4 110-80,1 12-98,0 1 0,-1 0 0,0 0 0,0 0 0,-1 0 0,-1 0 0,1 0 0,-1 0 0,0 0 0,-1 1 0,0-1 0,0 1 0,-5-8 0,7 14-607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02.0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176 244 4321,'0'0'12309,"-28"-18"-12117,-83-58-192,107 73-13,1 1 0,0-1 0,0 0-1,0 0 1,1 0 0,-1 0 0,1 0 0,-1-1-1,1 1 1,0-1 0,-2-5 0,3 6-11,1 0 1,-1 0 0,1 0-1,0 0 1,0 0-1,0 0 1,0 0 0,0 0-1,1-3 1,1-10-68,-2 14 79,0 0 0,0 0 0,1 0 0,-1 0 0,1 0 0,-1 0-1,1 0 1,0 0 0,0 0 0,-1 0 0,1 0 0,1 1 0,-1-1-1,0 0 1,0 1 0,1-1 0,-1 1 0,1-1 0,-1 1 0,1 0-1,-1-1 1,1 1 0,0 0 0,0 0 0,-1 0 0,1 1 0,0-1-1,0 0 1,3 0 0,7-2-92,-1 1 0,1 0 0,0 1 0,12 0-1,-20 1 48,11-1-100,1 0-28,-1 1-1,1 0 0,24 4 1,-36-3 146,0-1 1,-1 1 0,1 1 0,0-1 0,-1 0 0,1 1 0,-1 0 0,1-1-1,-1 1 1,0 1 0,0-1 0,0 0 0,0 1 0,0 0 0,0 0-1,-1-1 1,1 1 0,-1 1 0,3 5 0,-1-1-2,-1 0 1,-1 0-1,1 0 1,-1 1-1,-1-1 0,0 1 1,1 14-1,-7 63 28,5-83 10,-2 14 8,-2 0-1,0-1 1,-1 1 0,0-1-1,-1 0 1,-1 0-1,-1 0 1,-14 21-1,-88 112 60,97-133-57,-75 85 1228,87-101-1172,-1 3 55,10-1 453,57-2-283,88-11-1,-101 4-1862,84 1 0,-93 6-2699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03.0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338 0 1272,'0'0'6722,"-4"43"-5839,1 0-591,1-8-7,-1 0-1,-1-1 0,-3 0 1,0 0-1,-24 64 1,-40 79 834,-109 320 561,172-467-1558,2 0 1,1 0-1,1 1 1,1 61-1,4-92-110,0 1 0,-1 0 0,1-1 0,0 1 0,0 0 0,0-1 0,0 1 0,0-1 0,0 0 0,0 1 0,0-1 0,0 0 0,0 1 0,0-1 0,0 0 0,0 0 0,0 0 0,0 0 0,0 0 0,1 0 0,2 1 44,45 3 280,0-1 0,56-5 1,-18 0-232,8 3-102,33 0-1037,-45-3-5110,-46-1-1134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03.5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201 169 4097,'0'0'12317,"-18"-12"-11777,-4-3-557,-27-23 0,48 38 12,0-1 0,0 0 0,0 0 0,0 0 0,0 0 1,0 0-1,0 0 0,0 0 0,0 0 0,0-1 0,1 1 1,-1 0-1,1 0 0,-1-1 0,1 1 0,-1 0 0,1-1 1,0 1-1,-1 0 0,1-1 0,0 1 0,0-1 0,0 1 1,0 0-1,0-1 0,0 1 0,1-1 0,-1 1 0,0 0 0,1-1 1,-1 1-1,2-2 0,0 0-5,0 1-1,1-1 1,-1 0-1,1 1 1,0 0-1,0-1 1,-1 1 0,6-2-1,-5 2-2,9-4-120,1 1-1,0 0 1,0 0 0,0 1 0,1 1-1,-1 0 1,1 1 0,0 1 0,0 0-1,0 0 1,0 2 0,17 2 0,-27-3 106,1 1 0,-1 0 1,0 0-1,0 0 1,-1 0-1,1 1 0,0-1 1,0 1-1,-1 0 1,1 0-1,-1 1 0,1-1 1,-1 1-1,0 0 1,0-1-1,0 1 1,-1 1-1,1-1 0,-1 0 1,1 1-1,-1-1 1,0 1-1,0-1 0,-1 1 1,1 0-1,-1 0 1,1 4-1,2 8-3,-1 0 0,-1 0 0,0 0 0,-1 0 0,-2 28 0,0-34 38,0-1-1,-1 1 0,-1 0 0,0 0 1,0-1-1,0 0 0,-1 1 1,-1-1-1,0-1 0,0 1 0,-12 15 1,-8 5 97,-52 47 0,47-48 1,-70 58 511,62-55 448,-57 57-1,95-88-1063,0 0-1,0 1 1,0-1-1,0 0 0,0 0 1,0 0-1,0 0 1,0 0-1,-1 0 1,1 0-1,0 0 0,0 1 1,0-1-1,0 0 1,0 0-1,0 0 0,0 0 1,0 0-1,0 0 1,0 0-1,0 1 1,0-1-1,0 0 0,0 0 1,0 0-1,0 0 1,0 0-1,0 1 1,0-1-1,0 0 0,0 0 1,0 0-1,0 0 1,0 0-1,0 0 0,0 0 1,1 1-1,-1-1 1,0 0-1,0 0 1,0 0-1,0 0 0,0 0 1,0 0-1,0 0 1,0 0-1,1 0 0,-1 0 1,0 1-1,0-1 1,0 0-1,0 0 1,0 0-1,0 0 0,0 0 1,1 0-1,-1 0 1,0 0-1,0 0 1,0 0-1,0 0 0,1 0 1,11 0-126,-9 0 106,66 0-240,171 5 363,-203-2-823,0 2-1,0 1 1,-1 2 0,51 17 0,-28 3-3901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04.2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40 7290,'0'0'8693,"24"6"-8670,102 19 56,198-13 739,-235-12-615,1207 0 970,-498-49-282,-397 17-765,-336 31-443,-74 5-206,-107 54-3169,45-21-1462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05.0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107 148 5921,'0'0'7861,"-1"36"-7565,-4 245-55,6-187-65,-7 175 260,5-236 86,0-123 500,-1 20-1352,3 1 0,17-118 0,67-122-881,-81 297 1211,0 0 1,1-1-1,0 2 1,1-1 0,13-20-1,-16 29-10,0-1 1,0 1-1,0 0 0,1 0 1,-1 0-1,1 0 0,0 0 1,0 1-1,0-1 1,0 1-1,0 0 0,0 1 1,0-1-1,1 1 0,-1-1 1,1 1-1,-1 1 0,9-2 1,0 2-81,0-1 1,0 2 0,0 0 0,-1 0 0,1 1-1,0 1 1,16 5 0,-24-6 67,0 0 0,0 1 0,0-1 1,0 1-1,-1 0 0,1 1 0,-1-1 1,0 1-1,0 0 0,0 0 0,0 0 0,-1 0 1,1 1-1,-1 0 0,0-1 0,-1 1 0,1 0 1,-1 0-1,3 9 0,-2-3 10,0-1 0,-1 0 0,0 1 0,-1-1 0,0 1 0,0 0 0,-1-1 0,-1 1-1,0 0 1,0-1 0,-1 1 0,0-1 0,-1 1 0,0-1 0,-1 0 0,0 0 0,-1 0 0,0-1 0,-12 18 0,3-11 81,-1-1 1,-1-1 0,0 0-1,-1-1 1,-1-1 0,0-1-1,0 0 1,-1-1 0,-1-2-1,1 1 1,-1-2 0,-1-1-1,1 0 1,-1-2 0,0 0-1,0-1 1,-1-2 0,1 0-1,0-1 1,-24-3 0,42 3-61,0-1 1,1 1-1,-1-1 1,0 0 0,1 0-1,-1 0 1,1 0-1,0 0 1,-1 0-1,1-1 1,0 1 0,0-1-1,0 0 1,0 1-1,0-1 1,0 0 0,0 0-1,0 0 1,1-1-1,-1 1 1,-1-3-1,1-1 3,0 0 0,0 0 0,1 0 0,0 0 0,0 0 0,0 0-1,0 0 1,1-8 0,0 13-16,0-1 1,1 1-1,-1 0 1,0-1-1,0 1 0,1 0 1,-1 0-1,0-1 0,1 1 1,0 0-1,-1 0 1,1 0-1,0-1 0,-1 1 1,1 0-1,0 0 0,0 0 1,0 0-1,0 1 1,2-3-1,0 1-19,0 1 0,0-1 0,0 1-1,0-1 1,1 1 0,-1 0 0,7-1 0,7 0-123,1 1 0,27 1-1,-28 0 62,1 1 62,1 1 0,-1 1 0,1 0 0,-1 2 0,0 0 0,0 1 0,-1 0 0,0 2 0,0 0 0,0 1 0,-1 0 0,15 13 0,23 20 316,94 94 1,-109-97 80,-18-19-104,-9-6 97,2-1-1,22 16 1,-34-28-282,2-1-34,-3 7-2617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4.7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77 576,'0'0'3401,"0"-41"3199,0 40-6450,0 0 0,0 0 0,1-1 0,-1 1 0,0 0 0,-1 0 0,1-1 0,0 1 0,0 0 0,0 0 0,-1-1 0,1 1 1,-1 0-1,1 0 0,-1 0 0,1 0 0,-1-1 0,0 1 0,1 0 0,-1 0 0,0 0 0,0 0 0,0 1 0,0-1 0,0 0 0,0 0 0,0 0 0,0 1 0,0-1 0,0 1 0,0-1 0,0 1 0,0-1 1,-1 1-1,1-1 0,0 1 0,0 0 0,-1 0 0,1 0 0,0 0 0,0 0 0,-1 0 0,1 0 0,-3 0 460,21 0-1425,20 3 720,0 2 1,0 1-1,50 15 0,23 4-126,-21-5-2118,-88-20 2212,0 0 0,-1 0 1,1 1-1,0-1 0,0 1 0,-1-1 0,1 0 1,0 1-1,-1-1 0,1 1 0,-1-1 1,1 1-1,0 0 0,-1-1 0,1 1 0,-1-1 1,1 1-1,-1 0 0,0 0 0,1-1 0,-1 1 1,0 0-1,0 0 0,1-1 0,-1 1 1,0 0-1,0 0 0,0 0 0,0-1 0,0 1 1,0 0-1,0 0 0,0 0 0,0-1 0,0 1 1,-1 1-1,1 6-1315,0 3-1443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5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2513,'0'0'8729,"332"16"-8721,-231-8-8,-18 0-1576,-12 0-3545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5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0 5329,'0'0'6033,"-24"207"-5288,12-88-121,0 8-8,1 4-144,-7-4 40,0-4-128,0-16-256,0-12-80,1-19-48,5-17-72,0-23-448,-6-36-688,6-4-1081,-5-40-2408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5.8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1 410 6225,'0'0'5385,"19"-44"-4794,8-16-487,41-65-1,-60 114-101,0 1 0,0 0 0,1 0 0,0 0 0,1 1 0,0 1 0,0 0 0,1 0-1,0 1 1,1 0 0,-1 1 0,1 0 0,0 1 0,1 0 0,15-3 0,-8 1 0,22-5-62,0 2-1,1 1 0,0 3 1,1 1-1,75 2 0,-101 3 50,0 0-1,0 2 1,0 0-1,0 1 0,-1 1 1,19 7-1,-24-7 10,-1 1-1,0 1 1,0 0 0,0 0-1,-1 1 1,0 1-1,0 0 1,-1 0-1,12 13 1,-12-10-3,0 0 0,-1 1 0,0 0 0,-1 0 0,0 1 0,-1 0 0,-1 0 0,0 0 0,0 1 0,3 20 0,-4-4 39,0-1 0,-2 0 0,-4 60 0,0-73-20,0-1 0,-1 1 0,-1-1 0,-1 1 1,0-1-1,-1 0 0,-1-1 0,0 0 0,0 0 0,-2 0 0,0-1 0,-12 15 0,4-9-3,0-1-1,-1-1 1,-1 0 0,0-2-1,-1 0 1,-1-1 0,-26 14-1,31-21 6,0-1 0,0 0 0,-1-1 0,0 0 0,0-2 0,0 0 0,0-1 0,-1-1 0,1 0 0,-1-1 0,-18-3 0,34 3-31,0 0-1,0 0 1,0-1-1,0 1 0,0 0 1,0-1-1,0 0 1,0 1-1,0-1 0,0 0 1,0 0-1,0 0 1,1 0-1,-1-1 0,0 1 1,1 0-1,-1-1 1,1 1-1,-1-1 0,1 1 1,0-1-1,0 0 1,0 1-1,-2-5 0,1 0-173,1 0 0,-1 0 0,2 0 0,-1 0 0,0-1-1,2-9 1,-1 9 2,0 6 164,0-1 1,0 1-1,0 0 1,1 0-1,-1 0 1,0 0-1,1-1 1,-1 1-1,0 0 1,1 0-1,0 0 1,-1 0 0,1 0-1,0 0 1,-1 0-1,1 1 1,0-1-1,0 0 1,0 0-1,0 0 1,0 1-1,0-1 1,0 0-1,0 1 1,0-1 0,0 1-1,0-1 1,0 1-1,0 0 1,0 0-1,3-1 1,41-1-362,-32 2 250,-3 1 94,1-1-1,-1 1 0,0 1 0,1 0 0,-1 1 0,0 0 1,0 0-1,-1 1 0,1 0 0,13 9 0,-9-4 54,-1 0 0,0 2-1,0-1 1,-1 2 0,0 0-1,10 13 1,-1 4 228,-1 1 1,-2 1-1,-1 0 1,-1 1-1,17 51 1,-21-50 24,-3 0-1,0 0 1,-3 1 0,0 0 0,-2 0 0,-1 43 0,-3-42-347,-5-33-545,-20-2-1125,-4 0-1963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6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534 0 4153,'0'0'8558,"-44"47"-8288,15-17-220,-2 0 3,1 2-1,2 0 0,1 2 1,2 1-1,2 1 0,1 1 1,1 0-1,2 2 1,-13 41-1,-69 319 461,39 8-95,22 457 242,40-839-718,2 0 1,0-1-1,1 1 1,1-1-1,2 0 1,0 0-1,12 27 1,-15-42-229,1 0 0,1-1 0,0 1-1,0-1 1,0 0 0,1 0 0,0 0 0,1-1 0,-1 0 0,1-1 0,1 1 0,-1-1 0,1-1 0,0 1-1,1-1 1,-1-1 0,1 1 0,0-2 0,0 1 0,18 4 0,32-5-5263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66 415 2897,'0'0'6105,"30"-34"-5841,96-111-120,-109 126-135,56-70 41,-64 75-38,1-1 0,-2 0 0,7-17 0,-1-20-406,-14 80 248,0 131 745,-24 191-1,21-323-580,-21 114 151,19-117-286,-1 0 0,-2 0 1,-17 37-1,24-57 4,-1-1-1,0 1 1,0-1 0,0 0-1,0 0 1,-1 0 0,1 0-1,-1 0 1,0 0 0,0-1-1,0 1 1,0-1 0,0 0-1,-1 0 1,1 0 0,-1 0-1,-4 1 1,-3-1-263,1 0 0,-1 0 0,0-1 0,0-1-1,-11 0 1,20 0 352,-18 0-199,8 1 335,1-1 1,0 0 0,0-1-1,0 0 1,-19-5-1,-5 1 4987,39 5-4961,98 0 83,222 4-2407,-256 0-582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7.37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0 2633,'0'0'9282,"0"274"-8522,0-183-272,0 5-136,-6-1-24,-11-4-48,5-12-144,0-19-136,6-12 0,6-21-480,0-23-744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7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 4049,'0'0'10050,"207"0"-9722,-130-4-224,0 0-104,0 4-1168,-23 0-2033,-25 0-4793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9.07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 3137,'0'0'9527,"0"23"-9486,-22 373 572,21-176-283,1-216-329,0 0 0,0 1 0,0-1 0,1 0 1,0 0-1,0 0 0,0 0 0,0 0 0,1-1 0,-1 1 0,1 0 0,2 3 0,-3-6-12,0 1 0,1-1-1,-1 0 1,0 0 0,1 0 0,-1 0 0,0 0 0,1 0-1,-1 0 1,1-1 0,-1 1 0,1 0 0,0-1-1,-1 0 1,1 1 0,0-1 0,-1 0 0,1 0 0,0 1-1,-1-1 1,1-1 0,0 1 0,-1 0 0,1 0-1,0-1 1,-1 1 0,1 0 0,0-1 0,-1 0 0,1 1-1,2-3 1,2-1-10,-1 0 0,0 0 0,0 0 0,0-1 0,0 0-1,-1 0 1,0 0 0,0-1 0,0 0 0,-1 1 0,1-1 0,2-10 0,-2 9 11,11-24-315,-1-1-1,-1 0 1,-2-1 0,-1-1-1,-2 0 1,-2 0-1,0 0 1,0-59-1,-6 126 49,-1 19 161,12 97 0,-9-135 194,1 0 0,0 0-1,1 0 1,0 0 0,1-1-1,1 0 1,0 0 0,0 0-1,2-1 1,-1 0 0,19 21-1,-21-28-49,1 0 0,0 0 0,0 0 0,1-1 0,-1 0 0,1-1 0,0 0 0,0 0 0,0 0 0,15 3-1,-17-5-4,0 0 0,0 0 0,0 0-1,0-1 1,0 0 0,0 0-1,0 0 1,0-1 0,0 0 0,0 0-1,0 0 1,0 0 0,-1-1-1,1 0 1,0 0 0,-1 0 0,1 0-1,4-4 1,-2-1 34,0-1 0,0 1 0,0-2 0,-1 1 0,0 0 0,0-1-1,-1 0 1,-1 0 0,1-1 0,-1 0 0,-1 1 0,0-1 0,0 0 0,1-16 0,2-15-1,-2 0 1,-2-51-1,-2 59-39,0 7 25,-4-50 0,3 68-21,-1 0 1,0 0-1,0 0 1,-1 1-1,0-1 0,0 0 1,-1 1-1,0 0 0,0 0 1,-6-8-1,-19-17 115,28 31-512,4 24-6347,12-3 1074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39.8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196 203 3865,'0'0'8628,"-23"1"-7778,-71 2-230,91-3-587,0 1 0,0-1-1,0 0 1,0 0 0,0 0 0,0-1 0,0 1-1,0-1 1,0 0 0,0 1 0,1-1 0,-1 0-1,0-1 1,0 1 0,1 0 0,-1-1 0,1 0-1,-1 1 1,1-1 0,0 0 0,0 0 0,-3-3-1,3 1-54,0-1-1,0 1 1,1 0 0,0-1-1,0 1 1,0-1-1,0 1 1,0-1-1,1-8 1,-1-1-80,0-69-546,1 82 624,0 0 1,1-1-1,-1 1 1,1-1-1,-1 1 1,1 0-1,-1-1 1,1 1-1,0 0 1,0 0-1,-1-1 1,1 1-1,0 0 0,0 0 1,0 0-1,0 0 1,0 0-1,1 0 1,-1 0-1,0 1 1,0-1-1,1 0 1,-1 1-1,0-1 1,1 1-1,-1-1 1,0 1-1,1-1 1,-1 1-1,1 0 0,1 0 1,10-2-298,-1 1-1,24 1 1,-22 0 32,-8 0 215,0 1 1,0 0-1,0 0 0,0 0 0,0 0 1,0 1-1,0 0 0,0 1 1,0-1-1,-1 1 0,1 0 0,-1 1 1,0-1-1,0 1 0,0 0 0,-1 0 1,1 0-1,-1 1 0,0 0 0,0 0 1,-1 0-1,1 0 0,-1 0 1,0 1-1,0-1 0,-1 1 0,0 0 1,0 0-1,0 0 0,1 11 0,1 2 70,-1 0-1,-1 1 0,-1-1 0,-1 0 0,0 1 1,-4 23-1,2-30 12,-1-1 0,0 0 0,-1 1-1,0-2 1,-1 1 0,0 0 0,-1-1 0,0 0 0,-1 0 0,-11 14 0,-8 3 200,-1-2 0,-50 39 0,59-57 343,16-7-178,12 0-401,18-1-29,103 4 96,-115-2-588,0 1-1,0 0 0,0 1 1,0 1-1,-1 0 0,17 9 1,-1 5-3199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0.2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222 1 3833,'0'0'5070,"-8"42"-4518,-51 275 606,-48 140 1587,68-304-1913,38-149-810,-6 32 45,7-35-67,0 0-1,-1 0 1,1 0-1,0 0 1,0 0-1,0 0 1,0 0-1,0 0 1,0 0 0,0 0-1,1 0 1,-1 0-1,0 0 1,0 0-1,1 0 1,-1-1-1,1 1 1,-1 0 0,0 0-1,1 0 1,0 0-1,-1-1 1,1 1-1,-1 0 1,1-1-1,0 1 1,0 0 0,-1-1-1,2 1 1,28 4 71,1-1 1,0-2-1,-1-1 1,46-4 0,-45 2-106,-11-2-402,1 0 0,-2-1 0,1-2 0,0 1 0,-1-2 0,0-1 0,-1 0 0,0-2 0,31-20 0,-6-1-3625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0.72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83 131 4385,'0'0'12283,"-13"-20"-12187,-43-60-95,43 55-81,13 25 79,0 0-1,0 0 1,0 0-1,0 0 1,0-1-1,0 1 1,0 0-1,0 0 1,0 0-1,0 0 1,1 0-1,-1 0 1,0-1-1,0 1 1,0 0-1,0 0 1,0 0-1,0 0 1,1 0-1,-1 0 1,0 0-1,0 0 1,0 0-1,0 0 1,0-1-1,1 1 1,-1 0-1,0 0 1,0 0-1,0 0 0,0 0 1,1 0-1,-1 0 1,0 0-1,0 0 1,0 0-1,0 0 1,0 1-1,1-1 1,-1 0-1,0 0 1,0 0-1,0 0 1,0 0-1,0 0 1,1 0-1,3 1-24,22-4-233,0 2 1,0 0 0,0 2 0,29 5 0,-52-6 232,-1 1 1,0 0-1,0 0 0,0 0 1,1 0-1,-1 0 1,0 0-1,0 0 1,0 1-1,-1-1 1,1 1-1,0 0 1,-1-1-1,1 1 1,0 0-1,-1 0 1,0 0-1,0 0 1,1 0-1,-1 0 1,-1 1-1,1-1 1,0 0-1,0 0 0,0 5 1,1 5-30,-1 1 0,0-1 0,-2 24 0,0-11 72,0-13-10,1-1 0,-2 0 0,0 0 0,0 0 1,-1-1-1,0 1 0,-5 10 0,-5 8 13,-19 30 0,17-34 11,-20 48-1,33-65-30,0-1 0,0 1-1,1 0 1,0 0-1,0 0 1,1 14-1,0-19-4,0-2 5,0-1-1,0 0 1,0 0-1,0 1 0,0-1 1,0 0-1,0 0 1,0 1-1,0-1 0,0 0 1,0 0-1,1 1 0,-1-1 1,0 0-1,0 0 1,0 1-1,0-1 0,0 0 1,0 0-1,1 0 1,-1 1-1,0-1 0,0 0 1,0 0-1,1 0 0,-1 1 1,0-1-1,0 0 1,0 0-1,1 0 0,-1 0 1,0 0-1,0 0 1,1 0-1,-1 0 0,0 1 1,0-1-1,1 0 0,17 2 58,0-1-1,0 0 0,29-3 0,0 1 17,62 1-481,-37 0-3209,-39 0-2227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1.2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4257,'0'0'8930,"53"-3"-8543,-27 2-311,379-15 1010,5 5-41,452-6-615,-860 17-519,0 0 0,-1 0 0,1 0 0,0 0 0,-1 0 0,1 1 0,-1-1 0,1 0 0,0 1 0,-1-1 0,1 1 0,-1 0-1,1-1 1,-1 1 0,0 0 0,1 0 0,-1 0 0,0 0 0,1 0 0,0 2 0,-1-2-162,-1 0 0,1 1 0,-1-1 0,1 0-1,-1 1 1,0-1 0,0 1 0,0-1 0,0 1 0,0-1 0,0 1 0,0-1 0,0 0 0,0 1 0,-1-1 0,1 1 0,-1-1 0,1 0-1,-1 1 1,0-1 0,1 0 0,-1 1 0,-1 0 0,-23 23-7704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1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78 124 4729,'0'0'5145,"-2"39"-4051,-13 245 423,14-250-1316,0 24 178,-2 1-1,-15 72 1,11-79-51,7-53-310,0 1-1,-1 0 1,1 0 0,0 0 0,0 0 0,0 0 0,0 0 0,0-1 0,-1 1 0,1 0-1,0 0 1,0 0 0,0 0 0,-1 0 0,1 0 0,0 0 0,0 0 0,0 0 0,0 0-1,-1 0 1,1 0 0,0 0 0,0 0 0,0 0 0,-1 0 0,1 0 0,0 0 0,0 0-1,0 0 1,-1 0 0,1 0 0,0 1 0,0-1 0,0 0 0,0 0 0,-1 0-1,1 0 1,0 0 0,0 0 0,0 1 0,0-1 0,0 0 0,0 0 0,-1 0 0,1 0-1,0 1 1,0-1 0,0 0 0,0 0 0,0 1 0,-5-14 126,1 0-1,1 0 1,0-1-1,1 1 1,-1-19 0,1-77-588,2 72 370,0 4-190,0-1 1,3 1-1,0 0 1,3 0-1,0 0 1,2 0-1,15-36 1,-16 52 131,5-13-142,1 1-1,31-50 1,-40 73 219,0 0 0,1 0 0,-1 0 0,1 1 1,0 0-1,0 0 0,1 0 0,0 1 0,-1-1 0,1 1 1,1 1-1,-1-1 0,1 1 0,-1 0 0,1 0 1,0 1-1,0 0 0,9-1 0,-9 2-64,1 0 0,-1 1-1,0 0 1,1 0 0,-1 1 0,0 0 0,0 0-1,1 1 1,8 3 0,-12-3 89,0 0 1,-1 0 0,1 0-1,-1 1 1,1-1-1,-1 1 1,0 0-1,0 0 1,0 0-1,-1 0 1,1 1-1,-1-1 1,1 1-1,-1 0 1,0 0-1,-1-1 1,3 6-1,0 2 24,-1 1-1,0 0 1,-1 1-1,0-1 1,0 0-1,-1 1 1,-1 12-1,-1-16 16,1-1-1,-1 0 0,0 1 1,-1-1-1,0 0 0,0 0 1,-1 0-1,0 0 0,0-1 0,-1 1 1,-6 9-1,-2-3 73,0-1-1,0 0 0,-2 0 1,1-2-1,-1 0 1,-1 0-1,0-1 1,-1-1-1,0 0 1,0-2-1,0 1 1,-1-2-1,0 0 1,-27 4-1,43-9-87,1-1 1,-1 0-1,1 0 0,-1 0 1,0 0-1,1 0 0,-1 0 0,1 0 1,-1 0-1,1 0 0,-1 0 1,0 0-1,1 0 0,-1 0 1,1-1-1,-1 1 0,1 0 1,-1 0-1,1-1 0,-1 1 1,1 0-1,-1-1 0,1-6-152,0 6 79,0-3 20,0 1 1,0 0 0,0-1 0,1 1 0,-1 0-1,1-1 1,0 1 0,0 0 0,0 0 0,1-1-1,-1 1 1,1 0 0,-1 1 0,1-1 0,0 0 0,0 0-1,0 1 1,1-1 0,-1 1 0,0 0 0,1-1-1,0 1 1,0 0 0,-1 1 0,1-1 0,0 0-1,0 1 1,1 0 0,-1-1 0,0 1 0,0 1 0,1-1-1,4 0 1,1-1 66,0 0-1,0 1 1,0 0-1,0 1 1,0 0-1,0 0 1,0 1 0,0 0-1,-1 0 1,1 1-1,0 0 1,0 1-1,-1 0 1,0 1-1,1-1 1,-1 1-1,-1 1 1,1 0 0,0 0-1,-1 0 1,10 10-1,-6-3 327,-1 0 0,0 1-1,-1-1 1,0 2 0,-1-1 0,0 2-1,6 15 1,-2 3 381,-2 1-1,8 40 1,-17-72-780,-1 0 1,1 1-1,-1-1 1,1 0-1,0 1 1,0-1-1,0 0 1,0 0-1,3 4 1,-2-5-267,-1 0 1,1 0-1,-1 0 0,1 0 1,0 0-1,-1 0 0,1 0 1,0-1-1,0 1 1,0-1-1,0 1 0,-1-1 1,1 0-1,0 0 0,0 0 1,0 0-1,4 0 0,11 0-3640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2.4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10 5409,'0'0'5212,"0"0"-5307,0 0 78,-1 0-1,1 0 1,0 0 0,0 0-1,-1 0 1,1 0 0,0 0-1,0 0 1,-1-1-1,1 1 1,0 0 0,0 0-1,-1 0 1,1-1 0,0 1-1,0 0 1,0 0-1,0 0 1,-1-1 0,1 1-1,0 0 1,0 0 0,0-1-1,0 1 1,0 0-1,0 0 1,0-1 0,-1 1-1,1 0 1,0-1 0,0 1-1,5-1 6,1 0 0,-1 0 1,0 1-1,0 0 0,0 0 0,8 1 0,2-1-9,-9 0 9,12 0-40,-1 1 0,1 0 0,22 5 0,-37-6 47,0 1-1,0-1 1,0 1 0,0 0-1,-1 0 1,1 0 0,0 0-1,0 0 1,-1 1 0,1-1-1,-1 1 1,1 0 0,-1-1-1,0 1 1,0 1 0,0-1-1,0 0 1,0 0 0,0 1-1,0-1 1,-1 1 0,1-1-1,-1 1 1,0 0 0,0-1-1,0 1 1,1 3 0,-1 4 31,0-1 1,0 0 0,-1 1-1,0-1 1,-1 0 0,0 1-1,-1-1 1,0 0 0,0 0-1,0 0 1,-2 0 0,1 0-1,-1 0 1,-8 13 0,-9 10 57,-46 80 189,60-97-144,0 1-1,1 0 1,0 0-1,1 0 1,-4 28-1,8-44-117,1 1 0,0 0 0,0 0-1,0 0 1,0-1 0,0 1 0,0 0 0,0 0-1,0 0 1,1 0 0,-1-1 0,0 1 0,0 0 0,1 0-1,-1-1 1,0 1 0,1 0 0,-1 0 0,1-1 0,-1 1-1,1-1 1,-1 1 0,1 0 0,-1-1 0,1 1 0,0-1-1,-1 1 1,1-1 0,0 1 0,-1-1 0,1 0 0,0 1-1,0-1 1,-1 0 0,1 0 0,0 1 0,1-1 0,36 0 272,-21-2-146,34 2-548,99-15-1,-103 7-2244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3.2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695 62 3321,'0'0'10077,"-4"-13"-9544,2 6-516,-9-29-51,6 31-61,3 22-72,3 9 151,2 0-1,1-1 0,1 1 1,11 33-1,8 40 112,-4 18 84,6 139-1,-18 122 121,-9-212-187,-7-1 0,-30 168-1,7-180-64,-7-1-1,-82 213 1,79-273-26,-4-2 1,-3-3-1,-76 103 1,66-106-32,-4-3 1,-81 83 0,129-154-50,13-10 44,1 0-1,0 0 1,0 0-1,0 0 1,-1 0-1,1-1 1,0 1 0,0 0-1,-1 0 1,1 0-1,0 0 1,0 0-1,0 0 1,-1 0-1,1 0 1,0 0-1,0-1 1,0 1-1,0 0 1,-1 0-1,1 0 1,0 0-1,0-1 1,0 1-1,0 0 1,0 0-1,-1 0 1,1-1-1,0 1 1,0 0-1,0 0 1,0-1-1,0 1 1,0 0-1,0 0 1,0-1-1,2-29-1508,9-5-913,6 2-1430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5.7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30 144 640,'0'0'10518,"-3"-22"-9572,-10-64-134,7 55 269,0 27 401,5 4-1379,0 0-212,1 459-982,1-464 709,0 0 1,0 0-1,0 1 1,1-1-1,-1 0 1,1 0-1,0 1 1,1-1 0,5-8-1,0-1-383,15-29-1815,1 2-489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6.1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1192,'0'0'7711,"0"22"-7381,0 155 1002,0 105 803,0-93-4210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7.0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506 62 288,'0'0'12637,"-39"-3"-12550,-8 0-84,-68 4 1,111-1-4,-1 0 0,1 1 0,-1 0 0,1 0 0,-1 0 0,1 1 0,0-1 0,0 1 0,0 0 0,0 0 0,0 0 0,0 1 0,0-1 0,1 1 0,-1 0 0,1 0 0,0 0 0,-4 5 0,-18 21 23,2 0 0,1 2 0,1 0 0,2 2 0,1 0 0,1 1-1,2 1 1,1 0 0,3 1 0,0 0 0,2 1 0,2 0 0,-4 64 0,10-80-13,0 18 7,5 56 1,-3-83-20,1 0 1,0 0 0,1-1-1,1 1 1,0-1-1,0 0 1,1 0 0,12 21-1,-7-19-10,-1-1 0,2 0-1,-1 0 1,2-1 0,-1-1-1,1 0 1,1 0 0,0-1-1,0-1 1,1 0 0,0-1-1,0 0 1,28 8 0,-14-8-47,1-1-1,0-1 1,0-1 0,0-2 0,0-1 0,47-4-1,-55 1 53,1-2-1,-1 0 0,-1-2 1,1 0-1,-1-1 0,0-2 1,0 0-1,-1 0 0,0-2 0,-1-1 1,0 0-1,-1-1 0,0-1 1,16-17-1,-9 5 24,0 0 0,-2-2 0,-1-1 0,-1 0 0,-2-1 1,-1-2-1,25-60 0,-34 66-20,0 0 1,-2 0 0,-1 0 0,2-31 0,-2-105 129,-5 162-126,1-12 44,-1-1-1,-1 1 0,0 0 0,-1 0 1,0 0-1,0 0 0,-2 1 0,1-1 1,-1 1-1,-1-1 0,0 1 0,-1 1 1,0-1-1,-1 1 0,0 0 0,0 0 0,-1 1 1,-12-11-1,10 10 84,0 1-1,-1 1 1,0 0 0,-1 0 0,1 1-1,-1 1 1,-1 0 0,1 0 0,-1 2-1,-19-6 1,13 7-71,0 0 0,-1 0-1,1 2 1,-1 1 0,0 0 0,-29 5-1,36-3-61,0 1 0,1 1 0,-1-1 0,1 2 0,0 0-1,0 1 1,0 0 0,-11 8 0,-4 5-31,-48 44 0,47-35-113,2 1 0,0 2 0,3 1 0,0 1 0,2 0 0,1 2 0,2 0 0,2 2 0,1-1 0,2 2 0,1 0 0,2 0 0,2 1 0,2 0 0,1 1 0,0 44 0,5-60-244,-1-17 123,1 0-1,0-1 1,0 1 0,1 0-1,0 0 1,2 7-1,-2-13 189,-1 1 0,1 0-1,0 0 1,0-1 0,0 1 0,0 0-1,1-1 1,-1 1 0,0-1 0,1 0-1,-1 1 1,1-1 0,-1 0-1,1 0 1,0 0 0,-1 0 0,1 0-1,0 0 1,0-1 0,0 1 0,-1 0-1,1-1 1,0 0 0,3 1-1,5 0-176,0 0-1,0-1 0,0 0 1,0 0-1,0-1 0,0-1 1,0 0-1,0 0 0,0-1 1,-1 0-1,1 0 0,-1-1 1,0-1-1,0 1 0,0-2 0,-1 1 1,1-1-1,12-12 0,40-36-2006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7.4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1328,'0'0'3308,"26"8"-3259,83 30 111,-100-33-104,1 0 1,-2 0-1,1 1 0,-1 0 0,0 0 1,0 1-1,-1 0 0,1 1 0,-2-1 1,1 2-1,-1-1 0,9 17 1,8 8 314,33 48 1707,47 90 1,-99-161-2103,2 0 690,-4-25-315,-3-54-3607,-3 39-1097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7:48.2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155 67 4745,'0'0'9513,"-21"1"-8890,-89 2 222,110-3-848,-1-1 0,0 1 0,1-1-1,-1 1 1,1-1 0,-1 0 0,1 1 0,-1-1 0,1 1-1,-1-1 1,1 0 0,0 0 0,-1 1 0,1-1 0,0 0 0,0 0-1,-1 1 1,1-1 0,0 0 0,0 0 0,0 0 0,0 1-1,0-1 1,0 0 0,0 0 0,0 0 0,0 1 0,1-1-1,-1 0 1,0 0 0,0 0 0,1 0 0,-1-2-51,1 1-1,-1 0 1,1 0-1,0-1 1,-1 1 0,1 0-1,0 0 1,0 0 0,0 0-1,1 0 1,-1 0 0,3-3-1,2 2-77,-1 1-1,0 0 1,1 0-1,-1 0 1,1 1-1,0-1 1,-1 2 0,1-1-1,0 1 1,0-1-1,9 2 1,-10-1 4,0 1 1,0-1 0,0 1 0,1 0-1,-1 0 1,0 1 0,0-1 0,-1 1-1,1 0 1,0 1 0,-1-1-1,1 1 1,4 4 0,-4-2 56,-1 0 0,0 0 1,0 0-1,-1 1 0,0 0 0,0-1 1,0 1-1,-1 1 0,1-1 0,-1 0 1,-1 0-1,2 9 0,0 8 29,-2 0-1,-1 28 0,0-24 13,-1-14 21,0 0-1,-1-1 1,0 1 0,-1 0-1,-1-1 1,0 0-1,-1 0 1,0 0 0,0 0-1,-1-1 1,-1 0 0,0 0-1,-13 15 1,1-4 199,-1-1-1,-1 0 1,-1-2 0,-47 32 0,67-45 1633,11-3-1374,19 0-887,-22-3 616,331 6-587,-206-8-4022,-97 2-832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23.7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214 84 440,'0'0'7314,"-1"-11"-6438,-1-5-438,-1-9-275,3-7 4286,-1 32-4438,1 0 1,-1 0-1,1 0 0,-1 0 0,0 0 0,1 0 1,-1 0-1,1 0 0,-1 0 0,1 1 0,-1-1 0,1 0 1,-1 0-1,1 0 0,-1 1 0,1-1 0,-1 0 1,1 0-1,0 1 0,-1-1 0,1 0 0,-1 1 0,1-1 1,0 1-1,-1 0 0,-5 17-16,2 1 1,-4 30-1,-3 11 63,-26 98-30,7 2 0,-10 187 0,36-313 153,-1 0 1,-19 63-1,-1 5 134,24-70 1224,5-32-1380,59-4-18,-1-2 0,66-16 0,17-1-88,-119 19-76,227-17-258,-252 14-612,-1 4 745,0 0-37,0 1-1,0 0 0,0-1 1,0 1-1,-1-1 0,1 1 0,-1 0 1,1-1-1,-1 1 0,0 0 0,0 0 1,0-1-1,0 1 0,-2-3 0,-23-18-4677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24.1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2657,'0'0'11346,"18"266"-11346,-77-108-1320,-12 1-8578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0.0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 0 3545,'-9'0'13217,"466"0"-13104,-264 0-2585,-253 4-4860,24 0 957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0.3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2577,'0'0'10778,"148"44"-10458,-65-36-168,12 0-152,36 8-176,-25-9-1096,-17 5-1881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2.2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36 1632,'0'0'7199,"0"-36"-4801,-18 133-1151,-15 295-1128,14-112 601,12-188 79,7-92-757,0-6-695,0-13-941,0-7-1321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3.0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0 392 6089,'0'0'5631,"13"-35"-5579,49-111-45,-56 137-8,-1-1 1,2 1 0,-1 0 0,1 1 0,1 0 0,-1 0 0,1 0 0,1 1 0,-1 0 0,1 1 0,17-9 0,-1-1-1,-4 2-44,0 1-1,1 2 1,0 0-1,45-15 1,-52 22-70,0 0 0,0 1 1,1 1-1,-1 0 1,1 1-1,0 1 0,-1 0 1,29 5-1,-39-3 68,0-1 0,0 1 0,0 0-1,-1 0 1,1 0 0,-1 0 0,1 1 0,-1 0-1,0 0 1,0 0 0,0 0 0,-1 1 0,1-1-1,-1 1 1,0 0 0,0 0 0,0 0-1,0 1 1,-1-1 0,0 1 0,0-1 0,0 1-1,0 0 1,-1 0 0,2 7 0,1 13-5,0 0 0,-1 0-1,-2 45 1,-1-62 61,-1 13 49,-1 0 0,0-1 0,-2 1 0,0-1 0,-2 0 0,0 0 0,-1 0 0,-1-1 0,-17 30-1,-5 1 174,-3-2 0,-44 52-1,71-94-194,-1 4 140,-1-1-1,0 0 1,-14 11 0,20-18-71,-1 0 0,1 0 1,-1-1-1,1 1 0,-1-1 1,0 0-1,0 0 1,0 0-1,1 0 0,-1 0 1,0 0-1,0-1 0,0 0 1,0 1-1,-1-1 1,1 0-1,0-1 0,-5 0 1,7 1-107,1 0 0,-1 0 0,1-1-1,-1 1 1,0 0 0,1-1 0,-1 1 0,1-1 0,-1 1 0,1-1 0,-1 1 0,1-1 0,-1 1-1,1-1 1,0 1 0,-1-1 0,1 1 0,0-1 0,-1 0 0,1 1 0,0-1 0,0 0 0,-1 1 0,1-1-1,0 0 1,0 0 0,0-24-483,0 14-36,10 10-253,-2 1 711,1 0 0,-1 0 0,0 1 0,0 0 0,0 1 0,0 0 0,0 0 0,0 0 0,-1 1 0,1 0 1,-1 1-1,1 0 0,-1 0 0,0 0 0,9 9 0,20 18 77,56 61 1,-76-72 245,0 0 0,-1 0 0,-1 2 0,22 44 0,-34-60-78,0-1 0,0 1-1,-1 0 1,1-1 0,-1 1-1,0 0 1,-1 0 0,1 9 0,-1-15-127,-14-22-2841,11 15 1814,-10-31-5406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4.13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133 267 2697,'0'0'8985,"-18"-1"-8519,-55-8-161,71 8-291,0 1 0,0-1-1,0 0 1,0 0-1,0 0 1,0 0 0,1 0-1,-1 0 1,0 0 0,1-1-1,-1 1 1,0 0 0,1-1-1,0 0 1,-1 1-1,1-1 1,0 0 0,0 0-1,0 1 1,0-1 0,0 0-1,0-2 1,-1-2 4,1 0 0,0 1 1,1-1-1,-1 0 1,1-8-1,0 8-12,0-20-44,-1 14 37,1 0-1,0 1 0,1-1 0,0 0 1,1 1-1,3-15 0,-3 22-34,-1 1 1,1 0-1,-1 0 0,1 0 0,0 1 0,0-1 1,0 0-1,0 1 0,1-1 0,-1 1 0,1 0 1,-1 0-1,1 0 0,0 0 0,0 0 0,0 0 1,0 1-1,0 0 0,0-1 0,1 1 0,-1 0 1,0 1-1,0-1 0,1 1 0,-1-1 0,6 1 1,-5-1-59,0 1 0,0 0 0,0 0 0,0 0 1,0 0-1,0 1 0,0-1 0,0 1 1,0 0-1,0 0 0,-1 1 0,1-1 1,0 1-1,-1 0 0,1 0 0,4 3 1,-4-1 36,0 0 0,-1 1 0,0-1 0,0 1 1,0 0-1,0-1 0,-1 1 0,0 0 1,0 1-1,0-1 0,2 11 0,3 21 39,-2 1 0,-2 0 0,-1 0 0,-2 1 0,-6 50 0,3-69 146,-2-1-1,0 0 0,0 1 0,-2-2 1,0 1-1,-2-1 0,0 0 0,-1-1 1,0 0-1,-1 0 0,-1-1 1,-1-1-1,-20 20 0,27-30 256,-1 3 1533,17-7-970,0-1-1472,52-1 328,56 1-18,-102 1-327,1 0 0,-1 2 0,0 0 1,31 10-1,-10 3-2335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4.4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3017,'0'0'6193,"0"270"-5209,0-187-288,0 1 8,0-9-303,0-11-249,0-17-152,0-11-96,0-32-1001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4.8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2817,'0'0'6817,"368"16"-7313,-291-4-2121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5.1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0 5033,'0'0'4992,"-2"42"-4387,-3 138-94,5-168-445,0 1 0,1 0 0,1-1 1,6 22-1,-6-27-17,1 0-1,0 0 1,1 0 0,8 11 0,-5-7 3,-2-3-9,0-1 0,1 0 0,0 0 0,0-1 0,0 1 0,1-1 0,9 6 0,-12-9-34,-1-1 0,1 0 0,0 0 0,0 0 0,0-1 0,0 1 0,0-1 0,0 0 0,0 0 0,0-1 0,1 1 0,-1-1 0,0 0 0,0 0 0,1 0 1,-1-1-1,6 0 0,-6-1 11,-1 0-1,0 1 1,0-1 0,0 0 0,0 0 0,-1-1 0,1 1 0,0-1 0,-1 1 0,0-1 0,1 0 0,-1 0 0,0 0 0,-1 0 0,1 0-1,0 0 1,1-7 0,1-1 5,0 0 0,-1 0 1,0 0-1,2-17 0,-4 6 60,0 5-182,9 36-211,-2-1 269,-1 0 1,2-1-1,0 0 1,22 29 0,-24-37 56,1 0 1,0-1 0,0 0 0,1 0 0,0 0-1,0-1 1,1-1 0,0 1 0,15 6 0,-19-10 9,0-1 0,0 0 0,0-1 0,0 1 0,1-1 0,-1 0 0,0 0 0,0-1 0,1 0 0,-1 0 0,0-1 0,1 1 0,-1-1 0,0-1 0,0 1 0,0-1 0,0 0 0,0-1 0,0 1 0,-1-1 0,1 0 0,-1-1 0,0 1 0,1-1 0,-2 0 0,1 0 0,0-1 0,-1 1 0,0-1 0,0 0 0,0 0 0,4-9 0,-1 1-3,0 0-1,-2-1 1,1 1 0,-2-1-1,0 0 1,0-1 0,1-16-1,-1-11 86,-2-50 0,-1 85 5,-1 1 0,0 0-1,-1 0 1,1-1-1,-1 1 1,0 0 0,-1 0-1,0 0 1,0 0 0,0 0-1,0 1 1,-1-1 0,0 0-1,0 1 1,-1 0-1,0 0 1,0 0 0,0 0-1,0 1 1,0-1 0,-1 1-1,0 0 1,-10-6 0,15 24-2960,8 7-44,13-1-1992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5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30 1712,'0'0'7513,"26"-6"-7535,86-16-82,-110 22 97,1-1-1,0 1 1,-1-1 0,1 1-1,0 0 1,-1 0-1,1 0 1,-1 1-1,1-1 1,0 1 0,-1-1-1,1 1 1,-1 0-1,1 0 1,-1 0-1,0 0 1,1 0 0,-1 1-1,0-1 1,0 1-1,0 0 1,0-1-1,0 1 1,0 0 0,0 0-1,-1 0 1,1 0-1,-1 0 1,1 1-1,-1-1 1,2 4 0,-1 2 35,0 0 1,0 0-1,-1 1 1,0-1-1,0 0 1,-1 17-1,0-17 50,0 8 231,0 0 0,0-1 0,-2 1 1,0-1-1,-1 1 0,0-1 0,-10 26 0,-5-1 509,9-22-285,2-1-1,0 1 1,-5 20-1,12-37-512,0 0-1,-1 0 0,1 0 0,0 0 0,1 0 0,-1 0 0,0 0 0,0 0 0,0 0 1,0 0-1,1 0 0,-1 0 0,1 0 0,-1 0 0,0-1 0,1 1 0,-1 0 1,1 0-1,0 0 0,-1-1 0,1 1 0,0 0 0,-1-1 0,1 1 0,0 0 0,0-1 1,0 1-1,-1-1 0,1 0 0,0 1 0,0-1 0,0 0 0,0 1 0,0-1 0,0 0 1,0 0-1,0 0 0,0 1 0,0-1 0,1-1 0,57 1-48,-33-1 9,4 1-148,1 1-896,39-5 1,-15-9-2751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5.9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5641,'0'0'5537,"0"47"-4786,0 296 700,0-260-958,-11 319 1849,10-364-1128,29-38-843,5-2-310,-1-1 1,38-9 0,-32 5-558,60-4 1,11 10-4276,-66 1-747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6.4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 86 1872,'0'0'12283,"-3"-11"-12292,2 6-13,0 2 1,0-1 0,0 1 0,0 0 0,0-1 0,1 1 0,0-1 0,0-5 0,0 7 5,0 1-1,1 0 0,-1-1 0,1 1 0,-1 0 0,1 0 0,0-1 0,-1 1 0,1 0 1,0 0-1,0 0 0,0 0 0,0 0 0,0 0 0,0 0 0,0 0 0,0 0 0,0 0 0,1 1 1,-1-1-1,0 0 0,0 1 0,1-1 0,-1 1 0,0 0 0,3-1 0,11-3-241,-1 2-1,1 0 1,0 0-1,0 1 0,1 1 1,-1 1-1,15 2 1,-28-3 239,0 1 0,0-1 1,0 1-1,-1-1 0,1 1 0,0 0 0,-1 0 1,1 0-1,0 0 0,-1 0 0,1 1 1,-1-1-1,0 0 0,1 1 0,-1-1 1,0 1-1,0-1 0,0 1 0,0 0 1,0-1-1,0 1 0,0 0 0,-1 0 1,1-1-1,-1 1 0,1 0 0,-1 0 1,1 2-1,0 8 46,0 1 0,0-1 0,-2 19 0,0-8 91,0-10 11,0 0 0,0 0 0,-1 0 0,-1 0 0,0-1 0,-1 1-1,-9 19 1,-4 3 301,-27 40 0,23-42 58,-19 44-1,35-65-315,0 0 0,1 1 0,0-1 0,1 1 0,0 0 0,1 0-1,0 22 1,2-35-160,0 1 1,0 0-1,0 0 0,0-1 0,0 1 0,0 0 1,0 0-1,0-1 0,0 1 0,1 0 0,-1-1 1,0 1-1,1 0 0,-1-1 0,0 1 0,1 0 1,-1-1-1,1 1 0,-1 0 0,1-1 0,-1 1 1,1-1-1,-1 1 0,1-1 0,-1 1 0,2 0 0,21 2 174,-15-3-122,325 1 576,-184-2-4006,-102 1-1224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38.9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1464,'0'0'12351,"3"0"-11959,920-12 3138,957 12-2412,-1697 3-1056,-1 8 1,0 9 0,213 49-1,-341-56 142,0-2 1,1-2-1,98 2 0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40.00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81 0 1464,'0'0'9734,"-13"42"-9091,-38 140-79,46-163-482,1 0-1,1 0 0,0 1 1,2-1-1,0 1 0,2-1 1,0 1-1,6 31 0,-4-39-48,0 0-1,1 0 0,0 0 1,1 0-1,1-1 0,0 0 1,0 0-1,1-1 0,14 17 1,-15-19-45,1-1 1,0 0-1,1 0 1,-1-1-1,1 1 1,0-2-1,1 1 0,-1-1 1,1 0-1,0-1 1,0 0-1,16 4 1,-17-6-22,-1 0 1,1-1 0,-1 0-1,1 0 1,-1-1-1,1 0 1,-1 0 0,1-1-1,0 0 1,-1 0-1,0-1 1,1 0-1,-1 0 1,0-1 0,0 0-1,0 0 1,0 0-1,-1-1 1,1 0 0,-1-1-1,0 1 1,7-8-1,-1 1-24,-1-1 0,0-1 0,-1 0 0,0 0 0,-1-1 0,-1 0 0,0 0 0,-1-1-1,-1 0 1,0-1 0,-1 1 0,0-1 0,-2 0 0,0 0 0,2-24 0,-5 45 52,1 1 1,0 0-1,0 0 0,1-1 1,0 1-1,-1-1 1,2 1-1,4 7 0,28 44-30,-23-39 40,-2-4 16,0 0-1,1 0 1,0-1 0,1 0 0,1-1 0,0-1 0,17 12-1,-24-18 31,1-1-1,-1 0 0,1 0 0,1-1 0,-1 0 1,0 0-1,1-1 0,-1 0 0,1 0 0,-1-1 1,1 0-1,0 0 0,0-1 0,0 0 0,-1 0 0,1-1 1,0 0-1,8-2 0,-13 2-23,1-1 0,-1 1 1,0-1-1,1 0 0,-1 0 0,0 0 0,0 0 1,0 0-1,-1-1 0,1 1 0,0-1 1,-1 0-1,0 0 0,0 0 0,0 0 0,0 0 1,0 0-1,0-1 0,1-3 0,1-5 14,0-1 0,-1 1 0,0-1-1,1-12 1,1-10 20,-2 0 0,-2-61 0,-1 87-35,-1 0-1,0 0 1,0 0 0,-1 0-1,0 1 1,0-1 0,-1 1-1,-1-1 1,1 1-1,-1 0 1,-1 0 0,1 1-1,-1-1 1,-1 1 0,1 0-1,-8-6 1,6 7-38,-6-4 232,9 4-2991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40.44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95 3345,'0'0'5940,"7"-16"-5832,-2 4-105,1 0 1,1 0 0,8-12-1,-13 22-5,0 0-1,1 0 1,-1 1-1,0-1 0,0 1 1,1 0-1,-1-1 1,0 1-1,1 0 0,0 1 1,-1-1-1,1 0 1,-1 1-1,1-1 0,0 1 1,-1 0-1,1 0 1,0 0-1,-1 0 0,1 0 1,4 2-1,8-2-21,-10 0 14,1 0 1,0 1-1,0-1 0,0 1 0,-1 0 1,1 0-1,0 1 0,-1 0 1,1 0-1,5 3 0,-8-3 5,1 1 0,-1-1 0,0 1 0,0 0 0,0 0 0,-1 0 0,1 0 0,-1 0 0,1 0 0,-1 1 0,0-1 0,-1 1 0,1 0 0,0 0 0,-1-1 0,1 6 0,2 13 248,0 0 1,-2 1-1,-1-1 0,-3 44 1,1-13 441,0-30-412,-2 0 1,-1 0 0,0 0-1,-2-1 1,0 1 0,-13 27-1,4-9 187,13-36-354,1-1 0,0 0 0,0 1 0,0-1 0,1 0 1,-1 7-1,1-10 162,31-3-78,0-2 0,0-1 0,0-1 0,47-17 0,36-7-1876,-60 21-1811,-15 1-2579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40.9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0 264,'0'0'8698,"1"42"-7126,4 278 599,-5 425 2464,32-744-3914,36-3-396,1-2-1,95-18 1,-63 2-351,-25 3-195,1 4-1,116-5 1,-190 18 105,-3 0 5,1 0 0,0 0-1,-1 0 1,1 0-1,0-1 1,0 1-1,-1 0 1,1 0 0,0 0-1,-1 1 1,1-1-1,0 0 1,0 0-1,-1 0 1,1 0 0,0 1-1,-1-1 1,1 0-1,0 1 1,-1-1-1,1 0 1,0 1 0,-1-1-1,1 1 1,-1-1-1,1 1 1,-1-1-1,1 1 1,-1 0 0,0-1-1,1 1 1,-1-1-1,1 1 1,-1 0-1,0-1 1,0 1 0,1 0-1,-1 0 1,0 0-1,1 21-4834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57.38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2841,'0'0'12597,"3"0"-12709,226 15-213,-66-2 341,-84-6-398,-69-4 537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57.7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1144,'0'0'10114,"338"0"-9786,-231 0-224,-7 0-104,13 0-208,-24 0-1744,-30 0-4401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58.8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4 1872,'0'0'9180,"0"-4"-9161,0 9-37,1 95 998,0 33-299,-20 170 0,9-230-593,-59 509 713,64-520 2051,5-71-1848,1 6-980,-1-1 0,1 0 0,-1 1 1,1-1-1,0 1 0,0-1 0,1 1 0,-1 0 0,1-1 0,0 1 1,0 0-1,0 0 0,0 0 0,0 0 0,0 0 0,1 1 1,0-1-1,-1 1 0,1 0 0,0-1 0,0 1 0,0 0 1,0 1-1,1-1 0,-1 1 0,6-2 0,4-2-37,1 1 0,0 0 0,0 1 1,0 1-1,24-1 0,176 3-37,-178 3-172,0 1 0,0 2 0,65 19 0,-99-24-518,-29-2-5257,-11-2-1842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8:59.7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1002 1 3169,'0'0'6500,"-56"41"-5703,-186 146 63,212-162-661,1 1 1,2 1-1,0 1 0,2 2 0,1 1 0,-28 49 0,31-47-38,-41 68 250,5 4-1,5 1 0,4 3 0,-45 158 0,49-107-106,7 2-1,-24 247 0,46-5 108,17-365-406,1 0 0,2-1 0,2 1 0,1-1 0,2 0 0,24 59 1,-11-44 9,2-1 0,2-2 0,65 91 0,-90-140-27,-1 0 0,0 0 0,0 0-1,0 0 1,1 0 0,-1 0 0,0-1 0,1 1 0,-1-1 0,1 1 0,-1-1 0,0 1 0,1-1 0,-1 0 0,1 1-1,0-1 1,1 0 0,28-2-1372,-23 2 917,16-6-1537,0-11-822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04.9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18 437 3329,'0'0'7673,"-3"2"-7063,2-1-425,0-1-115,0 1 0,1-1 0,-1 0 0,0 1 0,0-1 0,0 1 1,1-1-1,-1 1 0,0-1 0,1 1 0,-1-1 0,0 1 0,-2 6 2968,8-17-3013,9-2-56,2 0 0,25-14-1,14-10-19,-6-1-543,85-85-1,-110 96 154,-1-1 1,-1-1-1,-1-1 0,30-56 0,-51 85 408,0 0-1,0 0 0,0-1 1,0 1-1,0 0 1,0 0-1,0 0 0,0 0 1,0 0-1,0 0 1,0 0-1,0 0 0,0 0 1,0-1-1,0 1 1,0 0-1,0 0 0,0 0 1,0 0-1,0 0 1,2-1-673,-2 1 672,0 0 1,0 0-1,0 0 1,0 0-1,0 0 0,0 0 1,0 0-1,1 0 1,-1 0-1,0 0 0,0 0 1,0 0-1,0 0 0,0 0 1,1 1-404,1 10-77,-1 15 601,-3-5 9,-1 0 0,-1 0 0,0-1 0,-2 1 0,0-1 0,-1 0 0,-11 19 0,4-5 164,-10 37-1,12-19 150,2 0 0,-4 68 1,7 112 560,7-231-1114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05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1 1064,'0'0'11687,"-4"0"-11261,503 0 971,-348 0-1673,-86 0-4815,-47 0-987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06.4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4473,'0'0'6903,"0"65"-5623,-12 511 512,12-516-2168,-4-54-1069,3-30-4565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06.7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3817,'0'0'6777,"349"67"-6777,-284-63-1040,-11 0-4417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09.9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0 461 1592,'0'0'9061,"48"-19"-8874,151-65-117,-181 77-58,-1-1-1,0 0 0,-1-1 0,1-1 0,-2-1 1,19-16-1,-20 15-6,7-6 21,-1 0-1,-2-2 0,18-23 1,-27 32-20,0-1 1,-1-1 0,-1 0 0,0 0 0,-1 0 0,0-1 0,3-15-1,-4 14 38,-3 11-31,-1 1 0,0 0-1,0-1 1,0 1 0,-1-1-1,1 1 1,-1-6 0,0 8-59,0 16-878,-2 5 920,0 0 0,-2-1 0,0 1 0,-11 30 0,-5 21 323,10-9 78,2 1-1,3-1 1,4 72 0,1-123-377,0-10-65,0-1 1,0 0-1,0 0 1,0 1-1,0-1 0,0 0 1,0 0-1,0 1 1,-1-1-1,1 0 0,0 0 1,0 0-1,0 1 1,0-1-1,0 0 1,-1 0-1,1 0 0,0 1 1,0-1-1,0 0 1,-1 0-1,1 0 0,0 0 1,0 0-1,-1 1 1,1-1-1,0 0 0,0 0 1,0 0-1,-1 0 1,1 0-1,0 0 0,0 0 1,-1 0-1,1 0 1,0 0-1,-1 0 1,1 0-1,0 0 0,0 0 1,0 0-1,-1 0 1,1 0-1,0-1 0,-1 1 1,-3 0-1403,-7 0-2782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10.29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 5209,'0'0'8654,"58"0"-7731,192 0-248,-180 1-493,290-9 564,37-4-1585,-397 12 774,1-1-1,-1 1 1,0 0-1,0 0 1,1 0 0,-1 0-1,0 0 1,1 0-1,-1 0 1,0 0-1,1 0 1,-1 0 0,0 0-1,1 0 1,-1 1-1,0-1 1,0 0 0,1 0-1,-1 0 1,0 0-1,0 0 1,1 0 0,-1 1-1,0-1 1,0 0-1,1 0 1,-1 0 0,0 1-1,0-1 1,0 0-1,1 0 1,-1 1 0,0-1-1,0 0 1,0 1-1,0-1 1,0 0-1,0 0 1,0 1 0,0-1-1,1 0 1,-1 1-1,0-1 1,0 0 0,0 1-1,0-1 1,0 0-1,-1 0 1,1 1 0,0-1-1,0 1 1,0 2-824,0 12-3490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11.1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121 250 1464,'0'0'11760,"-16"14"-11690,4-3-57,4-6 1,1 0 0,1 1 0,-1 0 0,1 0 0,0 0 0,0 1 0,1 0 1,0 0-1,0 0 0,1 1 0,0 0 0,0 0 0,-5 16 0,5 2 132,1 0-1,1 0 1,1 0 0,4 37-1,-3-57-103,1 1-1,0-1 0,0 1 0,0-1 0,1 1 0,0-1 0,1 0 0,-1 0 1,1 0-1,0 0 0,0-1 0,1 1 0,7 8 0,-5-8 6,1 1 0,0-1-1,1 0 1,-1-1 0,1 1-1,0-2 1,1 1 0,13 5 0,2-2 17,0-1 0,1-1 0,-1-2 0,1 0 0,0-1 0,35-1 0,-42-2-36,0-1 1,1-1-1,-1 0 1,0-1 0,0-1-1,-1-1 1,1-1-1,-1 0 1,0-1-1,0 0 1,-1-2 0,0 0-1,19-15 1,-16 9-25,-1 0 1,0-1 0,-1 0 0,-1-2-1,23-32 1,-30 37-29,-1-1 0,0 0 0,-1-1 0,-1 1 0,0-1 0,-1 0 0,-1-1 0,0 1 0,2-20 0,-3 8-64,-1 1 0,-2-36 1,-1 53 79,0 1 0,0-1 0,-1 0 1,0 1-1,-1-1 0,1 1 1,-2 0-1,1 0 0,-1 0 0,-10-14 1,6 11 22,-1 1 0,-1 1 1,0-1-1,0 2 1,-1-1-1,0 2 1,0-1-1,-1 2 0,0-1 1,0 2-1,-1-1 1,-23-5-1,5 3 37,0 2 0,0 1 1,-1 1-1,-46 1 0,64 3-55,0 0 0,0 1-1,0 1 1,0 0 0,1 1 0,-1 0 0,1 1-1,-1 1 1,1 0 0,1 1 0,-1 0 0,1 1-1,0 0 1,-19 16 0,17-12-52,1 1 0,0 0 0,1 1-1,0 1 1,1 0 0,1 0 0,0 1 0,1 1 0,1-1-1,0 2 1,1-1 0,1 1 0,0 0 0,1 0 0,1 0-1,1 1 1,1-1 0,-1 33 0,3-32-103,-1-8-53,1 0 0,1 0 0,3 20 1,-4-26 141,2-1 1,-1 0 0,0 1 0,1-1 0,-1 0 0,1 0 0,0 0 0,0 0-1,0 0 1,1-1 0,-1 1 0,1 0 0,-1-1 0,6 4 0,0-1-139,0-1 0,0 0 1,0 0-1,0 0 0,1-1 1,-1-1-1,1 1 1,0-2-1,16 3 0,8-2-654,45-4 0,-48 1 385,-8-1-147,0-1 0,0-1 0,39-12-1,-43 10 517,0 1-1,0 0 0,1 2 0,-1 0 0,1 1 0,29 1 0,-45 2 207,1 0 0,0 0 0,0 0 0,-1 1-1,1 0 1,-1-1 0,0 1 0,1 0-1,-1 1 1,0-1 0,0 1 0,0-1-1,-1 1 1,1 0 0,2 3 0,38 55 1042,-34-46-857,14 26 519,-1 2-1,-3 0 0,24 78 0,-20-54 361,2 25 709,-17-86-1772,-8-6-115,1-1 0,0 1 0,-1 0 0,1 0 1,-1-1-1,1 1 0,-1 0 0,1-1 0,-1 1 0,1-1 0,-1 1 1,0-1-1,1 1 0,-1-1 0,0 1 0,1-1 0,-1 1 0,0-1 1,1 0-1,-1 1 0,0-1 0,0 1 0,0-1 0,0 0 0,0 1 1,0-1-1,0 0 0,0 1 0,0-1 0,0 1 0,0-2 0,7-134-4539,-2 58-4024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11.5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4425,'0'0'10073,"14"0"-10044,79 0-928,-92 1 882,0-1 0,0 0 0,0 0 0,0 1 0,0-1 0,0 0 0,0 1 0,0-1 0,0 1 0,0-1 0,0 1 0,0 0 0,0-1-1,0 1 1,0 0 0,-1 0 0,1 0 0,0 0 0,0 0 0,-1-1 0,1 1 0,-1 0 0,1 0 0,-1 0 0,1 1 0,-1-1 0,0 0 0,1 0 0,-1 0 0,0 0 0,0 0-1,0 2 1,1 48-95,-2-33 134,1-9 13,-1 0 1,0-1-1,-1 1 1,0 0-1,0-1 1,-1 0-1,0 1 0,-7 13 1,-6 5 197,-21 30 1,-8 12 492,44-67-676,-1 0 1,1 0-1,1 1 0,-1-1 0,0 0 1,0 1-1,1-1 0,-1 0 1,1 6-1,0-6 122,11-2-12,63 0-30,35 1-682,-39-3-3103,-32-1-3741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12.4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1616,'0'0'10069,"3"1"-10019,6 4-2,-1 0 1,1 0-1,-1 1 1,0 0 0,-1 1-1,11 10 1,39 50 397,-48-56-366,31 43 203,-2 2-1,-3 1 0,-2 2 0,-3 1 0,-2 2 1,-3 0-1,24 94 0,-25-54-83,-4 2 0,-5 1 0,-4 0 0,-3 109 0,-16 40-78,4-206-103,-3 0 0,-2-1 0,-18 58 0,-43 95 54,-191 378 0,259-573-58,-1 1 14,1-1 0,-1 0 1,0 0-1,-1 0 1,1 0-1,-1-1 1,0 1-1,-9 7 593,13-52-4227,0 17-839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1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1 1736,'0'0'1805,"-8"42"-254,-2 10-1107,-36 218 1415,25-77-644,-2 17 471,18-183 5814,7-27-7406,1100 0 259,-1092 0-351,26 4 1667,-47-4-1323,-100 0-2407,32 0-3403,37 0-1462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1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 8666,'0'0'6233,"0"321"-6233,-18-162-152,-24-12-4441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2.2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88 1008,'0'0'9650,"-2"-14"-8607,-1-3-708,1 8-74,0 1 0,1-1 0,0 0 0,0-13 921,3 45-1265,-2 44 0,-1-4 253,12 416 479,-11 171-311,1-624-875,-2-1 0,0 0 0,-11 48 0,-4-23-3158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3.38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52 4137,'0'0'9730,"16"-1"-9597,201-22 708,87-5-24,-191 28-932,-112 3-1224,0-2 1171,-1-1 1,0 1-1,0-1 1,0 1-1,0-1 1,0 1-1,0-1 1,0 0 0,0 1-1,0-1 1,0 1-1,0-1 1,0 1-1,0-1 1,-1 1-1,1-1 1,0 0-1,0 1 1,0-1-1,0 1 1,-23 2-6583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3.8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41 275 1464,'0'0'10056,"-7"-36"-9601,-20-109-226,20 100-63,7 45-165,0 0-1,0-1 1,1 1 0,-1 0 0,0 0 0,0-1 0,0 1 0,0 0 0,0 0 0,0-1-1,0 1 1,1 0 0,-1 0 0,0-1 0,0 1 0,0 0 0,0 0 0,1 0 0,-1 0 0,0-1-1,0 1 1,1 0 0,-1 0 0,0 0 0,0 0 0,1 0 0,-1 0 0,0 0 0,0 0 0,1-1-1,-1 1 1,0 0 0,0 0 0,1 0 0,-1 0 0,0 0 0,0 1 0,1-1 0,-1 0-1,0 0 1,0 0 0,1 0 0,-1 0 0,0 0 0,0 0 0,1 0 0,-1 0 0,0 1 0,1-1-1,3 1-63,7 2 50,-1 0 0,-1 1 0,1 0 0,-1 0 0,1 1 1,-1 0-1,0 1 0,9 8 0,22 12 99,11 5 52,2-2 0,64 24 0,-93-44-121,0-1 0,1-1 0,0-2-1,0 0 1,1-1 0,-1-2 0,44-1-1,-67-1-9,1 0-1,-1-1 1,1 1-1,-1-1 1,0 1-1,0-1 0,1 0 1,-1 0-1,0 0 1,0 0-1,0-1 1,0 1-1,0 0 1,0-1-1,0 0 0,0 1 1,-1-1-1,3-3 1,-1 0 8,1 0 0,-2 0 1,1 0-1,-1-1 0,0 1 0,0-1 1,2-8-1,0-7 1,-2-1 0,0 0-1,-1-22 1,-1 43-17,0-79 307,0 79-216,0 1-74,0 0 0,0-1 0,1 1 0,-1 0 0,0 0 0,0-1 0,0 1 0,0 0 0,0 0 0,0-1 0,0 1 0,0 0 0,0 0 0,0-1 0,0 1 0,0 0 0,0 0 0,-1 0 0,1-1 0,0 1 0,0 0 1,0 0-1,0-1 0,0 1 0,0 0 0,0 0 0,-1 0 0,1 0 0,0-1 0,0 1 0,0 0 0,-1 0 0,1 0 0,0 0 0,0 0 0,0-1 0,-1 1 0,1 0 0,0 0 0,0 0 0,0 0 0,-1 0 0,1 0 0,0 0 1,0 0-1,-1 0 0,1 0 0,0 0 0,-1 0 0,3 16-4379,8 0-1119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4.9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 0 16,'0'0'11236,"2"37"-11108,-1-13-80,7 247 623,-7-206-384,0 45 520,-25 211-1,-20-97 49,-13 91 280,56-310-1440,1-4 343,0-1 0,0 1 0,-1-1 0,1 1 0,0-1 0,0 1 0,0-1 0,0 1 0,0-1 0,0 1 0,0-1 0,0 1 0,0-1 0,0 1 0,0-1 0,0 1 0,0 0 0,0-1 0,0 1 0,1-1 0,-1 1 0,0-1 0,0 1 0,1-1 0,-1 0 0,0 1 0,1-1 0,-1 1 0,0-1 0,1 0 0,-1 1 0,1-1 0,-1 0 0,1 1-1,-1-1 1,0 0 0,1 1 0,-1-1 0,1 0 0,-1 0 0,1 0 0,0 0 0,-1 0 0,1 1 0,-1-1 0,1 0 0,-1 0 0,1 0 0,-1 0 0,1 0 0,-1-1 0,1 1 0,-1 0 0,1 0 0,-1 0 0,2-1 0,178-14 277,-63 3-195,433-8-56,-549 20-149,-1-1 52,1 1 0,-1-1 0,0 1 1,0-1-1,0 1 0,0-1 1,0 1-1,0-1 0,0 1 0,0-1 1,0 1-1,0-1 0,0 1 1,0 0-1,-1-1 0,1 1 0,0-1 1,0 1-1,0-1 0,-1 1 1,1-1-1,0 1 0,0 0 0,-1-1 1,1 1-1,0 0 0,-1-1 1,1 1-1,0 0 0,-1-1 0,1 1 1,-1 0-1,1 0 0,-1-1 1,1 1-1,-1 0 0,-20-8-1117,17 7 691,-40-11-4180,2 0-2700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6.8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320 9 3881,'0'0'9825,"1"0"-9765,-1 0 0,0 0 0,0 0 0,0 0 0,1 0 0,-1 0 0,0 0 0,0 0 0,0 0 0,0 0 0,1 0 0,-1 0 0,0-1 180,0 1-180,0 0 0,1 0 0,-1-1 0,0 1 0,0 0 0,0 0 0,0 0 1,0 0-1,0-1 0,0 1 0,0 0 0,0 0 0,0 0 0,0 0 0,0-1 0,0 1 0,0 0 0,0 0 0,0 0 0,0-1 0,0 1 0,0 0 0,0 0 0,0 0 0,0 0 0,0-1 0,0 1 0,0 0 0,0 0 0,0 0 0,0 0 0,-1-1 181,1 1-181,0 0 0,-1 0 0,-28-1-105,5 0-25,-1 1-1,1 1 0,-1 2 1,1 0-1,-40 11 1,44-8 32,12-4 12,0 0-1,0 1 1,0 0 0,1 0 0,-1 1 0,1 0 0,-13 9 0,19-11-26,0 0 0,0 0 0,0 1 0,0-1 1,0 0-1,0 1 0,1-1 0,-1 0 0,1 1 0,0-1 1,0 1-1,0-1 0,0 1 0,0-1 0,0 0 0,0 1 0,1-1 1,-1 1-1,1-1 0,0 0 0,0 1 0,0-1 0,2 4 1,10 5-38,1-1 1,0 0-1,0-1 1,1-1-1,26 11 1,2 2 0,3 3 45,95 53-5,-119-64 44,-1 2-1,0 0 1,-2 1 0,21 22 0,-35-33-11,-1 0 1,0 0-1,0 1 1,0 0 0,-1 0-1,0 0 1,0 0-1,-1 0 1,0 0-1,3 11 1,-2 0-44,-1 0 0,-1 32-1,-1-47 64,0 0-1,-1 1 0,1-1 0,0 1 0,-1-1 1,0 0-1,1 0 0,-1 1 0,0-1 1,0 0-1,-1 0 0,1 0 0,0 0 0,-1 0 1,1 0-1,-1-1 0,1 1 0,-1 0 0,0-1 1,0 1-1,0-1 0,0 0 0,0 1 1,0-1-1,0 0 0,0 0 0,0 0 0,0-1 1,-1 1-1,-3 0 0,-7 2 48,-1-1 0,0 0 0,1-1 0,-16-1 0,22 0-37,-8 0 15,-13 1 86,0-1 1,0-1-1,0-2 0,0 0 0,1-2 1,-50-15-1,68 16-127,-9-2 93,2-2-1,-24-12 0,37 18-121,0 1-1,0-1 0,0 0 1,1 0-1,-1 0 1,1 0-1,-1 0 0,1 0 1,0-1-1,0 1 1,0-1-1,0 0 0,1 0 1,-1 1-1,1-1 0,-1 0 1,1 0-1,0 0 1,0-1-1,1 1 0,-2-3 1,3 4-151,-1 1 1,0-1-1,0 1 1,0 0-1,1-1 1,-1 1-1,1 0 1,-1-1-1,1 1 1,-1 0-1,1 0 1,0-1-1,0 1 1,0 0 0,0 0-1,-1 0 1,1 0-1,1 0 1,-1 0-1,0 0 1,0 0-1,0 1 1,0-1-1,1 0 1,-1 1-1,0-1 1,1 1-1,-1-1 1,2 1-1,36-13-5287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7.16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0 760,'0'0'10034,"65"226"-8697,-47-166-185,-6 0-216,0-13-280,5-3-344,-5-16-192,6-13-120,0-11-248,5-19-1320,-5-37-2289,0-16-1800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7.5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6601,'0'0'5081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8.11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417 82 5457,'0'0'6499,"-48"46"-6090,-155 154 79,190-186-413,1 0 0,0 1-1,1 1 1,1-1 0,0 2 0,-13 28-1,10-11 128,2-1 1,1 2-1,1 0 0,-5 47 0,8-19 231,3 101 0,4-148-391,0-1 0,0 1 1,2-1-1,0 1 1,0-1-1,2 0 0,0 0 1,0 0-1,1-1 0,1 0 1,1 0-1,0-1 1,1 0-1,0 0 0,1-1 1,0 0-1,1-1 1,0 0-1,1 0 0,0-2 1,1 1-1,13 7 0,-11-9-15,1-1-1,0 0 0,0 0 0,0-2 1,1 0-1,0-1 0,0-1 0,0 0 1,0-1-1,1-1 0,-1-1 0,0-1 0,31-4 1,-23 1-13,-1-2-1,1 0 1,-1-2 0,-1-1 0,0-1 0,0 0 0,-1-2 0,38-26 0,-34 19-52,-1-1 0,0-1 0,-2-1 0,0-1 0,-2-1 0,0-1 0,-2-1 0,0-1 0,-2-1-1,-2 0 1,0-1 0,-2 0 0,-1-1 0,-1-1 0,-2 0 0,-1 0 0,8-64 0,-13 57 36,-2 1-1,-4-50 0,1 72 3,0 0 0,-1 0 0,-1 0 1,-1 0-1,0 0 0,0 1 0,-1 0 1,-12-19-1,3 9 21,-2 1 1,-1 0-1,0 1 1,-2 1-1,0 1 1,-2 0-1,0 2 1,-1 1-1,-1 0 1,0 2-1,-1 1 1,-1 1-1,0 1 1,0 1-1,-2 1 1,1 2-1,-1 0 1,0 2-1,-1 1 1,1 2 0,-1 1-1,-48 2 1,62 2-35,1 0 1,0 2 0,0 0 0,0 0 0,1 1-1,-1 1 1,1 1 0,1-1 0,-1 2 0,1 0-1,0 0 1,1 1 0,0 1 0,-17 18 0,10-7-86,0 0 0,2 1 0,0 0 0,2 1 1,0 1-1,2 0 0,-10 27 0,16-34-231,0-1 0,1 2 0,1-1 0,1 0 0,1 1 1,0-1-1,1 1 0,1 0 0,0 0 0,2-1 0,0 1 0,1-1 0,0 1 0,2-1 0,10 27 1,7-6-1718,4-4-259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8.4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3793,'0'0'4769,"54"214"-2737,-25-111-447,1 1-625,-1-5-248,1-12-304,-6-15-208,-1-21-120,-5-11-80,-6-24 0,-6-12-576,-6-44-624,0-12-529,0-7-5712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9.1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1 232,'0'0'10276,"17"6"-10178,222 115 726,564 386 143,-783-493-964,57 43-17,-70-51-35,0 0 1,0 1-1,-1-1 1,0 2 0,0-1-1,-1 0 1,8 14 0,-11-15 8,0 0 1,0-1-1,-1 1 1,0 1 0,0-1-1,0 0 1,-1 10 0,0-13 50,0 0 1,0 0 0,0 0-1,-1 0 1,1 0 0,-1 0 0,0 0-1,0 0 1,0 0 0,0 0-1,0 0 1,-1-1 0,1 1 0,-1 0-1,0-1 1,1 0 0,-4 4 0,-9 3 88,0 1 1,-1-2-1,0 0 1,0-1 0,-18 5-1,-87 25 704,-262 52 623,226-56-1121,185-20-9993,1-9 4339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29.8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 3 600,'0'0'12844,"-8"-2"-12498,6 2-423,6 5 70,31 21 27,1-1 0,60 30 0,-42-24 22,358 219 263,-292-168-327,144 128-1,-259-206 13,0 1 0,0 0 0,-1 0 0,1 1 0,-1-1-1,-1 1 1,6 10 0,-8-14 13,1 1-1,-1 0 0,0 0 1,-1 0-1,1 1 1,-1-1-1,1 0 0,-1 0 1,0 0-1,0 0 0,0 0 1,0 1-1,-1-1 1,1 0-1,-1 0 0,0 0 1,0 0-1,0 0 1,-2 4-1,-2 0 18,0-1 0,-1 0 0,1 0-1,-1-1 1,0 1 0,0-1 0,-1 0 0,-6 3 0,-7 6 6,-299 265 664,172-144-363,134-123-457,0-1 1,-1 0 0,-24 13-1,19-21-2400,16-3 1221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35.26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13 300 832,'0'0'6041,"2"-6"-5672,8-24 6473,-10 54-6864,0 99-66,-17 515 236,10-384-17,7-215-100,0-37 155,0-10 606,0-26-702,-1-37-1010,4 0 0,13-87 0,20-108 69,-25 164 458,4 1 0,31-108 0,-38 180 387,2 1 0,1 0-1,1 1 1,2 0 0,25-39-1,-33 57 1,1 0 0,0 0 0,1 1 0,-1 0 0,2 0 0,-1 1 0,1 0 0,0 0 0,0 1 0,1 0 0,0 1 0,0 0 0,0 1 0,0 0 0,1 1 0,0-1 0,0 2 0,12-2 0,-5 2-73,-1 1 0,1 1 0,0 0 0,-1 2 0,1 0 0,18 4 0,-28-3 28,0-1 0,0 1 0,0 1 0,0-1 0,-1 1 0,0 1 0,1-1 0,-2 1 0,1 1 0,0-1 0,-1 1 0,0 0 0,-1 0 1,10 14-1,-8-10 15,-1 1 1,-1 0 0,0 1 0,0-1-1,-1 1 1,0 0 0,-1 0-1,2 19 1,-1 10 71,-2 52 0,-2-81-26,1 11 49,-2 0 0,0 0 1,-2 0-1,-1 0 0,0-1 1,-2 0-1,-15 42 0,1-24 131,-48 77-1,55-98-117,-1-1 1,0 0-1,-2-1 1,0 0-1,-33 25 1,41-37 9,-1 0-1,0 0 1,0-1 0,-1-1 0,1 0 0,-1 0 0,0 0-1,0-1 1,0-1 0,0 0 0,0 0 0,0-1 0,-14-1-1,21 1-60,1 0-1,-1 0 0,0-1 0,0 1 1,0-1-1,1 1 0,-1-1 0,0 0 1,0 0-1,1 0 0,-1 0 0,1-1 1,-1 1-1,1-1 0,0 0 0,0 1 1,-1-1-1,1 0 0,0 0 0,1-1 1,-1 1-1,0 0 0,1 0 0,-1-1 1,1 1-1,-1-1 0,1 0 0,0 1 1,0-1-1,1 0 0,-1 1 0,0-1 1,1 0-1,0 0 0,0 0 0,-1 0 1,2 1-1,-1-1 0,0 0 1,1 0-1,-1 0 0,2-4 0,-1 6-29,0 0 0,-1-1 0,1 1 0,0 0 0,0 0 0,0 0-1,0 0 1,0 0 0,1 0 0,-1 0 0,0 0 0,0 0 0,1 0 0,-1 0-1,1 1 1,-1-1 0,0 1 0,1-1 0,-1 1 0,1 0 0,-1-1 0,1 1-1,-1 0 1,1 0 0,-1 0 0,1 0 0,2 1 0,2-2-44,20-1-276,0 1-1,1 1 1,48 6-1,-61-3 288,1 0-1,0 1 1,-1 1-1,1 0 1,-2 1-1,1 0 1,0 1-1,16 12 1,-11-4 207,0 0 0,0 1 1,-2 1-1,0 1 0,-1 0 1,-1 1-1,-1 1 0,0 1 0,17 35 1,-18-27 248,-1 0 0,-2 1 1,-1 1-1,-1-1 0,-1 1 1,4 62-1,-8-34 123,-1-33-3297,-2-50-1073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35.5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4793,'0'0'9706,"41"226"-9098,-41-27-608,0-25-1840,0-19-5962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38.2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76 416,'0'0'17457,"-2"1"-17221,83 1-118,211-38-81,-173 17-58,64-2-1038,-104 19-7316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38.7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1 266 856,'0'0'12767,"10"-37"-13463,34-113-130,-43 145 755,1 0 0,-1 1 0,1-1 0,0 1 0,0 0 0,0 0 0,1-1 0,0 1 0,0 1 0,0-1 0,0 0 0,0 1 0,1 0 0,-1 0 0,1 0 0,0 0 0,5-3 0,-4 4-27,0 1 0,0 0 0,1 0 0,-1 0 1,0 1-1,0 0 0,1 0 0,-1 0 1,0 1-1,7 1 0,0-1-47,-3 1 110,0 0 0,-1 1 1,1 0-1,-1 1 0,0 0 0,0 0 0,0 0 1,-1 1-1,1 0 0,-1 1 0,-1-1 0,12 13 0,12 8 24,16 12 77,-7-4 129,66 42 0,-94-68-133,1-2 1,0 1 0,1-1-1,0-1 1,0 0-1,0-1 1,0 0-1,1-1 1,-1-1 0,23 1-1,-34-2-1,0-2 0,0 1 0,0 0-1,0 0 1,0-1 0,0 1 0,0-1 0,0 1-1,0-1 1,-1 0 0,1 0 0,0 0 0,-1 0-1,1 0 1,0 0 0,-1-1 0,1 1 0,-1 0-1,0-1 1,1 1 0,-1-1 0,0 1 0,0-1-1,0 0 1,0 1 0,0-1 0,0 0 0,-1 0-1,1 0 1,-1 0 0,2-4 0,-1-5 36,1-1 0,-1 0 1,-1 0-1,-1-16 0,0 5-22,1-115 19,0 137-352,29 21-9390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40.3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493 195 6769,'0'0'7915,"-56"23"-7901,-175 86-6,222-104-7,1 0 1,-1 1-1,1-1 1,0 2 0,0-1-1,1 1 1,0 1-1,0-1 1,1 1-1,0 0 1,0 1-1,-8 15 1,-4 16 89,1 2 1,2 0-1,2 0 1,1 2-1,3-1 1,1 1-1,3 0 1,1 1-1,3 50 1,1-64 23,7 55 0,-5-73-95,1-1 1,0 0 0,1 0-1,0 0 1,1 0-1,1-1 1,8 15-1,-4-11-1,1-1-1,0 0 0,1-1 1,0-1-1,1 1 0,0-2 1,1 0-1,1-1 0,-1 0 1,2-1-1,21 9 0,-13-8 14,2-1 0,-1-1 0,1-1 0,0-1 0,0-2-1,52 3 1,-57-7-12,1 0 1,-1-2-1,1 0 0,-1-2 0,0 0 0,0-1 0,35-14 0,-31 8-3,-1-1-1,-1-2 0,1 0 0,-2-1 1,37-33-1,-27 18-71,-2 0 0,-1-2 0,-1-1 0,-2-1 0,29-49 1,-39 55-45,-2-2 0,0 1 1,-2-2-1,-1 0 0,-1 0 0,-2-1 1,6-53-1,-9 46 69,-3 1-1,-1-1 1,-5-44 0,2 68 43,-1-1 1,0 1 0,-1 0 0,0-1 0,-1 2 0,-1-1 0,-1 1 0,0 0 0,0 0 0,-14-17 0,2 7 131,-2 1-1,-1 1 1,0 0-1,-2 2 1,0 1-1,-1 1 1,-1 1 0,-1 1-1,-48-20 1,49 24-24,-1 3 1,-1 0 0,0 1 0,0 2 0,0 1 0,-1 1 0,1 2-1,-1 0 1,0 2 0,-46 6 0,61-3-120,0 0-1,0 1 1,0 0 0,0 1 0,1 1-1,0 0 1,0 1 0,-22 15-1,18-9-13,1 1-1,0 0 0,1 1 0,1 1 0,-19 27 0,12-12-42,3 0 0,0 2 0,2 0 0,2 1-1,1 1 1,-15 61 0,18-44-154,1 1 0,3 0-1,3 1 1,1-1 0,10 90 0,-5-125 69,0 0 0,1-1 1,1 0-1,0 0 0,2 0 1,0-1-1,10 19 0,-11-25-41,1 0-1,0 0 0,0-1 1,0 0-1,1 0 1,1-1-1,-1 0 1,2 0-1,-1-1 0,1-1 1,19 11-1,-7-9-455,0-2-1,0 0 1,0-2-1,0 0 1,1-2-1,0 0 1,33-3-1,39 1-3201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40.65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4529,'0'0'6795,"22"39"-5752,69 134 9,-76-141-711,-1 1 1,-2 0 0,13 54-1,-15-48-73,-6-21-156,16 59 503,44 111-1,-63-186-618,0 1-12,0-1-1,0 0 1,0 0-1,0 0 0,0 0 1,0 1-1,0-1 1,1-1-1,-1 1 1,1 0-1,-1 0 1,1-1-1,0 1 1,3 2-1,-5-4 3,1 0-1,-1 0 1,0 0-1,0 0 1,0 0-1,1 0 1,-1 0-1,0 0 1,0 0-1,1 0 1,-1 0-1,0 0 1,0 0 0,1 0-1,-1 0 1,0 0-1,0 0 1,0 0-1,1 0 1,-1 0-1,0-1 1,0 1-1,0 0 1,1 0-1,-1 0 1,0 0-1,0 0 1,0-1 0,0 1-1,1 0 1,-1 0-1,0 0 1,0-1-1,0 1 1,0 0-1,0 0 1,0 0-1,0-1 1,0 1-1,0 0 1,1 0-1,-1-1 1,0 1 0,0 0-1,0 0 1,0-1-1,-1 1 1,1 0-1,0 0 1,0 0-1,0-1 1,0 1-1,5-31-1401,0-33-1,-3 39 99,4-57-5345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41.0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55 121 4705,'0'0'11418,"-10"-16"-11304,-29-50-221,34 47 7,11 11-31,7 4-18,0 1 0,1 1 0,-1 1 0,0-1 0,1 2 0,-1 0 0,0 1 0,16 2 0,-25-2 114,1 0 1,-1 0 0,0 0-1,1 1 1,-1-1 0,0 1-1,0 0 1,0 0 0,0 1-1,-1-1 1,1 1 0,0-1-1,-1 1 1,0 1 0,0-1-1,0 0 1,0 1-1,0-1 1,-1 1 0,1 0-1,-1 0 1,0 0 0,0 0-1,-1 0 1,1 0 0,-1 1-1,1 6 1,2 13 44,-1-1 1,-1 0-1,0 0 0,-4 28 1,2-17 16,-2-3 1,0 0 1,-2 0-1,-1 0 1,-2 0-1,-1-1 1,-13 34 0,6-27 323,-2-1 0,-1 0 1,-1-1-1,-34 45 1,44-70-38,7-9-220,1 0 1,-1 1-1,1-1 0,0 0 1,0 1-1,0-1 1,0 1-1,0 0 1,0-1-1,0 1 0,0 0 1,0-1-1,0 4 1,29-5 18,19 0-196,232 8-2400,-194 0-1914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41.5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0 384,'0'0'6520,"0"38"-4909,1 271 1228,20 110-155,-6-173-2139,-10-174-478,-1-65-79,-3-12-123,-1-237-7712,0 176 2431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42.1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1 417 4049,'0'0'5672,"16"-41"-5157,65-137-326,-74 167-187,0 0 1,1 0-1,0 1 0,1 0 0,0 0 1,1 1-1,0 0 0,0 1 1,0 0-1,1 1 0,1 0 1,-1 0-1,23-8 0,-20 8-1,7-3-73,1 1 0,0 1 0,0 0 0,0 2-1,1 1 1,0 1 0,0 0 0,40 1 0,-57 2 13,1 1-1,-1 1 1,0-1 0,1 1 0,-1 0-1,0 1 1,0-1 0,6 4 0,-8-3 37,-1 0 0,1 0 1,-1 0-1,0 1 0,0 0 1,0 0-1,0-1 0,0 2 1,0-1-1,-1 0 0,0 0 1,1 1-1,1 4 1,1 4 47,0-1 0,-1 1 1,0-1-1,-1 1 0,-1 0 1,0 1-1,2 20 0,-7 91 729,2-100-587,-2 2 0,-1 0 0,-1 0 0,-1 0 0,-1-1 0,-1 0 0,-2 0 0,-18 35 0,-13 12 180,-51 68 1,88-133-300,-30 35-38,32-40 41,0 0 0,-1 0 0,1 0 0,0-1 0,-1 1 0,1-1 0,-1 0 0,1 0 1,-1 0-1,0 0 0,0 0 0,1 0 0,-1-1 0,0 0 0,-5 1 0,7-1-36,1-1 0,-1 1 0,0 0 1,1 0-1,-1-1 0,1 1 0,-1-1 0,0 1 0,1-1 0,-1 1 0,1-1 0,-1 1 0,1-1 1,-1 1-1,1-1 0,0 0 0,-1 1 0,1-1 0,-1 0 0,1 1 0,0-1 0,0 0 1,0 1-1,-1-1 0,1 0 0,0 0 0,0 1 0,0-1 0,0-1 0,-1-27-60,1 24 60,0 0-35,-1 1 0,1 0 1,0-1-1,1 1 0,-1-1 0,1 1 0,-1 0 1,1-1-1,1 1 0,-1 0 0,0 0 1,1 0-1,0 0 0,0 0 0,0 0 1,1 0-1,-1 1 0,1-1 0,0 1 1,0 0-1,0 0 0,0 0 0,1 0 0,-1 0 1,1 1-1,6-4 0,3 0-158,0 0 1,1 1-1,0 1 0,0 0 0,0 1 1,0 0-1,1 1 0,-1 1 0,1 0 0,20 2 1,-25 0 113,-1 0 0,0 0 0,0 1 1,1 0-1,-1 0 0,-1 1 0,1 0 1,0 1-1,-1 0 0,1 0 0,-1 1 1,-1 0-1,15 11 0,2 6 35,0 1 0,32 42-1,-52-60 24,29 38 97,-2 0-1,39 73 1,32 104 1199,-66-108 371,-36-112-1619,0 0 0,1 0-1,-1 0 1,0 0 0,1 1 0,-1-1 0,0 0 0,0 0 0,1 0-1,-1 0 1,0 0 0,0 0 0,1 0 0,-1 0 0,0 0 0,1 0-1,-1 0 1,0 0 0,1 0 0,-1 0 0,0 0 0,0 0-1,1 0 1,-1 0 0,0 0 0,0-1 0,1 1 0,-1 0 0,0 0-1,0 0 1,1 0 0,-1-1 0,0 1 0,0 0 0,1 0 0,-1-1-1,0 1 1,0 0 0,0 0 0,0-1 0,0 1 0,1-1 0,11-12-1028,-11 12 922,12-16-2689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4:09:42.4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10338,'0'0'10843,"17"4"-16397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3:46.2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60 728,'0'0'9765,"-4"0"-9370,-22 0 1129,25 1-1515,0-1 0,0 0 0,0 0-1,0 1 1,1-1 0,-1 1 0,0-1 0,0 0 0,0 1 0,1 0 0,-1-1-1,0 1 1,1-1 0,-1 1 0,0 0 0,1 0 0,-1-1 0,1 1-1,-1 0 1,1 0 0,0 0 0,-1-1 0,1 1 0,0 0 0,-1 0 0,1 1-1,0-1-4,0-1-1,0 1 0,-1 0 0,1 0 0,0-1 0,0 1 1,-1 0-1,1-1 0,0 1 0,-1 0 0,1-1 0,-1 1 1,1-1-1,-1 1 0,1-1 0,-1 1 0,1-1 1,-1 1-1,0-1 0,1 1 0,-1-1 0,0 0 0,1 1 1,-2-1-1,1 0 35,-1 0-1,1 0 1,-1 0 0,1 0 0,0 0 0,-1-1-1,1 1 1,-1 0 0,1-1 0,0 1 0,-1-1 0,1 0-1,0 1 1,0-1 0,-1 0 0,1 0 0,0 0 0,0 0-1,0 0 1,0 0 0,0 0 0,0 0 0,0 0-1,1 0 1,-1 0 0,0-1 0,1 1 0,-1 0 0,0-1-1,1 1 1,0 0 0,-1-1 0,1 1 0,0-1 0,0-1-1,2 6-1061,4 5 1004,-1 0 1,1 0-1,-1 0 0,-1 1 0,1-1 0,-2 1 0,1 0 1,-1 1-1,0-1 0,-1 1 0,0-1 0,-1 1 1,1 15-1,-2 14 292,-19-38 296,13-1-496,0 0 1,-1 0-1,1 0 1,0-1-1,0 0 1,0 0 0,0-1-1,0 0 1,-8-3-1,11 3-74,1 0-1,-1 0 1,0 0 0,1 0-1,0-1 1,-1 1-1,1-1 1,0 0 0,0 0-1,1 0 1,-1 0-1,0 0 1,1 0 0,0 0-1,0 0 1,0 0 0,0-1-1,0 1 1,0-5-1,0-44-5,1 29-306,5 19-411,-5 4 723,1 0 0,-1 0 0,0 0-1,1 0 1,-1 0 0,0 0 0,1 0 0,-1-1-1,0 1 1,1 0 0,-1 0 0,0 0 0,0 0-1,1 0 1,-1-1 0,0 1 0,0 0 0,1 0-1,-1 0 1,0-1 0,0 1 0,0 0 0,0 0-1,1-1 1,-1 1 0,0 0 0,0-1-1,0 1 1,0 0 0,0-1 0,0 1 0,0 0-1,1 0 1,-1-1 0,0 1 0,0 0 0,0-1-1,0 1 1,0 0 0,-1-1 0,0-17-39,1 11 42,-1 1 1,1-1-1,0 1 0,1-1 0,1-11 0,-1 17-12,-1 0 0,1 1 0,0-1 0,-1 0-1,1 1 1,0-1 0,0 0 0,-1 1-1,1-1 1,0 1 0,0-1 0,0 1-1,0 0 1,-1-1 0,1 1 0,0 0-1,0 0 1,0-1 0,0 1 0,0 0 0,0 0-1,1 0 1,28 0-380,-20 1 288,-9-1 97,1 0 0,-1 0 0,1 0 0,-1 1 0,1-1 0,-1 0 0,1 1-1,-1-1 1,1 1 0,-1 0 0,1-1 0,-1 1 0,0 0 0,1 0 0,-1 0 0,0 0 0,0 0-1,0 0 1,0 0 0,0 0 0,0 1 0,0-1 0,0 0 0,0 1 0,0-1 0,-1 1 0,1-1-1,-1 0 1,1 1 0,0 2 0,1 6 107,-1-1 0,0 0 0,-1 0 0,0 12 0,0-10 251,-13-13-71,10 0-295,0 0 0,0 0 0,0-1 1,0 1-1,1-1 0,-1 1 0,0-1 1,1 0-1,0 0 0,0 0 1,0-1-1,0 1 0,-2-5 0,2 2 21,-1 0-1,1 0 0,0 0 1,0 0-1,1-1 0,0 1 1,-1-9-1,2 15-145,13 2-1066,-12 0 1165,1-1 0,0 0 1,-1 0-1,1 1 0,-1-1 0,0 1 1,1-1-1,-1 1 0,0-1 0,0 1 1,0 0-1,0 0 0,0-1 1,0 1-1,-1 0 0,2 4 0,4 44-350,-6 90-1834,-5-66-2349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3:48.37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162 69 1672,'0'0'8873,"-4"0"-8018,-44 0 1179,47 0-1876,-17-1 562,16 1-724,1 0-1,-1-1 0,0 0 0,0 1 0,0-1 1,1 0-1,-1 0 0,0 0 0,1 0 1,-1 0-1,1 0 0,-1 0 0,1-1 0,-1 1 1,1-1-1,0 1 0,0-1 0,0 1 1,0-1-1,0 0 0,0 1 0,0-1 0,0 0 1,1 0-1,-1 0 0,1 1 0,-1-1 1,1 0-1,0 0 0,0 0 0,0 0 0,0 0 1,0 0-1,0 0 0,1-3 0,-1 5-42,0-1-1,1 1 1,-1 0-1,0-1 0,1 1 1,-1-1-1,0 1 1,1 0-1,-1 0 1,0-1-1,1 1 0,-1 0 1,1 0-1,-1-1 1,1 1-1,-1 0 1,1 0-1,-1 0 0,0 0 1,1-1-1,-1 1 1,1 0-1,-1 0 1,1 0-1,-1 0 0,1 0 1,-1 0-1,1 1 1,-1-1-1,1 0 1,-1 0-1,1 0 0,0 1 1,18 5 16,-15-4 23,0 1 0,-1 0-1,0 0 1,1 0 0,-1 0 0,0 0-1,-1 1 1,1 0 0,-1-1 0,1 1-1,-1 0 1,0 0 0,-1 0 0,1 1-1,-1-1 1,2 5 0,-1 5 55,-1 0 0,0 0 0,-1 25 0,0-14 114,-2-24-121,0 0 0,0 0 0,0 0 0,0 0 0,0-1-1,0 1 1,0-1 0,0 0 0,0 1 0,0-1 0,0 0-1,0 0 1,0 0 0,0-1 0,-3 0 0,-2 1 63,5 0-90,0 1 0,0-1 0,0 0 1,0 0-1,0-1 0,0 1 1,1 0-1,-1-1 0,0 1 0,0-1 1,0 1-1,0-1 0,0 0 1,1 0-1,-1 0 0,0 0 1,1 0-1,-1 0 0,-1-2 0,1 0-28,1 0 0,0 0 0,-1 0 0,1 0 0,1 0 0,-1 0 0,0 0 0,1 0 0,0 0 0,-1-1 0,1 1 0,1-4 0,-1-51 186,0 36-524,0 19-391,0 8-552,0 74 2750,-1-80-1412,1 1-1,-1 0 1,0 0-1,1 0 1,-1-1 0,0 1-1,1 0 1,-1-1 0,1 1-1,-1-1 1,1 1-1,-1-1 1,1 1 0,-1-1-1,1 1 1,-1-1-1,1 1 1,0-1 0,-1 0-1,-2-11-85,1 0-1,1 0 1,0-1-1,1-19 1,0 19-262,-5 12-252,-17-1 986,22 1-441,-1 1 0,1-1 0,0 1 1,-1-1-1,1 1 0,-1-1 0,1 0 0,0 1 1,-1-1-1,1 1 0,0-1 0,0 0 0,0 1 0,-1-1 1,1 0-1,0 1 0,0-1 0,0 0 0,0 0 0,0 1 1,0-1-1,0 0 0,1 1 0,-1-1 0,0 0 0,0 1 1,0-1-1,1 1 0,-1-1 0,0 0 0,1 1 1,-1-1-1,1 0-26,-1 0 1,1 1-1,-1-1 1,1 0-1,-1 1 1,1-1-1,-1 1 1,1-1-1,-1 1 1,1 0-1,0-1 1,-1 1-1,1-1 1,0 1-1,-1 0 1,1 0-1,0-1 1,0 1-1,-1 0 1,1 0-1,0 0 1,0 0-1,-1 0 1,1 0-1,0 0 1,0 0-1,0 0 1,21 4-965,-18-3 679,-1 0 1,0 1-1,1-1 0,-1 1 0,0 0 1,1 0-1,-1 0 0,5 5 0,22 29-4775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3:49.79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2 108 80,'0'0'9083,"0"-20"-7596,-1 8-1249,1 6-199,0 0-1,0 0 1,0 1 0,1-1-1,0 0 1,3-11-1,-4 16-47,1-1 0,0 1 0,0-1 0,0 1 0,0-1-1,1 1 1,-1 0 0,0-1 0,0 1 0,1 0 0,-1 0 0,1 0-1,-1 0 1,1 0 0,-1 0 0,1 1 0,0-1 0,-1 0 0,1 1-1,0-1 1,-1 1 0,1 0 0,0 0 0,0-1 0,0 1 0,-1 0-1,4 1 1,9-1 2,20 2-19,-32-1 27,-1 0 0,1-1 0,-1 1-1,1 0 1,-1 0 0,0 0 0,1 0 0,-1 0 0,0 0 0,0 1 0,0-1 0,0 0 0,0 1 0,0-1 0,0 0 0,-1 1 0,1-1 0,0 1 0,0 2 0,3 14 106,0 0 1,-2 0-1,0 0 0,-1 1 1,0-1-1,-3 19 1,1 6 505,1-42-103,-18-2 1062,16 1-1561,0-1 0,1 0 0,-1 1 0,0-1 0,1 0 0,-1 0 0,0 0 0,1-1 0,-1 1 0,1 0 0,0 0 0,-1-1 0,1 1 0,0-1 0,0 1 0,0-1 0,0 0 0,0 1 0,0-1 0,1 0 0,-1 0 0,0 0 0,1 1 0,-1-1 0,1-4 0,-2-5-73,1-1 0,0-22 0,1 29 55,0-64-1101,7 70-21,-4 0 1104,0 0 0,-1 0 0,1 0 0,-1 1 0,0-1 0,1 1 0,-1-1 0,0 1 0,0 0 0,0 0 0,0 0 0,0 0 0,-1 0 0,1 0 0,-1 0 0,1 1 0,-1-1 0,0 1 1,0-1-1,0 1 0,0-1 0,0 1 0,0 0 0,0 3 0,1 7 118,1 1 1,-2 0 0,1 22 994,-2-44-1172,0 8 35,0 0 1,0-1-1,0 1 0,-1-1 0,1 1 0,0 0 0,0-1 1,0 1-1,0-1 0,0 1 0,0-1 0,0 1 1,0 0-1,0-1 0,0 1 0,0-1 0,1 1 1,-1 0-1,0-1 0,0 1 0,0-1 0,0 1 1,1 0-1,-1-1 0,0 1 0,1-1 0,31 1-5318,-13 0-528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3:56.61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24 871 2481,'0'0'10628,"-2"0"-10171,0 0 0,0 0-1,0 0 1,0 0 0,0 0-1,0 0 1,0-1 0,-1 1-1,-1-1 1,4-3-467,0 0 0,1 0 0,0 0 0,-1 0 0,2 0-1,-1 1 1,0-1 0,1 1 0,-1-1 0,1 1 0,0-1 0,3-3 0,35-38 116,-19 24-97,55-56 3,147-115 0,-175 157-34,1 1 1,1 3-1,2 2 1,2 2-1,0 3 1,61-19-1,113-26 13,396-67 1,-426 109-48,217 0 1,200 29 14,-518 5 13,1 3 1,-2 5-1,0 5 1,166 55-1,-184-46 2,-2 3-1,-1 3 0,114 73 0,184 171 90,-358-266-4,0 1-1,18 20 0,-28-28-21,-1 0 0,1 0-1,-1 1 1,-1-1 0,1 1-1,-1 0 1,0 0 0,-1 0-1,3 13 1,0 31 275,-4-51-264,-1 0 1,0 0-1,1-1 0,-1 1 0,0 0 1,1 0-1,-1-1 0,0 1 1,1 0-1,-1 0 0,0-1 1,1 1-1,-1 0 0,0-1 1,0 1-1,0 0 0,1-1 1,-1 1-1,0-1 0,0 1 1,0 0-1,0-1 0,0 1 1,1-1-1,-1 1 0,0 0 1,0-1-1,0 1 0,0-1 1,0 1-1,-1-1 0,1 1 1,0-1-1,0-2-122,0-2-280,0 0 0,0 0 0,0 0 1,-1 1-1,0-1 0,0 0 0,0 0 0,0 1 0,-3-5 0,-16-19-4846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3:57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160 187 2473,'0'0'9411,"0"-29"-8108,0-128 2638,0 159-4163,-1 15 51,-1 1-1,-1-1 0,-8 29 1,-1 10 157,-54 220 220,25-119-97,31-122-106,7-27 2,0 1 0,1-1 1,0 0-1,1 1 0,-2 14 1,3-22 250,13-23-120,3 7-103,1 0 1,1 1-1,28-16 0,67-34 64,-83 47-97,-12 7-45,91-44 201,-95 48-380,1 1-1,0 0 1,0 2-1,0-1 1,30-1-1,-33 4-151,-1 1-799,0-1 1,1 1 0,-1 1-1,14 2 1,11 10-3775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3:57.99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0 1072,'0'0'9649,"-2"21"-9529,1-13-112,-8 149 193,9-13 343,0 168-2557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3:58.3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48 3745,'0'0'6809,"195"-12"-6673,-106 0-32,-6 4-104,18 0-576,-24 4-1240,-18 0-3217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3:58.9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3121,'0'0'10930,"59"0"-11066,6 0 184,6 0-40,-5-8 40,-1 0-48,-12 4-1064,-11 4-1713,-19 0-4464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2.0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4338 626 1376,'0'0'15293,"0"-2"-14682,0-1-555,-1 0-1,0 0 1,0 0 0,0 0 0,0 1 0,0-1-1,-1 0 1,1 1 0,-1-1 0,1 1 0,-1-1-1,0 1 1,0 0 0,0 0 0,-4-3 0,-43-33-90,34 27 83,-77-57-57,-2 5 0,-187-92-1,201 119-76,-2 3 0,-1 5 0,-1 2-1,-110-17 1,-356-16-66,-7 39 177,108 20-9,288 13 10,-22 1 34,153-14-38,-128 5 1,133-2-42,0 0 0,1 2 1,0 1-1,-34 13 1,31-9-1,2 1 0,-1 1 0,1 2 0,1 0 0,0 2 0,2 0 0,-36 33 0,3 4 16,-50 55-4,90-91 11,-1-1 0,-1-1 0,0 0 0,-1-2 0,0 0 0,-1 0 0,-21 9 0,24-11-2215,8-176-1316,8 162 3624,-1 0 0,1-1 0,-1 1 0,0 0 0,0 0 0,0 0 0,0 0 0,0 0 0,-3-5 0,3 7-50,0 0-1,1-1 1,-1 1 0,0 0-1,0 0 1,0-1-1,0 1 1,0 0-1,0 0 1,0 0-1,-1 0 1,1 0 0,0 1-1,-1-1 1,1 0-1,0 1 1,-1-1-1,1 0 1,-1 1-1,-1-1 1,-1 2-8,1-1 0,-1 1-1,1 0 1,0 0 0,-1 0 0,1 0 0,0 0 0,0 1 0,0-1-1,0 1 1,-4 3 0,-33 28 470,24-19-430,-13 14-78,1 2-1,1 0 1,2 2-1,-31 50 1,-45 56 20,91-128 22,8-8-7,-1 0 1,1 1-1,-1-1 1,1 0-1,0 1 1,0 0-1,0 0 1,0-1 0,1 1-1,-1 0 1,1 0-1,-1 5 1106,4-9-1110,0 0-1,0 0 1,1 0-1,-1 0 1,0 0-1,0 0 1,0-1 0,0 1-1,3-4 1,8-4 37,103-46 37,245-78 0,-265 102-169,-96 31 81,1 0 0,-1 0 0,0 0-1,0 0 1,1 0 0,-1 0 0,0-1 0,1 1-1,-1 0 1,0 0 0,0 0 0,1 0-1,-1 0 1,0-1 0,0 1 0,1 0 0,-1 0-1,0-1 1,0 1 0,1 0 0,-1 0-1,0-1 1,0 1 0,0 0 0,0 0 0,0-1-1,1 1 1,-1 0 0,0-1 0,0 1-1,0 0 1,0 0 0,0-1 0,0 1 0,0 0-1,0-1 1,0 1 0,0-1 0,-10-9 337,-19-7-219,-60-21-33,58 27-61,0-2 0,1-1 0,1-2 0,-54-37 0,54 32 52,22 16-5,-1 1-1,1-2 1,1 1 0,-1-1-1,-6-8 1,12 5 23,10 9-3110,98 28-1750,-51-15-105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4.38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34 132 3953,'0'0'10713,"-6"-2"-10608,5 2-113,1-1 0,-1 1 0,0 0 0,1-1 0,-1 1 1,0 0-1,1-1 0,-1 1 0,0 0 0,1 0 0,-1 0 0,0-1 0,0 1 0,1 0 0,-1 0 0,0 0 0,0 0 0,1 0 0,-1 1 0,0-1 0,0 0 0,1 0 1,-1 0-1,0 1 0,1-1 0,-1 0 0,0 1 0,1-1 0,-1 1 0,0-1 0,1 0 0,-1 1 0,1 0 0,-1-1 0,1 1 0,-1-1 0,1 1 0,-1-1 1,1 1-1,0 0 0,-1-1 0,1 1 0,-1 1 0,1 3-6,1-1 0,-1 0 0,1 1 1,-1-1-1,1 0 0,0 0 0,1 0 0,-1 0 0,1 0 1,2 5-1,91 168 71,-9-20-16,-56-94-37,6 14 65,56 88 0,-80-153 97,-11-12-156,-1 0 0,0 0 0,1 0-1,-1 0 1,0 0 0,0 0 0,1-1 0,-1 1 0,0 0 0,1 0-1,-1 0 1,0 0 0,0-1 0,0 1 0,1 0 0,-1 0 0,0 0-1,0-1 1,0 1 0,1 0 0,-1 0 0,0-1 0,0 1 0,0 0-1,0 0 1,0-1 0,0 1 0,1 0 0,-1-1 0,0 1-1,0 0 1,0-1 0,2-38 620,-2 24-568,16-126-23,61-250-1,-61 321-141,10-85-42,-26 154 111,0-1-1,1 1 1,-1 0-1,0-1 1,1 1-1,-1 0 1,1-1 0,-1 1-1,1 0 1,0 0-1,-1 0 1,1-1 0,0 1-1,0 0 1,0 0-1,1-1 1,-1 2-82,-1 0 1,1 0-1,-1 0 1,1 0 0,-1 0-1,1 0 1,-1 0-1,1 0 1,-1 0-1,1 0 1,-1 0-1,1 0 1,-1 0 0,1 0-1,-1 0 1,1 1-1,-1-1 1,1 0-1,-1 0 1,1 1-1,-1-1 1,1 0-1,-1 1 1,0-1 0,1 0-1,-1 1 1,1 0-1,3 4-895,0 0 0,-1 1 0,1-1 0,-1 1 0,2 7 1,12 22-4341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4.7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4601,'0'0'7522,"-6"88"-7266,6-53-24,0 1-128,0 0-32,0-8-48,0-1-16,0-7-8,0-8-8,17-12-3473,19-16-1696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5.1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1 119 5833,'191'-92'2346,"-155"74"-322,-25 13-1909,-2 5-143,51-4-84,-59 12 120,-1 21 239,0 0-1,-2 0 1,-1 0-1,-1-1 1,-10 34-1,3-31-215,6-18 94,0 1 0,1 0 0,0 0 0,1 0-1,-2 25 1,27-39-145,24 1-190,0-3-1,52-8 0,-45-1-1288,-9 6-1345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1 108 5553,'0'0'9658,"89"-48"-9546,-30 25-96,12-1-16,0 12 0,-6 12-440,30 0-1280,-18 16-2545,-12 11-4361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6.53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64 4673,'0'0'9205,"5"23"-9501,4 13 286,1-1 0,2 0 0,29 59 0,35 65 72,32 56-78,-105-209 6,19 27-98,-22-32 97,2 1-1,-1-1 1,0 1 0,0-1-1,0 0 1,1 0-1,-1 1 1,0-1-1,1 0 1,-1 0-1,1 0 1,0-1-1,-1 1 1,1 0 0,0-1-1,-1 1 1,3 0-1,-2-8 138,12-164 866,1 0-930,-11 141-60,46-252 10,-49 277-26,0 0-1,1 0 1,0 0 0,0 1 0,0-1 0,5-7 0,-6 10-77,0 1 0,0 0 0,1 0 0,-1-1-1,0 1 1,1 0 0,-1 0 0,1 0 0,-1 0 0,1 0 0,0 1 0,-1-1 0,1 0 0,0 1 0,-1 0 0,1-1 0,0 1 0,0 0 0,0 0 0,2 0 0,19 0-2799,-4 0-1682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6.9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45 267 2577,'0'0'7020,"-9"-33"-6999,-24-104-14,32 134-8,1-1 1,-1 1-1,1-1 1,0 0-1,0 1 0,0-1 1,0 1-1,0-1 1,1 1-1,0-1 1,0 1-1,2-7 1,-2 8-4,0 1 1,1-1 0,-1 0 0,0 1-1,1 0 1,-1-1 0,1 1 0,-1 0-1,1 0 1,0 0 0,-1 0 0,4-1-1,4-3-22,-4 2-1,0 0-1,1 0 1,-1 1 0,1-1 0,0 2 0,0-1 0,0 0 0,0 1-1,0 0 1,0 1 0,0 0 0,0-1 0,7 2 0,-13-1 20,1 0 1,-1 0 0,1 0-1,0 1 1,-1-1 0,1 0 0,-1 0-1,1 0 1,-1 1 0,1-1-1,-1 0 1,1 1 0,-1-1 0,1 0-1,-1 1 1,1-1 0,-1 0-1,1 1 1,-1-1 0,0 1 0,1-1-1,-1 1 1,0-1 0,0 1-1,1-1 1,-1 1 0,0 0 0,0-1-1,0 1 1,1-1 0,-1 2-1,1 20-15,-2-17 30,2 30 277,-2-1 0,-2 0 0,-10 56 0,9-74 129,1-1 0,0 1 0,0 29 0,29-44-14,213-1-2227,-190 0-1133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7.62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 6 1536,'0'0'11296,"-3"0"-11173,61-5-523,-53 5 395,0-1 1,0 1-1,0 1 0,0-1 1,0 1-1,0-1 1,-1 1-1,1 1 0,0-1 1,-1 1-1,1 0 0,-1 0 1,1 0-1,-1 1 0,0-1 1,7 6-1,-8-3 25,1 1-1,-1 0 1,0 0-1,-1 0 1,1 0-1,-1 0 1,0 1 0,-1-1-1,1 1 1,-1-1-1,-1 1 1,1 0-1,-1-1 1,0 1-1,-2 7 1,2 4-9,1-17-17,0 1 0,1 0 0,-1-1 0,0 1 0,1-1 0,-1 1 0,1-1 0,-1 0 0,1 1 0,0-1 0,-1 0 0,1 0 0,0 0 0,0-1 0,0 1 0,0 0 0,0-1 0,3 1 0,3 2 9,10 7-24,97 52-23,-101-53 45,-1 0-1,-1 1 0,0 0 1,0 0-1,-1 2 0,12 14 1,-20-22 11,0 1 1,-1 0-1,0 0 1,0 0 0,0 0-1,0 0 1,-1 0-1,1 1 1,-1-1-1,0 7 1,-1-9 52,1 0 1,-1 0-1,0 0 1,0-1-1,-1 1 1,1 0-1,0 0 1,-1-1-1,0 1 1,0 0-1,0-1 1,0 1-1,0-1 1,0 1-1,0-1 1,-1 1-1,0-1 1,1 0-1,-1 0 1,0 0-1,0 0 1,-2 2-1,-2 0 110,-1-1-1,1 1 1,-1-1 0,1-1 0,-1 0-1,0 0 1,0 0 0,-10 1-1,-61 1 472,69-4-661,7 0-23,0 0-1,0 0 1,1-1-1,-1 1 1,0 0-1,0-1 1,1 1-1,-1-1 1,0 1-1,1-1 1,-1 0-1,0 0 1,1 0-1,-1 0 1,1 0-1,0 0 1,-1 0 0,1 0-1,0 0 1,-2-3-1,-1-2-695,1 1 1,0-1-1,1 1 0,-4-12 0,6 16 694,-12-34-6628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08.14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73 123 2697,'0'0'12394,"-16"0"-11939,-27 0-384,29 0-69,28 0-2,83 1 80,0 1 215,0-4 0,132-20 0,-32-20-209,46-9-2481,-178 42-1430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22.6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2848 45 1272,'0'0'6930,"-4"-1"-6530,-39-6 4380,8-8-3662,-22 5-913,0 4-1,-1 1 0,-78 5 0,70 0-158,-145 16 565,148-15-462,1 2 1,0 3-1,-67 16 1,-125 17-78,139-35-22,81-5-48,1 2-1,-1 2 0,-36 6 1,-39 22-22,-19 3 30,26-11 1,46-9 8,-99 11-1,103-20-9,-63 14 0,83-11-22,0 1 0,0 2 1,1 1-1,0 2 1,1 0-1,-35 25 1,-85 57-19,122-79 29,21-13 0,0 0 1,-1 0-1,1 1 1,1 0-1,-1 0 0,1 1 1,-7 7-1,-23 23-48,18-16 36,15-18 11,1 1-1,-1 0 1,0 0-1,1 0 1,0 0-1,0 0 0,0 1 1,0-1-1,0 1 1,1-1-1,-2 6 1,-11 34-56,11-34 52,-1 0 0,2 1 1,-1-1-1,1 1 0,1 0 1,-1 13-1,1 4-74,0-21 79,0 0 0,1 0 0,0 0 0,0 1 0,0-1 0,1 0 0,0 0-1,0 0 1,0 0 0,1 0 0,0 0 0,0 0 0,1 0 0,6 10 0,9 7-7,-8-9 6,1-1-1,0-1 0,0 0 1,1-1-1,14 11 0,-16-15 8,0 1-1,-1 1 0,8 10 0,3 2 0,10 18 5,-26-32-1,0 0-1,0-1 0,0 0 1,7 7-1,9 11 12,-7-10-2,-11-13-13,-1 0 0,1 0 0,-1 1-1,1-1 1,-1 1 0,0 0 0,1-1 0,-1 1 0,0 0 0,0-1 0,1 5 0,4 5 6,0 0 1,1 0-1,11 14 1,-13-20-11,47 47-16,-4 4 41,-44-53-23,52 37 30,-31-26 11,-20-11-34,1 0-1,-1-1 0,0 1 1,1-1-1,-1 0 1,1 0-1,-1-1 0,1 1 1,0-1-1,9 0 1,77 1 357,-29 0-66,77-7-1,102-37-176,98 9 46,30 25-158,-273 9 2,-64 0-4,56 11 0,-50-5-6,534 71 22,-229-48-19,0-27 12,-222-3-14,-96-1-8,-1-1-1,0-1 1,1-1-1,-2-2 1,1 0-1,0-1 1,-1-2-1,40-19 0,-37 13 23,-1-1-1,0-1 0,-1-1 0,0-1 1,-2-2-1,36-39 0,-50 49-2,0-1-1,-2 0 1,1 0-1,-2-1 0,0 0 1,0 0-1,-1 0 1,-1-1-1,4-19 1,1-18 39,3-65 0,-6 49-70,1-149 114,-7 175-26,0 38-67,-1 0-1,1 0 1,-1 0-1,1 1 1,-1-1-1,0 0 1,-1 0-1,1 1 1,0-1-1,-1 0 1,1 1-1,-1-1 1,-3-3 0,-32-30 37,25 26-37,-4-4 2,-1 1 0,-1 1 0,0 1 0,0 1-1,-1 0 1,-32-10 0,-128-34 53,172 52-58,-302-69 306,51 14 200,135 20 116,-134-58 0,20 6-145,204 83-508,32 6-12,-1-1 0,1 1 0,-1 0 0,0 0 0,1 1 0,-1-1 0,0 0-1,1 1 1,-1-1 0,1 1 0,-1-1 0,1 1 0,-1-1 0,1 1 0,-1 0-1,1 0 1,0 0 0,-1 0 0,-1 2 0,-5 12-918,0 0-1,1 0 1,-9 31 0,9-26-396,-12 34-3648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23.9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291 79 3505,'0'0'8875,"-31"-8"-7720,-101-24-215,128 31-886,-11-4 439,0 1 0,-1 1 0,1 0 0,-1 1 0,-24 0-1,40 2-487,-1 0-1,1 0 1,0 0-1,0 0 0,-1 0 1,1 0-1,0 0 1,0 0-1,-1 0 0,1 0 1,0 0-1,0 0 1,-1 0-1,1 0 1,0-1-1,0 1 0,-1 0 1,1 0-1,0 0 1,0 0-1,0-1 0,0 1 1,-1 0-1,1 0 1,0-1-1,0 1 0,0 0 1,0 0-1,0 0 1,0-1-1,-1 1 0,1 0 1,0 0-1,0-1 1,0 1-1,0 0 1,0-1-1,0 1 0,0 0 1,0 0-1,0-1 1,0 1-1,1-1 0,-1 1-21,0-1-1,1 1 0,-1-1 1,1 1-1,-1-1 0,1 1 1,-1-1-1,1 1 0,-1-1 1,1 1-1,-1-1 1,1 1-1,0 0 0,-1 0 1,1-1-1,0 1 0,-1 0 1,1 0-1,0-1 0,-1 1 1,1 0-1,0 0 0,0 0 1,-1 0-1,1 0 0,1 1 1,54-3-75,-16 1-55,75 6 0,-105-3 78,1-1 0,0 1-1,-1 1 1,1 0 0,-1 1 0,0 0 0,0 0 0,0 1 0,-1 0 0,0 1 0,16 13 0,-21-16 29,-1 1 1,0 0-1,0 0 0,0 1 1,0-1-1,-1 0 0,0 1 1,0 0-1,0-1 1,0 1-1,-1 0 0,0 0 1,0 0-1,1 7 0,-1 9-45,-1-1 0,-2 26 0,1-25 68,0-10 16,-1 0 0,0 0 0,0 1 0,-1-1 1,-1-1-1,0 1 0,0 0 0,-11 17 0,-6 4 22,-30 38 1,25-36 0,-86 130-28,110-161 4,0 1 1,0 0-1,1 0 1,-1 0-1,1 0 1,0 0-1,0 1 0,0-1 1,1 0-1,-1 7 1,1-9-6,0-1 1,1 1-1,-1 0 0,0 0 0,1 0 1,-1-1-1,1 1 0,-1 0 1,1 0-1,0-1 0,0 1 1,0-1-1,0 1 0,0-1 1,0 1-1,0-1 0,1 1 0,-1-1 1,0 0-1,1 0 0,-1 0 1,1 0-1,0 0 0,-1 0 1,1 0-1,3 1 0,18 5-32,0-1 1,1-1-1,-1-1 0,35 2 0,103-5-45,-88-2-227,-51 2 24,-13 0-27,0-1 0,0 0 0,0 0 0,1-1 0,-1 0 0,0-1 0,0 0-1,0 0 1,9-4 0,-18 5 135,1 1 0,0-1-1,0 1 1,-1-1 0,1 0 0,0 1-1,-1-1 1,1 0 0,-1 1-1,1-1 1,-1 0 0,1 0-1,-1 1 1,0-1 0,1 0-1,-1 0 1,0 0 0,0 0 0,1 0-1,-1 0 1,0 0 0,0 1-1,0-1 1,0 0 0,0 0-1,-1-1 1,1 0-254,0-13-3491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24.3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0 115 3017,'0'0'8057,"83"-8"-7873,-17-8-112,11 5-64,6-5-8,11 0-328,55 0-992,-31 0-1216,-5 0-2089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24.6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3729,'0'0'8714,"24"247"-8714,0-156-56,-1-12-1281,-5-7-1703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27.4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2676 163 968,'0'0'12241,"-9"0"-11492,-155-2 67,-250 8-411,334 5-337,-1 3 0,-120 38 0,-47 10-40,-373 12 1030,288-38-963,268-27-88,35-5-7,1 0-1,-1 2 1,-54 19 0,71-21-10,0 1-1,1 1 1,-1 0-1,1 1 1,1 0 0,-1 1-1,1 0 1,1 1-1,-1 0 1,1 0-1,-15 21 1,9-12-13,2 2 0,0 0 0,1 1 0,1 0 0,1 1 0,1 0 0,-13 40 0,15-15 5,2 1 0,1 0 0,3 1 0,4 47 1,0-15 2,-2-72 6,1 1 0,0-1 1,1 1-1,0-1 1,0 0-1,1 0 0,1 0 1,-1-1-1,1 1 0,1-1 1,-1 0-1,1 0 0,1 0 1,0 0-1,0-1 0,0 0 1,1-1-1,0 1 0,9 5 1,15 10-29,0-1 0,2-2 1,51 22-1,-74-36 30,150 64 7,-91-42 23,-2 3 1,103 63 0,-170-93-24,24 17-2,0-1 0,1-1 1,0-1-1,1-1 0,1-1 0,48 14 1,-5-13-31,138 9 0,71-19 135,-173-4 20,-57-2-58,0-2 0,85-20 0,-63 10-42,124-24 49,190-33-20,-285 59-34,57-9-8,192-35-10,-336 54-12,0-1 0,25-12 0,13-10 25,90-62 0,-132 82-20,1-1 2,-1 0 1,-1-1 0,1 0 0,-1 0 0,-1-1 0,0 0 0,7-11 0,36-70 42,-48 86-42,4-10 2,0-1 1,-1 0-1,0 0 0,-1 0 1,-1 0-1,2-20 0,-1-94 67,-5 85 34,-1 33-97,0 0 1,-1 1-1,0-1 0,-1 1 1,0 0-1,0 0 1,-1 1-1,-1-1 0,-10-14 1,-1-3 2,-8-12-3,-2 1 0,-37-39-1,21 25-3,-32-47 13,-17-22 12,76 102-21,-1 2 1,-1 0-1,0 0 1,-25-15 0,-7-2 11,-138-87 180,148 97-137,-2 3 0,-76-28-1,110 46-210,-1 0 1,1 1-1,-1 0 0,-15-1 0,23 20-5361,1 18 1881,0 0-949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28.2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 1408,'0'0'7226,"-1"-1"-7058,7-1-25,27 0 552,43 2 1,-25 1-536,-48 0-150,1-1 0,-1 0 0,0 1 0,0-1 0,0 1 1,0 0-1,-1 0 0,1 0 0,0 0 0,0 1 1,-1-1-1,1 1 0,0-1 0,-1 1 0,0 0 0,1 0 1,-1 0-1,0 1 0,0-1 0,0 0 0,0 1 1,-1-1-1,1 1 0,0 0 0,-1-1 0,0 1 0,0 0 1,0 0-1,0 0 0,1 5 0,1 8 134,0 1 0,-2 0 0,1 0 0,-2 21 0,-1-25-67,2-3-57,-1 0 0,-1 0 0,0 0 0,0 0 0,-1 0 1,0 0-1,-1 0 0,0-1 0,-1 1 0,1-1 0,-7 10 0,7-14-16,-14 23 43,2 0 0,1 1 0,2 0 0,-15 50 0,26-76-51,0 1 1,1-1-1,-1 0 1,1 1-1,0-1 1,0 1-1,0-1 1,0 1-1,1-1 1,0 5-1,0-7-1,0 1-1,-1-1 1,1 0 0,0 1-1,0-1 1,0 0 0,0 0-1,0 1 1,0-1 0,0 0-1,1 0 1,-1 0 0,0-1-1,0 1 1,1 0 0,-1 0 0,1-1-1,-1 1 1,1-1 0,-1 1-1,1-1 1,-1 1 0,3-1-1,17 3-80,1 0 0,0-2 0,0-1 0,0 0 0,27-5 0,-34 0-472,0-1-1,0 0 1,0-1 0,-1-1-1,0 0 1,0-1 0,23-20-1,-34 27 290,16-11-2479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28.62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56 3209,'0'0'5929,"131"-35"-5649,-84 27-176,1 0-96,-7 4-8,1 4-40,5 0-912,-11 4-849,-1 12-1271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29.0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 84 3905,'0'0'9290,"-6"-9"-8839,-18-28-427,24 36-33,-1 1 0,1-1 1,-1 0-1,1 0 0,0 1 1,-1-1-1,1 0 0,0 0 1,-1 0-1,1 0 0,0 0 1,0 0-1,0 1 0,0-1 1,0 0-1,0 0 0,0 0 1,0 0-1,0 0 1,0 0-1,1 0 0,-1 1 1,0-1-1,1 0 0,-1 0 1,0 0-1,1 1 0,-1-1 1,1 0-1,-1 0 0,1 1 1,0-1-1,-1 0 0,1 1 1,0-1-1,-1 1 0,1-1 1,0 1-1,0-1 0,-1 1 1,1-1-1,0 1 1,0 0-1,0 0 0,0-1 1,1 1-1,4-2-104,1 1 1,-1 0-1,0 1 1,12-1-1,-15 1 80,2 0-37,2 0 0,1 0 0,-1 0 0,1 1 1,0 0-1,10 3 0,-16-3 56,1 0 1,-1 0-1,0 0 1,0 1-1,1-1 1,-1 0-1,0 1 1,0 0-1,0 0 1,-1-1-1,1 1 1,0 0-1,-1 0 1,1 0-1,-1 1 1,0-1-1,1 0 1,-1 1 0,0-1-1,0 3 1,2 8 10,0-1 0,-1 1 1,-1 0-1,0 0 1,-1 0-1,-1 15 1,0 4 66,1-15-8,-2 0 0,0-1 0,-1 1 0,-1-1 0,0 1 0,-9 22 0,-49 91 437,35-78-103,27-52-390,0 0-1,0 0 1,0 1-1,0-1 1,0 0-1,0 0 1,0 1-1,0-1 1,0 0-1,0 0 1,0 0-1,0 1 1,0-1-1,0 0 1,0 0-1,1 0 1,-1 1-1,0-1 1,0 0-1,0 0 1,0 0-1,0 1 1,1-1 0,-1 0-1,0 0 1,0 0-1,0 0 1,0 0-1,1 0 1,-1 0-1,0 1 1,0-1-1,1 0 1,-1 0-1,0 0 1,0 0-1,0 0 1,1 0-1,-1 0 1,0 0-1,0 0 1,1 0-1,-1 0 1,0 0-1,0 0 1,0 0-1,1 0 1,-1 0-1,0-1 1,0 1-1,0 0 1,1 0-1,-1 0 1,0 0-1,0 0 1,4-1-6,20 0 29,0-1 1,0-1-1,0-2 1,40-12-1,91-41-596,-142 53 455,104-45-2337,-18 5-3074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0.8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6529,'0'0'4823,"27"-10"-4911,-8 2 80,1 0-5,2 0 0,-1 1 0,1 1 0,0 0 0,1 2 0,-1 1 0,28 0 0,-32 3-34,1 0 0,-1 2 1,0 0-1,1 1 0,-1 1 1,0 1-1,19 7 0,-31-9 28,0-1 0,0 1 0,0 1 0,0-1 0,0 1 0,-1 0-1,0 1 1,0-1 0,0 1 0,0 0 0,-1 0 0,1 0 0,-1 1-1,-1-1 1,1 1 0,-1 0 0,0 0 0,-1 1 0,1-1 0,-1 0-1,0 1 1,1 10 0,0 5 49,-1 0-1,-1 0 1,-1 0 0,0 0-1,-2 0 1,-1 0 0,-1 0-1,-8 27 1,-9 0 26,-2-1 0,-34 53 0,29-54-41,-33 55 59,-56 106 532,112-194-570,0 1 0,1 0 0,0 0 0,2 0 0,-1 0 0,2 1 0,0-1 0,2 19 0,-1-32-36,0-1 1,0 0-1,1 1 0,-1-1 1,1 0-1,-1 0 1,1 1-1,-1-1 0,1 0 1,0 0-1,0 0 1,-1 0-1,1 0 0,0 0 1,0 0-1,0 0 0,0 0 1,0-1-1,0 1 1,0 0-1,1-1 0,-1 1 1,0 0-1,0-1 1,0 1-1,1-1 0,-1 0 1,0 0-1,3 1 0,47 4 19,-45-5-9,33 2-127,-1-1 0,0-3 0,0-1 0,0-1 0,0-3 0,0-1 0,51-18 0,11-17-2168,-19 3-2309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1.2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0 140 6409,'0'0'8218,"368"-44"-8042,-244 20-176,-11 4-352,23-4-880,-29 9-1969,-24 3-4232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1.9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1 436 592,'0'0'12603,"14"-22"-12259,102-155-119,-98 152-308,-1-1 0,-1 0 0,-1-1 0,-1-1 0,-2-1 0,14-45 0,-26 74 51,0 0-1,0 0 1,0 0 0,0 1 0,0-1 0,0 0 0,1 0 0,-1 0-1,0 0 1,0 0 0,0 0 0,0 0 0,1 1 0,-1-1-1,0 0 1,0 0 0,0 0 0,1 0 0,-1 0 0,0 0-1,0 0 1,0 0 0,0 0 0,1 0 0,-1 0 0,0 0-1,0 0 1,0 0 0,1 0 0,-1 0 0,0-1 0,0 1-1,0 0 1,0 0 0,1 0 0,-1 0 0,0 0 0,0 0 0,0 0-1,0 0 1,1-1 0,-1 1 0,0 0 0,0 0 0,0 0-1,0 0 1,0-1 0,0 1 0,0 0 0,0 0 0,0 0-1,4 8-369,0 1 0,-1 0-1,4 18 1,0 4 218,7 15 125,48 190 4,-52-188 132,-2 2-1,3 93 1,-10-111-8,0-18-11,-1 0 1,0-1-1,-1 1 0,-5 25 0,5-36-45,0 0 0,0 1-1,0-1 1,0 0-1,-1 0 1,1-1 0,-1 1-1,0 0 1,0 0-1,0-1 1,0 1 0,0-1-1,-1 0 1,1 0-1,-1 0 1,1 0 0,-1 0-1,0 0 1,0-1-1,0 1 1,0-1 0,0 0-1,0 0 1,0 0-1,-4 1 1,-25 2 75,0-1 1,0-2-1,-43-3 0,12 1-70,51 1 35,9 1 78,-1-1 1,0 0 0,1 0-1,-1 0 1,0 0 0,1-1-1,-1 0 1,1 1 0,-8-4-1,33-3 80,315-17-675,-113 20-3272,-150 4-343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2.3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4945,'0'0'10234,"266"16"-10010,-177-16-128,-12 0-96,-11-8-592,-7 8-1224,-18 0-2153,-17 0-1512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2.6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1 576,'0'0'12467,"308"4"-12467,-195-4-24,17 0-968,-29 0-1641,-18 0-4104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4.5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150 221 1696,'0'0'11251,"-11"-1"-10416,-33-8-209,43 8-611,0 1 0,0-1 0,0 0 0,0 0 0,1 0 0,-1 0-1,0 0 1,0 0 0,1 0 0,-1 0 0,0 0 0,1-1-1,-1 1 1,1 0 0,-1 0 0,1 0 0,0-1 0,0 1 0,-1 0-1,1-1 1,0 1 0,0 0 0,0 0 0,0-1 0,1 1 0,-1 0-1,0 0 1,1-2 0,0-6 33,-2-2-18,1-1 0,1 1 0,0 0 0,0 0 0,6-21 0,-5 28-40,0 0 0,0 0 1,0 0-1,1 0 1,-1 0-1,1 0 0,0 1 1,0-1-1,1 1 1,-1 0-1,1 0 0,-1 0 1,1 1-1,0-1 1,0 1-1,0 0 0,8-3 1,2 1-132,1 0 0,0 0 0,0 2 0,0 0 0,0 1-1,1 0 1,-1 1 0,23 3 0,-32-2 72,1-1 1,0 1-1,-1 1 0,1 0 0,0 0 0,-1 0 1,0 0-1,0 1 0,0 0 0,0 1 0,0-1 1,0 1-1,-1 0 0,0 0 0,0 1 0,0 0 1,0 0-1,-1 0 0,0 0 0,0 1 0,6 9 1,-4-2 25,0 0 1,-1 0 0,-1 0 0,0 1 0,0-1 0,-1 1 0,-1 0-1,-1 0 1,1 21 0,-2-8 45,0-5-6,0-1 1,-5 34-1,3-48 14,1 0-1,-1 0 1,-1 0 0,1 0 0,-1-1-1,0 1 1,-1-1 0,1 1 0,-1-1 0,-1 0-1,-6 7 1,8-9 34,-33 30 195,33-32-134,1 0 0,-1 0 0,1 0-1,-1 0 1,0-1 0,0 0 0,0 1 0,0-1-1,0 0 1,0 0 0,0-1 0,-7 2 489,20-2-956,1 2 201,-1-1-1,0 1 1,0 1 0,0 0 0,-1 0 0,1 1 0,-1 0 0,14 9 0,-3-1 169,0 1 0,34 31 0,-46-36-18,1 1 1,-1 0-1,0 1 0,-1-1 1,0 2-1,-1-1 1,0 1-1,-1 0 0,6 17 1,-9-24 22,0 1 1,-1-1 0,0 1-1,0 0 1,0-1-1,-1 1 1,0 0 0,1-1-1,-2 1 1,1 0-1,0 0 1,-1-1 0,0 1-1,0 0 1,-1-1-1,1 1 1,-1-1 0,0 0-1,0 1 1,0-1-1,-1 0 1,1 0 0,-1 0-1,0-1 1,0 1-1,-1-1 1,-3 4 0,-8 4 97,0-1 0,-1-1 0,0-1 0,-1 0 0,0-1 0,0 0 1,0-2-1,-1 0 0,0-1 0,-20 2 0,-28 1 667,-95-3 0,132-4-603,15 0-106,5 1-26,0 0 0,0-1 1,0-1-1,-1 0 0,1 0 1,0 0-1,0-1 0,0-1 1,0 1-1,-16-9 0,25 11-81,-1 0 0,1 0 0,-1-1-1,0 1 1,1 0 0,-1-1 0,1 1-1,-1 0 1,1-1 0,-1 1 0,1-1-1,-1 1 1,1-1 0,0 1 0,-1-1-1,1 1 1,0-1 0,-1 1 0,1-1-1,0 0 1,0 1 0,-1-1 0,1 0-1,0 1 1,0-1 0,0 1 0,0-1-1,0 0 1,0 1 0,0-1 0,0 0-1,0 1 1,0-1 0,0 0 0,1 1-1,-1-1 1,0 0 0,0 1 0,0-1-1,1 1 1,-1-1 0,0 1 0,1-1-1,-1 1 1,1-1 0,-1 1 0,1-1-1,-1 1 1,1-1 0,-1 1 0,1 0-1,-1-1 1,1 1 0,-1 0 0,1-1-1,0 1 1,-1 0 0,1 0 0,0-1-1,131-29-6190,-56 14 640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5.1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3513,'0'0'7713,"0"127"-8289,24-39 672,0 11 80,0 8-48,-7 8 40,1-12-104,0-7-56,0-17-8,5-35-824,-11-24-1480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5.4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84 4905,'0'0'6377,"267"-43"-6185,-184 23-96,12 8-96,-18 4-752,-24 8-3209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6.2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275 1 4049,'0'0'9607,"-8"13"-9755,5-7 141,0 0-1,0 0 1,0 0 0,1 0-1,0 0 1,0 0-1,1 1 1,-2 11 0,3-9 8,1 0 0,0 0 0,0 0 0,0-1 1,1 1-1,1-1 0,-1 1 0,6 11 0,134 381 63,-125-332-59,-3 0-1,-2 0 1,-4 2-1,0 72 1,-9 4 98,0-143-96,1 0 1,0-1 0,-1 1 0,0-1 0,0 1 0,0-1 0,0 1 0,-1-1-1,1 0 1,-1 1 0,0-1 0,0 0 0,0 0 0,0 0 0,-1 0 0,1-1-1,-1 1 1,0-1 0,1 1 0,-1-1 0,0 0 0,-1 0 0,1-1 0,0 1-1,0 0 1,-1-1 0,1 0 0,-1 0 0,-5 1 0,-11 2 54,1-2 0,-1 0 1,1-1-1,-29-2 0,14 0-1,22 1-28,-1-1 1,0-1 0,1 0-1,-1 0 1,1-1-1,0-1 1,0 0 0,0 0-1,-22-13 1,28 14-26,0-1 0,0 0 0,1 0 0,-1-1 0,1 0 1,0 0-1,0 0 0,0 0 0,1-1 0,0 1 0,0-1 0,1-1 1,-1 1-1,1 0 0,0-1 0,1 1 0,0-1 0,0 0 0,-2-10 0,3 3-55,-1-1 0,2 1-1,0 0 1,1 0 0,3-21 0,-2 28 9,-1 0 1,1 1 0,1-1 0,0 1-1,-1-1 1,2 1 0,-1 0 0,1 0-1,0 1 1,0-1 0,1 1 0,8-9-1,8-2-328,1 0-1,0 1 1,2 1-1,-1 1 0,2 2 1,38-14-1,7-4-1528,-20 5-623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6.5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7458,'0'0'6041,"142"95"-17580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6.9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50 1 5297,'0'0'6307,"-8"22"-6267,-24 71-34,30-89-7,1 0-1,-1 0 1,1 1-1,0-1 1,0 0-1,0 1 1,1-1-1,0 1 1,0-1-1,0 8 1,1 0-24,0-12 19,-1 1 0,0 0 0,0 0 0,1 0 0,-1 0 0,0 0 0,1-1 0,-1 1 0,1 0 0,-1 0-1,1-1 1,0 1 0,-1 0 0,1-1 0,0 1 0,-1-1 0,1 1 0,0-1 0,0 1 0,-1-1 0,1 1 0,1 0 0,25 9-102,-17-7 54,95 29-375,27 11 223,-113-36 189,-1 1-1,0 1 1,-1 1 0,29 20-1,-40-25 18,0 1 0,-1-1 0,0 1 0,0 0 0,0 0 0,-1 0 0,1 1 0,-2 0 0,1-1 0,-1 1 0,0 1 0,0-1 0,-1 0 0,0 1 0,-1-1 0,1 1 0,-1 0 0,-1-1 0,1 1 0,-2 14 0,0-12 10,-1 0 0,1 0 0,-2-1 0,1 1 0,-1-1 0,-1 1 0,0-1 0,0 0 0,-1 0 0,0-1 0,0 1 0,-1-1 0,0 0 0,0-1 0,-12 11 0,7-9-52,0 0 0,-1-1 0,0 0 0,-1-1 0,1 0 1,-2-1-1,1-1 0,0 0 0,-1-1 0,0 0 0,0-1 0,0-1 0,-1 0 0,-16 0 0,26-1-126,-1-1 0,1 0 1,0 0-1,0-1 0,-1 1 1,1-1-1,0 0 0,0 0 1,0-1-1,0 0 0,0 0 0,0 0 1,0 0-1,1-1 0,-1 0 1,1 0-1,0 0 0,-1 0 0,-4-6 1,-23-37-2099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7.2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60 3137,'0'0'6529,"302"-51"-6473,-160 47-56,-17 0-1416,-25 4-4153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38.1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1 779 1216,'0'0'12960,"9"0"-12985,45 1 34,120-4 126,-136 1-152,0-2 1,62-15 0,-98 18 3,1 1 0,-1-1 0,0 0 0,1 0 0,-1 0 0,0 0-1,0 0 1,1 0 0,-1-1 0,0 1 0,0-1 0,-1 0 0,1 1 0,0-1 0,0 0 0,-1 0 0,1 0 0,-1 0 0,0 0 0,0 0 0,1-1 0,-1 1 0,-1 0 0,1-1 0,0 1 0,-1 0 0,1-1 0,-1 1 0,1-1 0,-1 1 0,0-1 0,0 1 0,0-1 0,-1 1 0,1-1 0,-1 1 0,1-1-1,-1 1 1,0 0 0,0-1 0,0 1 0,0 0 0,-2-3 0,-7-8 6,-1 0 0,0 1 0,-1 1 0,-1 0 0,1 1 0,-19-12 0,-1-1 12,-24-19 22,20 16 12,1-1 0,2-1-1,-39-43 1,67 65-41,0 0 0,0-1 1,1 0-1,-1 0 0,2-1 1,-1 1-1,1-1 0,0 0 0,1 1 1,0-1-1,0 0 0,1-1 1,0 1-1,0 0 0,1 0 1,0 0-1,0-1 0,3-14 1,-2 19-6,1 0 0,-1-1 0,1 1 0,0 0 0,0 0 0,0 0 0,0 0 0,1 0 0,-1 0 0,1 1 0,0-1 0,0 1 0,1 0 0,-1 0 0,0 0 0,5-2 0,9-7-42,1 2-1,25-11 0,-24 12-12,12-6-97,1 3-1,1 0 1,0 2-1,1 2 1,0 0 0,0 3-1,0 1 1,1 1-1,0 2 1,46 5 0,-69-3 108,0 1 0,0 1 0,0 0 0,0 1 0,-1 0 0,0 1 0,0 0 0,0 1 0,-1 0 0,1 0 0,-1 1 0,-1 1 0,0 0 0,0 0 0,0 1 0,-1 0 0,14 19 0,-9-9 4,-2 0-1,0 0 0,0 1 0,-2 0 1,-1 1-1,0 0 0,-2 1 0,8 41 1,-9-12 244,-1-1 0,-3 1 1,-5 54-1,2-95-63,1 0 0,-2 0 0,1 0 0,-1 0 0,-1 0 0,0 0 0,-5 8 0,9-17-115,-1 0 0,1-1 0,-1 1-1,1-1 1,0 1 0,-1 0 0,1-1-1,0 1 1,0-1 0,-1 1 0,1 0-1,0-1 1,0 1 0,0 0 0,0 0-1,0-1 1,0 1 0,0 0 0,0-1-1,0 1 1,0 0 0,1-1 0,-1 1-1,0 0 1,0-1 0,1 1 0,-1-1-1,0 1 1,1 0 0,-1-1 0,0 1-1,1-1 1,-1 1 0,2 0 0,19 5 412,-18-6-376,65 5 661,112-7 0,-105-6-589,0-3-1,119-34 1,-116 26-141,72-20-570,-55 12-3269,-59 14-3051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2.3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291 159 3577,'0'0'10222,"-19"-11"-9206,-57-35-432,74 45-543,1 0-1,-1 0 1,0 0-1,0-1 1,1 1-1,-1 0 1,1-1-1,-1 1 1,1-1-1,0 1 1,-1-1-1,1 0 1,0 1-1,0-1 1,0 0-1,1 0 1,-1 0-1,0 0 1,1 0-1,-1 0 1,0-3-1,1 4-47,0 0 0,1 0-1,-1 0 1,0 0 0,0-1-1,1 1 1,-1 0 0,0 0-1,1 0 1,0 0 0,-1 0-1,1 0 1,-1 0 0,1 0-1,0 0 1,0 0 0,0 0-1,-1 0 1,1 0-1,0 1 1,0-1 0,0 0-1,1 0 1,13-5-38,0 0 1,1 1-1,0 0 1,-1 1-1,21-2 0,3 2-393,45 0 0,-78 4 377,0 0-1,0 1 1,0-1 0,0 1 0,0 0 0,0 1-1,0-1 1,8 5 0,-11-5 30,-1 1 0,1 0 0,0 0-1,-1 0 1,1 0 0,-1 0 0,0 0 0,0 1-1,0-1 1,0 1 0,0-1 0,0 1 0,-1 0-1,1 0 1,-1 0 0,0 0 0,1 3 0,3 15-22,-2-1 0,0 1 0,-2 0 0,0 1 0,-1-1 1,-1 0-1,-6 29 0,4-32 59,-1 0 0,-1 0 0,-1-1 1,0 0-1,-15 29 0,-53 76 41,60-101-44,-149 205 101,72-104 61,60-83-103,10-11 68,-36 57 1,53-78-125,0 0 1,1 1-1,-1-1 0,2 1 1,-1 0-1,1 0 1,0 0-1,0 0 0,1 1 1,1-1-1,-1 0 0,1 1 1,2 11-1,-2-18-6,1 0 1,0-1-1,0 1 0,0-1 0,0 1 1,0-1-1,0 1 0,0-1 1,0 0-1,1 0 0,-1 1 0,0-1 1,1 0-1,-1 0 0,1 0 1,-1 0-1,1-1 0,0 1 0,-1 0 1,1-1-1,0 1 0,-1-1 1,1 0-1,3 1 0,50 3 46,-46-4-27,298 1-216,-280-2-789,1-1 0,-1-1 0,0-1 1,0-2-1,41-14 0,-29 5-3976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2.6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0 127 5457,'0'0'8306,"89"-24"-8386,0 12 200,17-7-80,7-1-40,6 4-664,35 0-873,-30 4-1431,-23 4-2817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3.0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148 0 4321,'0'0'11349,"-26"4"-11088,-81 12-533,245-16-2207,-135 0 2452,-1 0-1,0 0 0,1 1 1,-1-1-1,0 1 1,0-1-1,0 1 1,1 0-1,-1 0 0,0 0 1,0 0-1,0 0 1,0 1-1,-1-1 1,1 1-1,0-1 0,0 1 1,-1-1-1,1 1 1,-1 0-1,0 0 1,1 0-1,-1 0 0,0 0 1,0 0-1,0 0 1,0 0-1,-1 0 1,1 0-1,0 1 0,-1-1 1,1 3-1,1 11-9,-1 0 0,0 0 0,-2 29-1,0-15 56,0-16 18,0-1 0,-1 1 0,0-1 0,-2 1 0,1-1 0,-1 0 0,-10 21 0,-54 88 595,19-37-126,33-57-367,10-18-45,0 0-1,1 0 1,0 0 0,0 0-1,1 1 1,1 0-1,0 0 1,0 0 0,-1 13-1,4-24-90,0 0 0,0 0-1,0 1 1,0-1 0,0 0 0,0 0-1,0 0 1,0 1 0,0-1 0,1 0-1,-1 0 1,0 0 0,0 1 0,0-1-1,0 0 1,0 0 0,0 0 0,0 1-1,0-1 1,1 0 0,-1 0 0,0 0-1,0 0 1,0 0 0,0 1 0,1-1-1,-1 0 1,0 0 0,0 0 0,0 0-1,1 0 1,-1 0 0,0 0 0,0 0-1,0 0 1,1 0 0,-1 0 0,0 0-1,0 0 1,1 0 0,-1 0 0,0 0-1,0 0 1,0 0 0,1 0 0,-1 0-1,0 0 1,74 3-354,-1-4 0,124-17 0,-76-2-2671,-12-3-3728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3.8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60 6665,'0'0'7658,"255"-15"-7658,-149-1-40,1 0-240,-12 4-720,11 12-761,-28 0-1447,-25 0-2994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4.1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8 776,'0'0'12563,"361"-8"-12683,-159 8-576,-36 0-1001,-30 0-2648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7.7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137 92 3121,'0'0'11133,"-9"-15"-10609,-26-46-309,26 45-234,9 425-408,20-409 180,17 0 7,0 1 0,74 12 0,-99-10 195,1 0-1,-1 1 1,0 0 0,0 1-1,-1 0 1,0 1-1,0 0 1,0 1-1,0 1 1,-1-1-1,0 1 1,14 17-1,-19-20 29,-1 1-1,0 0 1,0 0-1,0 0 1,-1 0 0,0 1-1,0-1 1,-1 1-1,0 0 1,0 0-1,1 7 1,0 8 5,-2 0 1,0 27 0,-1-28 30,-1-14 8,1 1 0,-1-1 0,0 0-1,-1 1 1,0-1 0,0 0-1,0 0 1,-1 0 0,0 0 0,0-1-1,-1 1 1,-6 8 0,1-4 50,1-1 0,-1 0 0,-1-1 0,0 0 1,0 0-1,-18 10 0,7-6 76,-1-2 1,-1 0-1,1-1 1,-1-1-1,-1-1 1,0-2-1,-29 6 1,20-9 61,-59-1 1,56-2-274,35-4-1516,1 1 1357,1 1-1,-1 0 1,1-1 0,0 1-1,0 0 1,0 0-1,0-1 1,1 1-1,-1 0 1,0 0-1,1 0 1,-1 1 0,1-1-1,0 0 1,0 0-1,0 1 1,-1-1-1,2 1 1,-1 0-1,3-2 1,-2 1-71,33-26-2921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8.1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1 108 3713,'0'0'11002,"71"-36"-10714,6 20-16,12-3-128,6-5-136,-6 12-8,17 12-888,-29 0-1704,-17 28-3210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8.7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60 1040,'0'0'13539,"53"0"-13651,18 0 304,12 0-192,6-12-8,-6-4-440,12 0-832,-24 8-1569,-24 0-3296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9.2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291 0 832,'0'0'7862,"0"36"-6914,0-11-771,-1 2-23,1 0 0,1 1 0,2-1 0,0 0 0,2 0 0,1-1-1,14 40 1,-8-36-20,109 302 1252,-105-275-1161,-2-1 1,-3 2-1,-2-1 0,1 63 0,-10 78 450,0-188-643,-1 0 1,0 0-1,-1 0 1,0 0-1,-1 0 1,1-1-1,-2 1 0,0-1 1,0 0-1,-6 10 1,7-14 5,0 0 0,-1-1 1,0 1-1,0-1 1,0 0-1,0 0 0,-1 0 1,0-1-1,0 1 0,0-1 1,0 0-1,0-1 0,0 1 1,-1-1-1,1 0 1,-1 0-1,0-1 0,-6 2 1,-11-1 405,-47-1 0,38-2-260,18 1-122,1-1 1,-1-1-1,0 0 0,1-1 1,-1 0-1,1-1 1,0-1-1,0 0 0,-23-12 1,28 12-53,1 0 1,-1 0-1,1 0 0,0-1 1,0 0-1,1-1 0,0 1 1,0-1-1,0-1 0,1 1 1,0-1-1,1 0 1,-1 0-1,1 0 0,1 0 1,-4-11-1,4-1-69,0-1 0,1 1 0,1-36 0,2 39 18,-1 4-6,2 0-1,0 0 1,0 0 0,2 1 0,-1-1 0,1 1 0,1-1 0,0 2 0,1-1 0,0 0 0,1 1 0,1 0-1,-1 1 1,1 0 0,1 0 0,18-16 0,2 1-336,0 2 0,2 1 0,0 2 0,66-32 0,-89 48 170,23-11-2133,32-21 0,-25 8-3716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9.58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0 5217,'0'0'10154,"-12"108"-22652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4:59.9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255 0 5945,'0'0'3941,"-30"48"-2587,30-48-1354,-130 210 1015,117-189-855,1 2 0,1 0 0,1 0 0,2 1 0,0 0 0,1 0 0,1 1 0,-5 49 0,11-74-157,-9 212 684,9-199-656,0 1 12,1 0-1,0 0 1,1 0-1,0 0 1,1 0-1,0-1 1,9 23-1,-7-26-30,0-1 0,1 1 0,0-1-1,1 0 1,0 0 0,0-1 0,1 0-1,0 0 1,16 12 0,-14-13-6,-1 0-1,2-1 1,-1-1 0,1 1 0,-1-2-1,1 1 1,0-2 0,17 4 0,-6-3 5,1-1 0,-1-2 1,30-1-1,-41 0-29,0-1 1,0 0-1,-1-1 0,1 0 0,0-1 0,-1 0 0,0-1 1,0 0-1,0-1 0,0 0 0,-1 0 0,0-1 0,0 0 1,16-14-1,-19 13 3,0 1 0,0-1-1,0 0 1,-1-1 0,0 0 0,0 1 0,-1-1 0,0-1 0,-1 1 0,0-1-1,0 1 1,0-1 0,-1 0 0,-1 0 0,0 0 0,0 0 0,0 0 0,-2-10-1,1 16 23,0 0 0,-1-1 0,1 1 0,-1 0 0,0 0 0,0-1 0,0 1 0,-1 0 0,1 0 0,-1 0 0,1 0 0,-1 1 0,0-1 0,0 0 0,-1 1 0,-4-5 0,2 3 34,-1 0 1,1 0-1,-1 1 0,0 0 0,0 0 0,0 1 1,0-1-1,-8-1 0,-13-1 156,0 1 1,0 1-1,-36 1 0,52 1-159,-13 0 1,0 1 0,0 1 0,1 1 0,-37 8 1,52-8-56,0 1 0,0 0 0,1 0 0,-1 0 0,1 1 0,0 0 0,0 1 0,0 0 0,1 0 0,0 0 1,-1 0-1,2 1 0,-1 0 0,1 1 0,0-1 0,-8 15 0,9-13-208,0 0-1,0 0 1,1 0-1,0 0 1,1 1-1,0-1 1,0 1-1,0 0 1,1-1-1,1 1 1,0 0-1,0 0 1,0 0-1,1-1 1,1 1-1,-1 0 1,2-1 0,-1 1-1,1-1 1,0 0-1,6 11 1,-3-11-897,1-1 0,-1 1 0,1-1 1,14 10-1,-21-17 1110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00.6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1 727 1872,'0'0'12331,"15"3"-11926,77 7-222,187-6 0,-162-5-175,-86 1-22,106-3-172,-115 1 105,0 0 0,0-2 1,-1-1-1,24-7 0,-42 11 70,0-1 1,1 1-1,-1-1 1,0 0-1,0 1 1,0-1-1,0 0 1,-1-1-1,1 1 1,-1 0-1,1-1 1,-1 0-1,0 1 1,0-1-1,0 0 1,0 0 0,0 0-1,-1 0 1,1-1-1,-1 1 1,0 0-1,1-7 1,0-3 6,-1 1 1,0-1 0,-1 1 0,-1-1 0,-2-13 0,2 15-17,-1 1 0,-1 0 0,0 0 0,0 0 0,-1 0 1,0 0-1,-1 1 0,-10-17 0,-4-1-1,-34-36 1,32 40 7,2 0 0,-21-33 1,34 47-6,1 0 0,1-1 0,0 1 0,0-1 0,1 0 0,0 0 0,0 0 0,1 0 0,1 0 0,-1-18 0,2 24-29,0-1 1,1 1-1,0 0 1,0 0-1,0-1 1,0 1-1,0 0 1,1 0-1,0 0 1,0 0-1,0 1 1,0-1-1,1 0 1,-1 1-1,1 0 1,0-1-1,0 1 1,0 0 0,0 1-1,1-1 1,-1 1-1,1-1 1,6-2-1,6-3-117,0 1 0,1 1 0,0 0 0,27-4 1,-2 3-217,1 3 0,0 1 0,63 4 1,-95-1 360,0 2 0,0-1 0,0 1 0,0 1 0,0 0 0,-1 1 0,1 0 0,-1 0 0,0 1 0,0 1 0,-1 0 0,1 0 0,-1 0 0,-1 1 1,1 1-1,-1 0 0,14 17 0,-11-11 115,-1 1 0,0 1 0,-1 0 1,0 0-1,-2 0 0,0 1 0,-1 0 0,0 1 1,-1 0-1,2 24 0,2 58 1263,-4 120 0,-6-157-956,1-53-327,0-1 1,1 0 0,0 1-1,1-1 1,0 0 0,5 17-1,-5-23-49,-1 1-1,1-1 0,0 1 0,0-1 1,0 0-1,1 0 0,-1 0 0,1 0 1,-1 0-1,1-1 0,0 1 0,0-1 1,0 1-1,1-1 0,-1 0 0,0-1 1,1 1-1,-1-1 0,7 3 0,8 0 157,0-2 0,0 1 0,0-2 0,0 0-1,21-3 1,5 1 173,-3-2-164,-1-2 1,0-1-1,0-3 1,-1-1-1,49-20 1,-35 12-543,97-19 1,-75 26-1578,-27 9-2032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2.5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2086 74 3241,'0'0'8271,"-11"0"-4441,-13 0-2451,-1054 0-2025,1045 2 651,-1 0-1,1 3 0,0 1 0,-62 19 0,-125 59-10,165-61 5,27-11-10,0 2 0,1 1-1,1 1 1,1 1 0,0 1 0,1 1 0,1 1 0,1 1 0,1 1 0,1 1 0,-26 37-1,31-37 10,1 0-1,1 1 1,0 0-1,2 1 1,1 0-1,1 1 1,2 0-1,-7 36 1,6 4 47,3 129 1,5-141-35,-1-30-7,-1 0 0,-7 27 0,5-26 0,0 0-1,0 29 1,-2 72 72,0 88 81,7-210-156,-1 1-1,1 0 0,0-1 0,1 1 0,-1 0 0,1-1 0,-1 1 0,1-1 0,5 8 0,29 38-1,-23-34 0,6 7 1,1 0 0,1-2 0,1-1 0,1 0 0,1-2 0,1-1 0,0-1 0,1-1 0,41 18 0,-45-25 13,0-1-1,0-1 1,1 0-1,0-2 1,28 2-1,119-2 128,-126-5-144,56 1 36,595 12 87,-290-10-131,-212-4 8,-158 2-1,9 1-24,-1-2 1,1-1-1,52-12 1,15-7 17,-70 15-31,0-1 0,0-3 0,-1-1 0,48-22-1,-49 15 69,0-2 0,-2-2 0,0-1 0,-2-2-1,45-40 1,-55 43-21,50-32 0,-69 49-9,0 0 0,1-1 0,-2 1 0,1-1 1,-1-1-1,0 1 0,0-1 0,5-10 1,28-63 115,-31 62-118,0 2 14,-2-1 0,0 0 0,-1 0 0,-1 0 0,0-1 0,-1 1 0,-1-27 0,0 26-21,1 1 1,1-1 0,6-22-1,-5 23-8,0 0 0,-1-1-1,1-24 1,-4-394-115,-1 426 140,0 0 1,0 1-1,-1-1 1,0 1-1,-1 0 0,0 0 1,-8-17-1,-38-61-9,10 20 4,29 46-28,-2 0 1,0 1-1,-1 0 0,0 1 0,-2 0 0,-1 1 1,0 1-1,-1 1 0,0 0 0,-2 1 0,0 1 1,0 1-1,-1 0 0,-1 2 0,0 0 1,-34-11-1,-15 2 172,-116-17 1,63 14 26,108 20-159,-230-41 167,198 39-104,-1 1 1,0 3-1,-59 5 1,93-2-102,-1 2 0,1-1 0,0 2 1,0 0-1,1 1 0,-1 0 0,1 1 0,1 0 0,-1 1 1,1 0-1,1 1 0,0 1 0,-15 14 0,3 2-851,0 0 0,2 1-1,1 1 1,-26 46-1,20-20-4016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4.0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79 6617,'0'0'5904,"35"-12"-6006,120-39-2,-141 47 76,1 1 0,-1 0 1,0 1-1,1 0 1,0 1-1,-1 1 0,1 0 1,0 1-1,23 5 1,-31-5 6,1 1 0,-1 0 1,0 0-1,0 1 1,0 0-1,0 0 0,-1 0 1,1 1-1,-1 0 1,0 0-1,0 1 0,0 0 1,-1 0-1,0 0 1,0 1-1,0 0 0,0 0 1,-1 0-1,0 0 1,-1 1-1,1-1 0,-1 1 1,0 0-1,-1 0 1,3 10-1,1 11 66,-1 1 0,-2 0 1,-1 0-1,-1 0 0,-3 32 1,0-38-11,-1 0 0,-1 0 0,0-1 1,-2 1-1,-1-1 0,-1 0 1,-11 22-1,-86 142 167,74-135-186,-18 26 0,-39 68 276,79-127-244,0 0 1,2 1-1,0 0 0,1 0 1,1 1-1,-3 23 0,7-38-47,0 23 0,0-27-1,1 0 0,1 0 0,-1 0 0,0 0 0,0 0 0,0 0 0,0 0 0,1 0 0,-1 0 0,1 0 0,-1 0 0,0-1 0,1 1 0,-1 0 0,1 0 0,0 0 0,-1-1 0,1 1 0,0 0 0,-1-1 0,1 1 0,0 0 0,0-1 0,0 1 0,1 0 0,18 2 21,0 0 1,0-1 0,0-1 0,0-1-1,0-1 1,28-5 0,-18 2-36,0-3 0,0 0 0,-1-2 0,0-1 0,33-16 1,130-76-2904,-136 68-50,-13 2-1933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4.4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0 151 3529,'0'0'8570,"344"-115"-8570,-208 99-304,-23 4-1273,-24 4-2768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4.76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80 143 2897,'0'0'9039,"-13"36"-8380,-38 118-181,47-140-397,0 0-1,1 1 0,-1 15 0,4-23-24,0-1-1,0 0 1,1 0 0,3 12 0,-4-16-43,1 2-5,1-1 1,-1 1 0,1-1 0,0 0-1,-1 0 1,2 1 0,-1-1 0,0 0-1,0-1 1,1 1 0,0 0 0,0-1-1,-1 0 1,1 1 0,1-1 0,-1 0-1,0 0 1,0-1 0,1 1 0,-1-1-1,1 0 1,-1 0 0,1 0 0,6 1-1,1 0-10,0 0 0,1-1-1,-1-1 1,1 0 0,-1 0 0,22-4-1,-23 2 4,-1-1-1,0-1 0,1 1 0,-1-2 1,0 1-1,-1-1 0,1 0 1,-1-1-1,0 0 0,0 0 0,-1-1 1,0 0-1,0 0 0,-1-1 0,0 1 1,0-2-1,0 1 0,4-11 1,-2 4 20,0-1 1,-1-1-1,-1 1 0,-1-1 1,0 0-1,-2-1 1,1 1-1,-2-1 1,0-22-1,-1 31 16,-1-1 1,-1 1-1,0 0 0,0 0 0,-1 0 0,0 0 0,0 0 0,-8-16 1,7 19 16,-1 1 1,1 0 0,-1 0-1,0 0 1,-1 0 0,1 1 0,-1-1-1,0 1 1,0 1 0,0-1-1,0 1 1,-1-1 0,-6-2 0,-4-1 50,0 1 0,0 0 0,-1 1 0,1 1 0,-1 1 0,0 0 0,0 1 0,-28 0 0,42 2-136,0 0-1,0 0 1,0 1 0,0-1-1,0 1 1,0 0 0,0-1-1,0 1 1,1 1-1,-1-1 1,0 0 0,1 1-1,-1-1 1,1 1 0,-1 0-1,1 0 1,0 0-1,0 0 1,0 0 0,0 0-1,0 0 1,0 1 0,0-1-1,1 1 1,-2 3 0,-2 6-424,1 0 1,0-1-1,1 1 1,0 1-1,0 12 1,0 32-3556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5.9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1 3977,'0'0'8939,"-28"0"-3864,385 0-5205,-279 0-3038,-1 0-3478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6.3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4913,'0'0'7562,"362"16"-7562,-185-16-136,-29 0-1177,-23 0-2567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6.9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279 204 1584,'0'0'13802,"-36"-4"-13343,-113-19-387,146 23-79,0 0-1,0-1 1,0 0 0,0 0 0,1 0 0,-1 0-1,0 0 1,1 0 0,-1-1 0,1 1 0,-1-1-1,1 0 1,0 1 0,-1-1 0,1 0-1,0-1 1,0 1 0,1 0 0,-1 0 0,0-1-1,1 1 1,-1-1 0,1 0 0,0 1 0,0-1-1,0 0 1,0 0 0,1 0 0,-1 1 0,1-1-1,0 0 1,-1-3 0,0-3-61,-1-61-321,2 48 225,0 22 157,0-1-1,0 1 1,0 0 0,0 0-1,0 0 1,0-1 0,0 1-1,-1 0 1,1 0 0,0 0-1,0-1 1,0 1 0,0 0-1,0 0 1,0 0 0,0-1 0,0 1-1,0 0 1,0 0 0,1-1-1,-1 1 1,0 0 0,0 0-1,0 0 1,0-1 0,0 1-1,0 0 1,0 0 0,0 0-1,1 0 1,-1-1 0,0 1 0,0 0-1,0 0 1,0 0 0,1 0-1,-1 0 1,0 0 0,0-1-1,0 1 1,1 0 0,-1 0-1,0 0 1,0 0 0,0 0-1,1 0 1,-1 0 0,0 0 0,0 0-1,0 0 1,1 0 0,-1 0-1,0 0 1,0 0 0,0 0-1,1 0 1,-1 0 0,0 0-1,0 0 1,1 0 0,-1 1-1,4-1-140,1 1 60,-1 0-1,1 1 1,-1-1-1,1 1 1,-1 0-1,0 0 1,0 1-1,0-1 1,0 1-1,0 0 1,0 0-1,-1 0 1,1 1-1,-1-1 1,4 7-1,5 6-86,-1 0-1,16 30 0,-14-18 144,-2 1-1,0 1 0,-2-1 1,-1 2-1,-1-1 0,4 57 1,-7-6 51,-7 115 0,1-175 22,0 1 1,-1-1-1,-2 1 1,-11 35 0,12-48 34,1 1 0,-1-1 0,-1 0 0,0-1 0,0 1 0,-1-1 0,0 0 1,0 0-1,-1-1 0,0 0 0,0 0 0,-11 7 0,13-11 44,-1 0 0,1-1 0,-1 0-1,0 0 1,1 0 0,-1-1 0,0 0-1,0 0 1,0 0 0,0-1 0,0 0 0,0 0-1,-1 0 1,1-1 0,-6-1 0,11 1-130,0 1 1,0-1-1,0 0 1,0 1 0,0-1-1,-1 0 1,1 0 0,0 0-1,1 0 1,-1 0-1,0 0 1,0 0 0,0 0-1,1 0 1,-1 0 0,0 0-1,1 0 1,-1-1-1,1 1 1,-1 0 0,1 0-1,0-1 1,0 1 0,-1 0-1,1-1 1,0 1-1,0 0 1,0-1 0,1-1-1,15 2-527,20 2 416,0 1 1,-1 2-1,0 1 1,38 11-1,79 20-921,-129-32-21,-1-2 0,1 0 0,0-1 0,40-4 0,-20-7-4218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7.7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3 1640,'0'0'7626,"0"-1"-7621,-1 1-1,1 0 1,0 0-1,0 0 1,-1-1 0,1 1-1,0 0 1,0 0-1,-1 0 1,1 0 0,0-1-1,0 1 1,-1 0 0,1 0-1,0 0 1,-1 0-1,1 0 1,0 0 0,-1 0-1,1 0 1,0 0-1,0 0 1,-1 0 0,1 0-1,0 0 1,-1 0-1,1 0 1,0 1 0,-1-1-1,1 0 1,0 0-1,0 0 1,-1 0 0,1 0-1,0 1 1,0-1 0,-1 0-1,1 0 1,0 1-1,0-1 1,0 0 0,0 0-1,-1 1 1,1-1-1,0 1 1,-1 28 288,1-1 0,2 1 1,1 0-1,1 0 0,12 40 0,4-10 12,43 147 379,-54-169-605,-1 1 0,-3 0 1,2 62-1,-7-84-140,-1 28 242,1-43-216,0 0-1,0 0 1,0 0 0,0 0 0,0 0 0,0 0-1,0 0 1,0 0 0,0 0 0,1-1 0,-1 1-1,0 0 1,1 0 0,-1 0 0,0 0-1,1 0 1,-1-1 0,1 1 0,0 0 0,-1 0-1,1-1 1,-1 1 0,1 0 0,0-1 0,0 1-1,-1-1 1,1 1 0,0-1 0,1 1-1,9-1-2261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8.1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24 5569,'0'0'5689,"403"0"-5689,-266-8-976,-19-8-2088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8.5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1 2865,'0'0'5077,"7"36"-4708,-4-19-320,7 34 164,1-1 0,3 0 1,32 78-1,33 42 702,86 208 1081,-146-323-1671,-1 2 0,-4 0 0,-1 0 1,8 115-1,-20-80 179,-1-91-488,0 0 1,0 0-1,-1 0 1,1 1 0,0-1-1,-1 0 1,1 0-1,0 0 1,-1 0-1,0 0 1,1 0-1,-1-1 1,1 1 0,-1 0-1,0 0 1,0 0-1,1 0 1,-1-1-1,0 1 1,0 0 0,0-1-1,0 1 1,0-1-1,0 1 1,0-1-1,0 1 1,0-1-1,0 0 1,0 0 0,0 1-1,0-1 1,0 0-1,0 0 1,-2 0-1,-47-1 509,36-1-445,0 0-64,1-1 1,-1 0-1,1-1 1,-1 0-1,1-2 1,1 1-1,-1-1 1,1-1-1,0 0 1,0-1-1,1-1 1,0 1-1,1-2 1,-11-10-1,6 4-72,0-1-1,2 0 0,-1 0 1,2-2-1,1 1 0,0-2 1,1 1-1,-10-31 0,15 32 41,1 0 0,1-1 0,0 0 0,2 1 0,0-1 0,1 0 0,1 0 0,4-27 0,-3 40 1,-1 1 1,1-1-1,0 1 0,1-1 0,0 1 0,-1 0 0,2 0 0,-1 0 1,0 0-1,1 0 0,5-4 0,6-5-99,31-23 0,-35 29 65,12-8-248,1 2 0,1 0 0,26-10 0,24-13-3206,-42 13-1117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8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5369,'0'0'4705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19.94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1 121 4641,'0'0'9305,"23"-18"-9215,7-7-110,42-25 0,-64 45 8,1 1-1,-1 1 1,0-1 0,1 2-1,0-1 1,0 1-1,0 0 1,0 1-1,0 0 1,0 1 0,0-1-1,13 3 1,3-2-29,-18 0 21,0 0 0,1 1 1,-1 0-1,1 0 1,-1 0-1,0 1 1,0 0-1,0 1 1,12 5-1,-15-6 11,-1 1 0,1-1 0,-1 1 0,1 0 0,-1 0 0,0 0 0,0 1 0,0-1 0,0 1 0,-1-1 0,0 1 0,1 0 0,-1 0 0,-1 0 0,1 0 0,-1 1 0,2 4 0,0 9 24,-1 1 0,-1 0 0,0 0 0,-2 0 1,-2 20-1,3-37-12,-2 12 23,-1 0 0,0 0 1,-1-1-1,0 1 0,-1-1 1,0 0-1,-2 0 1,1 0-1,-17 22 0,-5 3 121,-56 56-1,76-85-119,-6 6 48,-1-1 0,0 0 1,-23 16-1,37-29 115,10-1-335,0 1 60,0 0 0,1 1-1,-2 0 1,16 6 0,-3-2 63,-14-4 20,161 53-14,-150-48 10,-1 1 0,1 1 0,-2 0 0,1 1 0,-1 1 0,28 24 0,-40-30 8,-1-1 0,1 1-1,-1-1 1,0 1 0,0 0 0,-1 0 0,0 1-1,1-1 1,-2 0 0,1 1 0,-1-1 0,0 1-1,0-1 1,0 1 0,-1 0 0,1-1 0,-2 1-1,1 0 1,-1 6 0,0-9 15,0 0-1,1 0 1,-1 0 0,0-1 0,0 1 0,-1 0-1,1 0 1,-1 0 0,1-1 0,-1 1-1,0-1 1,0 1 0,0-1 0,0 0-1,0 0 1,0 0 0,-1 0 0,1 0-1,-1 0 1,0-1 0,1 1 0,-1-1-1,-3 2 1,-9 2 86,-1 1 0,1-2 0,-21 4 0,27-6-59,-51 6 152,-2-2 0,-100-3 0,114-3-202,34-2-61,11-4-332,4 5 265,0-1-1,0 1 1,1-1 0,-1 1 0,1 0 0,-1-1-1,1 1 1,-1 0 0,1 0 0,0 0 0,0 0-1,1 0 1,55-19-4023,7 0-253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20.7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0 835 4441,'0'0'9651,"41"2"-9511,-23-1-123,293 8 334,-217-8-289,1-5 0,102-16 0,-146 11-69,-29 7-14,0-2 0,0 0-1,0-1 1,-1-2-1,0 0 1,22-11 0,-41 16 37,1 0 1,-1 0-1,0 0 0,0 0 1,0 0-1,0 0 0,0-1 1,0 1-1,0-1 1,-1 0-1,0 1 0,1-1 1,-1 0-1,0 0 0,0 0 1,0 0-1,-1 1 1,1-1-1,-1 0 0,1-5 1,-1 0 65,0 0 1,0 1-1,-1-1 1,0 0-1,0 0 1,-1 1-1,-2-9 1,-3 3-65,0 0 1,0 1-1,-2-1 1,1 2-1,-1 0 1,-1 0-1,0 0 1,-12-9-1,14 12-16,-180-152-92,121 107-13,-87-88 0,143 129 48,0-1-1,-13-19 1,21 28 26,1 1 1,1 0 0,-1-1 0,0 1 0,1-1-1,0 1 1,0-1 0,0 0 0,0 0 0,0 0 0,1 1-1,0-1 1,-1 0 0,2 0 0,0-7 0,-1 10 10,0-1 1,1 1 0,-1 0 0,0 0 0,1 0-1,-1 0 1,1 0 0,0 0 0,-1 0 0,1 0 0,0 0-1,0 1 1,-1-1 0,1 0 0,0 0 0,0 1 0,0-1-1,0 0 1,0 1 0,0-1 0,0 1 0,0-1-1,0 1 1,1-1 0,13-3-198,-1 0 1,0 1-1,1 0 0,29-1 1,70 4-462,-54 1 463,122 5-274,-154-3 387,0 1-1,0 1 1,0 2-1,37 14 1,-42-12 62,0 1-1,-1 1 1,0 1 0,0 1 0,-1 1 0,-1 1 0,25 23 0,-34-27 57,-1 1 1,0 0 0,-1 0-1,0 1 1,-1 0 0,0 1 0,-1-1-1,-1 1 1,0 1 0,-1-1-1,0 1 1,-1 0 0,2 18-1,0 40 615,-3 118-1,-4-104 18,-5 191 1251,6-277-1891,0 1 0,0-1 0,0 1 0,0-1 0,1 1 0,-1-1 1,0 1-1,1-1 0,-1 0 0,1 1 0,0-1 0,-1 0 0,1 1 0,0-1 0,0 0 0,0 0 0,0 0 0,0 0 1,0 0-1,0 0 0,0 0 0,0 0 0,1 0 0,-1 0 0,0 0 0,1-1 0,-1 1 0,0-1 0,4 2 1,3-1 54,-1 1 1,1-1 0,0 0-1,13-1 1,-8 0 23,52 0 205,0-4 0,-1-2-1,1-3 1,118-32 0,12-14-538,114-30-2915,-168 52-1519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21.0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10802,'0'0'8122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27.9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67 102 1880,'0'0'12432,"-11"-4"-12198,-32-12-210,42 15-30,0 1 1,1-1-1,-1 1 1,0 0-1,0-1 1,1 0-1,-1 1 1,0-1 0,1 1-1,-1-1 1,1 0-1,-1 1 1,1-1-1,-1 0 1,1 1-1,-1-1 1,1 0-1,0 0 1,-1 0-1,1 1 1,0-1-1,0 0 1,-1 0-1,1 0 1,0 0-1,0 0 1,0 1 0,0-1-1,0 0 1,0 0-1,1 0 1,-1 0-1,0 0 1,0 1-1,1-1 1,-1 0-1,0 0 1,1 0-1,-1 1 1,1-1-1,-1 0 1,1 0-1,-1 1 1,1-1-1,-1 1 1,1-1 0,1-1-1,17-5-87,0 0 0,1 1 0,-1 1 0,1 0 0,0 2 0,31-2 0,1 0-602,0 3 1,94 7-1,-137-4 608,0 1 0,0 0 0,0 0 1,-1 1-1,1 0 0,-1 1 0,0 0 1,1 0-1,-2 1 0,1 0 0,0 0 0,-1 1 1,0-1-1,-1 2 0,1-1 0,-1 1 1,0 0-1,-1 0 0,1 1 0,-2-1 0,1 1 1,-1 1-1,0-1 0,-1 0 0,1 1 1,-2 0-1,3 14 0,-2 3 74,-1 0 0,-2 0 0,-1 0 0,0-1 0,-2 1 0,-1 0 0,-2-1 0,0 0 0,-1 0 0,-2 0 0,-16 33 0,-46 71 447,-130 181 1,143-227 436,48-67-582,0 0 0,-15 31-1,23-42-264,0 0-1,0 0 0,0 1 0,1-1 0,0 1 0,0-1 0,1 1 0,-1-1 0,1 1 0,0-1 0,1 1 0,-1-1 0,1 1 0,2 7 1,-3-12-27,1 0 1,-1 0-1,1 0 1,-1 0 0,1 0-1,0 0 1,-1-1-1,1 1 1,0 0 0,0 0-1,0 0 1,0-1-1,-1 1 1,1 0 0,0-1-1,0 1 1,0-1-1,0 1 1,2 0 0,11 3-16,0 0 1,0 0 0,1-2-1,-1 0 1,1 0 0,15-1-1,97-4-40,-106 2 51,8-2-421,-1-2 1,0-1-1,0 0 1,-1-3-1,0 0 1,-1-1-1,0-2 1,38-22-1,-20 6-3299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28.2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0 223 2921,'0'0'7041,"391"-83"-7033,-266 47-8,47-8-592,-36 9-1464,-24 11-3722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28.7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0 824,'0'0'7280,"0"37"-6473,0 122-279,2-106-17,1 0-1,3-1 1,2 1-1,24 82 1,-7-31 137,-22-74-494,2 7 77,-2 1 766,-3-33-1007,-1-1-1,1 0 1,0 0 0,1 0-1,-1 1 1,1-1 0,0 0-1,0 0 1,0 0 0,2 5-1,-3-9-34,1 1 0,-1-1 0,0 1 0,1-1 0,-1 1 0,0-1 0,1 0 0,-1 1 0,1-1 0,-1 0 0,0 1 0,1-1 0,-1 0 0,1 1 0,-1-1 0,1 0 0,-1 0 0,1 0 0,0 1 0,-1-1 0,1 0 0,-1 0 0,1 0 0,-1 0 0,1 0 0,-1 0 0,1 0 0,-1 0 0,1 0 0,0 0 0,-1 0 0,1-1 0,-1 1 0,1 0 0,-1 0 0,1-1 0,-1 1 0,1 0 0,-1 0 0,1-1 0,-1 1 0,0 0 0,1-1 0,-1 1 0,1-1 0,-1 1 0,0-1-1,1 0 1,13-24-3405,-2-6-2233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29.0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56 800,'0'0'7458,"326"-16"-7338,-255 4-120,12-4-680,-18 4-1297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29.3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51 1816,'0'0'6692,"8"39"-5914,31 119-203,-38-154-555,0 0 1,1 0-1,-1 0 1,1 0-1,0 0 1,1 0-1,-1 0 1,1 0-1,-1-1 1,1 0-1,0 1 1,0-1-1,1 0 1,-1 0-1,0-1 1,1 1 0,0-1-1,5 3 1,-3-3-6,0 0 1,0-1 0,0 0-1,1 0 1,-1-1 0,0 1-1,1-1 1,7-1 0,3 0-23,-8 1-4,1 0 0,-1 0 0,0-1 1,1-1-1,-1 0 0,0 0 0,0 0 0,0-1 1,9-5-1,-14 5 22,1 0 0,0 0 0,0 0 1,-1-1-1,0 0 0,0 0 1,0 0-1,0 0 0,-1-1 0,1 0 1,-1 1-1,-1-1 0,1 0 0,0 0 1,2-10-1,-2 5 59,0 0 1,-1-1-1,0 1 1,0-1-1,-2 1 0,1-22 1,-2 28-1,1-1 0,0 0 0,-1 0 1,0 0-1,0 1 0,0-1 0,-1 0 0,0 1 1,1-1-1,-2 1 0,1 0 0,0 0 0,-1 0 1,0 0-1,0 0 0,0 0 0,-4-3 0,-4 0 18,-1 1 0,0 0 0,-1 0 0,1 1 0,-1 1 0,0 0 0,0 1 0,0 1 0,-1-1 0,1 2 0,0 0 0,-1 1-1,1 0 1,-1 1 0,-13 3 0,23-3-173,-1 0 1,1 0-1,0 1 0,-1-1 0,1 1 1,0 0-1,0 0 0,0 1 0,1-1 1,-1 1-1,1 0 0,-1 0 0,1 0 1,0 1-1,0-1 0,0 1 0,1-1 1,-1 1-1,1 0 0,0 0 0,0 0 1,0 0-1,-1 6 0,-1 3-806,0 0 0,1 1 0,1 0 0,0 0 0,0 27 0,2-19-2068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29.79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1192,'0'0'5705,"113"242"-4400,-60-127-169,6 4 32,-6 8-296,-5-4-359,-1-4-201,-11-16-136,-1-15-112,1-21-64,5-31-440,-11-20-1601,-12-16-2416</inkml:trace>
  <inkml:trace contextRef="#ctx0" brushRef="#br0" timeOffset="1">191 600 1872,'0'0'3473,"397"-79"-3473,-297 51-3025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30.5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6305,'0'0'9202,"18"0"-9554,47 0 352,18-16 72,11 4 96,1-3-160,6 7-8,-6 0-296,23 4-856,-29 4-1377,-18 0-3264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30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84 6481,'0'0'5938,"403"-35"-5946,-261 11-1193,-12 0-1887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32.4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1 254 4201,'0'0'7826,"5"-37"-7594,1-9-77,15-56 0,-20 98-145,0 1-1,1-1 1,-1 1-1,0 0 1,1 0-1,0 0 1,0 0-1,0 0 1,0 0-1,0 0 1,1 1-1,-1-1 1,1 1-1,-1-1 1,1 1-1,0 0 1,0 0-1,0 0 1,0 1-1,1-1 1,-1 1-1,0 0 1,1 0-1,-1 0 1,0 0-1,1 0 1,0 1-1,-1-1 1,1 1-1,6 1 1,2-2 2,14-2-11,0 1 1,-1 1-1,1 2 0,0 0 0,37 8 1,-55-7-2,0 0 0,0 0 0,-1 1 0,1 0 0,-1 0-1,1 0 1,-1 1 0,0 1 0,-1-1 0,1 1 0,-1 0 0,0 0 0,0 1 0,0 0 0,-1 0 0,0 0 0,0 1 0,-1-1 0,0 1 0,0 1 0,5 11 0,-4-2 24,-1 0 1,-1 1 0,0-1-1,-1 1 1,-1-1 0,-1 1-1,0 0 1,-1-1 0,-1 1-1,-1-1 1,0 1 0,-2-1-1,0 0 1,0-1 0,-13 25 0,-27 38 41,-3-2 1,-63 76 0,-19 28 121,127-177-170,1 0-1,-1 0 1,0 1 0,1-1 0,0 1 0,0-1 0,1 1 0,-1 0 0,1-1 0,0 1 0,0 0 0,0 9 0,1-13-20,0-1 0,0 1 0,0-1-1,0 0 1,0 1 0,0-1 0,0 0 0,0 1 0,0-1 0,0 0 0,0 1-1,1-1 1,-1 0 0,0 1 0,0-1 0,0 0 0,1 1 0,-1-1 0,0 0-1,0 1 1,1-1 0,-1 0 0,0 0 0,1 0 0,-1 1 0,0-1 0,1 0-1,-1 0 1,0 0 0,1 0 0,0 1 0,8 2-18,1 1 0,0-2-1,0 1 1,0-1 0,0-1 0,17 1 0,74-3 18,-46 0-6,-8 0-229,0-1 0,59-11 0,-73 6-1422,61-21 0,-42 7-2047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32.7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80 4537,'0'0'5449,"5"0"-5449,37 0 280,11 0-24,12 0-96,18-8-152,12-4-8,36-7-616,-19-1-2000,-11 0-4842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33.2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156 205 1776,'0'0'7087,"6"23"-6313,21 71-217,-26-92-536,-1 0-1,1 0 1,0 0-1,-1 0 0,1 0 1,0 0-1,0-1 1,1 1-1,-1 0 1,0-1-1,0 1 1,1-1-1,-1 1 1,1-1-1,-1 0 0,1 0 1,0 1-1,-1-1 1,1 0-1,0-1 1,0 1-1,0 0 1,0 0-1,0-1 1,0 1-1,0-1 0,0 0 1,0 1-1,0-1 1,0 0-1,0 0 1,0 0-1,0-1 1,0 1-1,0 0 1,2-1-1,10-1 93,-10 2-80,0 0 1,0 0-1,0-1 1,0 1-1,0-1 1,0 0-1,-1 0 1,1 0-1,0-1 1,-1 1-1,1-1 1,-1 0-1,1 0 1,-1 0 0,0-1-1,0 1 1,0-1-1,0 0 1,0 0-1,-1 0 1,1 0-1,-1 0 1,0 0-1,0-1 1,0 1-1,0-1 1,-1 1-1,3-8 1,0-6 121,0 0 0,-1 0 0,-1 0 0,0 0 0,-2-24-1,0 35-100,0 1-1,-1 0 0,1 0 0,-1 0 0,0 1 0,-1-1 0,1 0 0,-1 0 0,0 1 0,0-1 0,0 1 0,-1-1 1,0 1-1,0 0 0,-3-4 0,0 2 28,0 0 1,0 1-1,-1 0 0,1 0 1,-1 1-1,0-1 1,-1 2-1,-11-6 0,-3 2 48,-1 0-1,0 1 1,0 2-1,-1 0 1,-36 0-1,43 3-104,12 0-62,1 1-1,-1-1 1,0 1-1,0 1 1,0-1-1,0 1 1,1-1-1,-7 3 1,9-2-12,1 0 0,-1 0 0,0 1 1,1-1-1,-1 0 0,1 1 0,0-1 1,-1 1-1,1-1 0,0 1 0,0 0 1,0 0-1,0-1 0,0 1 0,0 0 1,1 0-1,-1 0 0,1 0 0,-1 0 1,1 0-1,0 0 0,0 0 0,0 3 1,-3 21-969,2-1 0,1 1 0,6 40 0,-3-53-284,0 1 1,10 20-1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34.2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54 33 1568,'0'0'10016,"-8"-8"-9628,5 6-398,-22-17 14,25 19-11,0-1-1,-1 1 0,1 0 0,0-1 1,-1 1-1,1 0 0,0 0 0,-1-1 1,1 1-1,-1 0 0,1 0 0,0 0 1,-1 0-1,1-1 0,-1 1 1,1 0-1,0 0 0,-1 0 0,1 0 1,-1 0-1,1 0 0,-1 0 0,1 0 1,0 0-1,-1 1 0,1-1 0,-1 0 1,1 0-1,0 0 0,-1 0 1,1 0-1,-1 1 0,1-1 0,0 0 1,-1 0-1,1 1 0,0-1 0,-1 0 1,1 1-1,0-1 0,0 0 0,-1 1 1,1-1-1,0 0 0,0 1 1,0-1-1,-1 1 0,1-1 0,0 0 1,0 1-1,0-1 0,0 1 0,0-1 1,0 0-1,0 1 0,0-1 0,0 1 1,0-1-1,0 1 0,0 0 0,0 16-83,11 283 122,19 28 165,-29-272-666,-1-36-2791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34.6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1 172 4113,'0'0'7890,"278"-56"-8347,-148 28 377,-5 0-184,5 1-896,-29 7-1376,-30 8-2706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0.9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457 8 2785,'0'0'12678,"-3"-2"-11872,0 1-746,0 0 0,-1 0 1,1 0-1,-1 0 1,1 1-1,0 0 0,-1-1 1,1 1-1,-1 0 0,1 1 1,-1-1-1,1 1 0,-1-1 1,1 1-1,-1 0 0,1 0 1,0 1-1,0-1 0,-6 4 1,-5 3-138,1 1 0,1 1 0,-15 13 0,20-16 135,-20 19-66,1 1-1,1 1 0,2 1 0,1 2 1,1 0-1,1 1 0,2 1 1,2 1-1,1 0 0,-15 50 0,12-20 2,3 2-1,3 0 1,3 0-1,-1 135 1,10-176 8,5 154-18,-2-150 6,1 0 0,2-1 0,1 1-1,11 31 1,20 33-12,3-3 0,4-1 0,4-2 1,4-2-1,3-3 0,98 109 0,-154-191 47,1 1 1,-1 0-1,1-1 0,0 1 1,-1 0-1,1-1 0,-1 1 1,1-1-1,0 1 0,-1-1 1,1 1-1,0-1 0,0 0 0,0 1 1,-1-1-1,1 0 0,0 1 1,1-1-1,-2 0-123,1-1-1,-1 1 1,1 0-1,-1-1 1,0 1-1,1 0 1,-1-1-1,0 1 1,0-1-1,1 1 1,-1 0-1,0-1 1,0 1-1,0-1 1,1 1-1,-1-1 1,0 1-1,0-1 1,0 1-1,0-1 0,0 1 1,0-1-1,0 1 1,0-1-1,0 1 1,0-2-1,0-16-3758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1.7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49 5433,'0'0'6335,"11"-8"-6473,-4 3 135,1 0-1,-1 0 0,1 1 0,-1 1 1,1-1-1,0 1 0,0 0 0,1 1 0,-1 0 1,1 1-1,-1-1 0,10 1 0,-1 1 11,-1-1-6,1 1 1,-1 1-1,0 1 1,23 5-1,-34-6-4,0 1-1,0 0 1,0 0 0,0 0-1,0 1 1,-1 0 0,1 0-1,-1 0 1,0 0-1,1 1 1,-1 0 0,-1-1-1,1 2 1,-1-1 0,0 0-1,1 1 1,2 7-1,-1 0 24,-1 0 0,-1 0 0,0 0 0,-1 1 0,0-1 0,-1 1 0,0-1-1,-1 1 1,-1 13 0,0 2 42,1-9-42,-1 1 0,-1-1 1,-1 1-1,-1-1 1,0 0-1,-2 0 0,0-1 1,-1 1-1,-14 26 1,-23 36 122,-4-1 0,-70 91 0,114-167-124,1 0 1,0 0-1,0 0 1,0 0-1,1 1 1,-1-1-1,1 1 0,0 0 1,1 0-1,-1-1 1,1 1-1,0 0 0,0 1 1,0-1-1,1 8 1,0-12-28,1-1 1,-1 1 0,1 0 0,-1-1-1,1 1 1,-1 0 0,1-1 0,0 1-1,-1 0 1,1-1 0,0 1 0,-1-1-1,1 1 1,0-1 0,0 0 0,-1 1-1,1-1 1,0 0 0,0 1 0,0-1-1,0 0 1,-1 0 0,1 0-1,0 0 1,0 0 0,0 0 0,0 0-1,1 0 1,34 0-57,-28 0 36,22 0-64,0-1 1,0-2-1,-1 0 0,1-2 1,-1-2-1,0 0 0,39-17 1,92-48-3202,-104 39-804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2.0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60 3121,'0'0'9066,"291"-15"-8946,-202 3-120,35 0-384,-23 0-1105,-18 4-3112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2.6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0 425 4201,'0'0'6581,"37"-32"-6351,114-109-130,-143 133-93,-1 1 0,1-2 0,-1 1 0,-1-1 0,0 0 0,0 0 0,0-1 0,-1 1 0,-1-1 0,0 0 0,0-1 0,3-15 0,-3 11-9,-1 2 3,-1-1 0,0 0 0,-1 0 0,0-23 0,-1 28 5,0 9-272,0 20-1941,3 45 1771,17 94 0,-10-92 389,4 101 1,-14-164 41,-1 0 0,1 0 1,-1 0-1,0 0 0,0 0 1,0 0-1,0 0 0,-1 0 1,0 0-1,0-1 0,0 1 1,0-1-1,0 1 0,-1-1 1,1 0-1,-1 0 1,0 0-1,0 0 0,0-1 1,-1 1-1,1-1 0,0 0 1,-1 0-1,-4 2 0,-10 5 104,-2-2-1,1 0 1,-35 8-1,5-2 689,35-7 512,25-4-588,1-1-930,217 4 500,-131-6-341,-47 0-876,1-1-1,84-16 0,-44-5-3726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3.3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 0 5729,'0'0'6203,"-3"42"-6092,-1-2-60,1-12 2,1 0 0,1 1 0,1-1 0,1 1 0,2-1 0,1 1 1,13 45-1,5 6 142,186 721 365,-207-798-1287,0-7 112,-2-16-648,1 6-25,0-28-4148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3.6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0 3449,'0'0'4187,"-1"42"-2880,-3 141-80,3-149-930,2 0 1,2 0-1,1 0 0,2 0 1,1-1-1,12 35 0,0 1 109,147 614 2552,-165-678-2940,2 8 31,0 0-1,-1 0 1,0 1-1,-1 17 0,17-30-2767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4.47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1 134 2921,'0'0'6156,"31"-21"-6208,102-67-74,-126 84 111,0 1-1,0 0 0,1 0 1,-1 0-1,1 1 0,0 0 1,-1 0-1,1 1 1,0 0-1,0 0 0,0 1 1,0 0-1,0 1 0,9 1 1,1 0 15,-12-2 5,0 1 0,1 0 0,-1 0 0,0 0 0,0 1 0,-1 0 0,1 0 0,0 0 0,-1 1 1,1 0-1,-1 0 0,0 0 0,0 1 0,0 0 0,0 0 0,-1 0 0,1 1 0,-1-1 1,0 1-1,-1 0 0,1 0 0,-1 0 0,0 1 0,0-1 0,-1 1 0,1-1 0,2 13 0,1 9 134,-1 0-1,-1 0 0,-2 1 1,-2 52-1,0-53 26,-1-11-70,-1 0 0,0-1 0,-1 1 0,-1 0 0,-1-1 0,0 0 0,-1 0 0,0 0 0,-16 26 0,15-28-37,-11 22 107,-8 13 306,-26 71 1,50-111-418,0 1 0,1-1 0,0 1-1,0-1 1,1 1 0,0 9 0,0-3-51,1-14-5,-1 1 0,1-1 0,0 0 0,-1 0-1,1 0 1,0 0 0,0 0 0,0 0 0,0 0-1,0 0 1,0 0 0,0 0 0,0-1 0,0 1 0,0 0-1,1-1 1,-1 1 0,0 0 0,0-1 0,1 0 0,-1 1-1,0-1 1,1 0 0,-1 0 0,0 1 0,1-1-1,1-1 1,48 5-104,-43-4 90,19 1-8,105 0-34,-112-2-4,0-1 1,-1-1-1,1-1 0,31-10 0,-17 1-1241,64-34 0,-59 19-1549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4.8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21 1584,'0'0'7650,"385"0"-7650,-284-8-168,-18-4-2105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5.1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 6 6649,'0'0'7609,"-3"-1"-8663,8-2 935,2 3 59,0-1-1,1 1 1,-1 0 0,0 1-1,0-1 1,1 1-1,-1 1 1,0 0-1,0 0 1,0 0-1,12 7 1,-14-7 42,0 2 1,0-1 0,-1 0 0,0 1 0,1 0 0,-1 0-1,-1 0 1,1 1 0,-1-1 0,1 1 0,-1 0 0,-1 0-1,1 0 1,-1 0 0,0 0 0,0 1 0,2 7 0,0 7 75,-1 1 0,-1-1 1,-1 1-1,-1-1 1,-1 1-1,-1-1 0,0 1 1,-1-1-1,-2 0 1,0 0-1,-1-1 1,-1 1-1,0-1 0,-16 27 1,12-26-5,0 0-1,2 1 1,0 1 0,2 0 0,0 0-1,2 0 1,0 1 0,-2 42 0,7-64-55,0-1 1,0 1-1,1-1 1,-1 0 0,0 1-1,1-1 1,-1 1-1,0-1 1,1 0-1,-1 1 1,1-1-1,-1 0 1,1 0-1,-1 1 1,0-1-1,1 0 1,-1 0-1,1 0 1,-1 1-1,1-1 1,-1 0-1,1 0 1,0 0 0,-1 0-1,1 0 1,-1 0-1,1 0 1,-1 0-1,1 0 1,-1 0-1,1 0 1,-1-1-1,1 1 1,0 0-1,5-1 29,25 1 43,1-2 0,-1-1 1,-1-1-1,1-2 1,-1-1-1,40-14 1,130-66-4112,-120 47-2233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5.6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2793,'0'0'3796,"40"49"-2475,27 30-848,168 208 1198,-184-220-1171,-3 2-1,-3 2 0,36 79 1,-59-103-370,-2 1 1,-3 0 0,-1 2 0,-3 0-1,-2 0 1,5 59 0,-13 227 385,-6-293-462,-2 0 0,-1 0 0,-3-1 1,-1 0-1,-3-1 0,-17 41 0,1-16 23,-4 0-1,-69 103 0,97-161-107,0-1 0,0 0-1,-1 0 1,0 0 0,0-1 0,-13 10-1,17-14-632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7.4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110 158 1800,'0'0'13814,"-18"-10"-13386,-58-34-357,61 32-88,15 12 15,0-1-1,0 1 1,0 0 0,0 0 0,0 0 0,0-1 0,0 1-1,0 0 1,0 0 0,0 0 0,0-1 0,0 1-1,0 0 1,0 0 0,0 0 0,0 0 0,0-1 0,0 1-1,0 0 1,0 0 0,0 0 0,0-1 0,1 1 0,-1 0-1,0 0 1,0 0 0,0 0 0,0 0 0,0-1 0,1 1-1,-1 0 1,0 0 0,0 0 0,0 0 0,1 0-1,-1 0 1,0 0 0,0 0 0,1 0 0,13-7-111,1 1 0,0 1 1,0 1-1,1 0 0,16-2 1,-16 3 70,99-17-884,0 5 0,1 4 0,150 7-1,-255 4 785,-1 1-1,0 0 0,0 0 1,1 1-1,-1 1 0,0 0 1,-1 0-1,12 6 0,-17-7 94,1 1-1,-1-1 1,0 1-1,-1 0 0,1 1 1,0-1-1,-1 1 0,0-1 1,0 1-1,0 0 1,0 0-1,-1 1 0,0-1 1,1 0-1,-2 1 0,1-1 1,0 1-1,-1 0 1,1 6-1,0 0 52,0 0 0,-1 0 0,-1 1 1,0-1-1,-1 0 0,0 0 0,0 0 0,-1 1 0,-1-2 1,0 1-1,0 0 0,-1 0 0,0-1 0,-1 0 0,-7 11 0,-9 10 152,-1-1 0,-2-1-1,-34 34 1,53-59-138,-217 213 624,114-117 93,-156 188 0,250-270-563,2-1 0,0 2 0,-12 24-1,21-36-148,0 0-1,0 0 0,1 1 1,0-1-1,0 1 1,1-1-1,0 1 0,0-1 1,1 1-1,0-1 1,0 1-1,3 13 0,-3-19-21,1 0 0,-1-1-1,1 1 1,0 0 0,-1-1-1,1 1 1,0-1-1,0 1 1,0-1 0,0 0-1,0 1 1,0-1-1,0 0 1,1 0 0,-1 0-1,0 0 1,1 0-1,-1 0 1,1 0 0,-1 0-1,3 0 1,37 9-43,-39-10 42,44 4-13,58-2-1,-72-2 13,16-2-35,1-2 0,-1-2 0,0-2 0,-1-3 0,56-19 0,-32 4-1628,-1-2 0,108-62-1,-120 53-2460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7.79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0 108 4353,'0'0'8090,"397"-80"-8090,-243 64-192,48 8-745,-42 4-959,-24 4-2137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8.1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0 3881,'0'0'7986,"-6"222"-6962,6-130-408,0-1-384,0 0-128,0-8-104,0-11-48,18-13-720,-6-15-1177,0-28-2608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8.4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2657,'0'0'5105,"24"270"-3881,-1-155-72,-5 4-184,0 4-359,0-7-161,-6-13-224,5-12-128,-5-16-96,0-23-120,6-40-1169,-6-12-1351,-1-4-2513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8.8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1304,'0'0'5577,"17"40"-4560,1-3-729,-2-5-4,-1 0 1,-2 1 0,-2 1-1,0 0 1,-3 0 0,6 41-1,11 259 958,-19-198-607,36 202 1,-40-329-640,0 3-113,0 1-1,1 0 1,0-1-1,1 0 1,1 0 0,0 0-1,0 0 1,9 11-1,-14-22-6,0-1 0,1 1 0,-1-1 0,1 0 0,-1 1 0,0-1 0,1 0 0,-1 1 0,1-1-1,-1 0 1,1 1 0,-1-1 0,1 0 0,0 0 0,-1 0 0,1 0 0,-1 0 0,1 1-1,-1-1 1,1 0 0,0 0 0,-1 0 0,1 0 0,-1-1 0,1 1 0,0 0 0,-1 0-1,1 0 1,-1 0 0,1-1 0,-1 1 0,1 0 0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9.1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21 6833,'0'0'5108,"55"-5"-5823,174-10 255,-216 14 407,-1 1-1,1 1 1,0 0-1,0 0 1,-1 1-1,19 6 1,-25-6 9,0 1 0,0 1 0,-1-1 0,1 1 0,-1-1 1,0 2-1,9 8 0,-10-10 20,2 4 7,0-1 0,-1 1 0,1 0 0,-1 0 0,-1 1 1,1 0-1,-1-1 0,-1 2 0,0-1 0,0 0 0,0 1 0,-1-1 1,2 15-1,-1 7 106,-2 1 1,-3 47 0,2-69-59,-1 7 37,-2-1 0,1 0 0,-2 0 0,0 0 0,-8 20 0,-38 71 182,38-81-213,-31 54 282,20-38 153,-22 52 1,42-81-438,-1-1 0,2 1-1,-1 0 1,2 0 0,0 0 0,0 0 0,1 0-1,0 0 1,3 13 0,-3-23-37,0-1 1,1 1-1,-1-1 0,1 1 0,-1 0 1,1-1-1,0 1 0,0-1 0,-1 1 1,1-1-1,0 1 0,0-1 1,1 0-1,-1 0 0,0 1 0,0-1 1,1 0-1,1 1 0,1 0 1,0 0-1,0 0 1,0 0-1,1 0 1,-1-1-1,9 2 1,6 0 17,0-1-1,30-1 1,-38-2 0,15 2 25,-2-1 17,41-4-1,-56 3-63,0-1 1,-1 0 0,1-1-1,-1 0 1,0 0 0,1-1 0,-2 0-1,11-6 1,4-5-549,-1-2 0,-1 0 1,31-33-1,-23 6-2938</inkml:trace>
  <inkml:trace contextRef="#ctx0" brushRef="#br0" timeOffset="1">83 545 5617,'0'0'6073,"356"-16"-6073,-232-4-880,-11 0-2328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9.5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37 4761,'0'0'8542,"7"-6"-9214,-3 3 596,0 0 0,0 0 0,0 1 0,0-1 0,0 1 0,0-1 0,1 1 0,-1 1 0,1-1 0,0 1 0,-1-1 1,1 2-1,0-1 0,0 0 0,5 1 0,7-1-130,-9 1 103,0 0 1,0 0-1,0 1 1,9 1-1,-14-1 90,-1 0-1,1 0 1,-1 0-1,1 0 0,-1 0 1,1 0-1,-1 1 1,0-1-1,0 1 0,0 0 1,0-1-1,0 1 1,0 0-1,0 0 0,-1 0 1,3 4-1,0 2 50,1 0 0,-2 1 0,0 0 0,0 0 0,0 0 0,-1 0 0,0 0-1,0 17 1,-2 83 786,-1-55-477,-2-14-211,-1-1 0,-2 0 0,-2 0 0,-12 37 0,8-37-15,3 0 1,1 0-1,2 1 0,-1 40 1,7-69-57,-1-10-53,1 1 0,0-1 0,0 1 0,0-1 0,0 1 0,0 0-1,0-1 1,1 1 0,-1-1 0,0 1 0,1-1 0,-1 1 0,1-1 0,1 2-1,-1-2 2,1 0 1,0 0-1,-1 0 0,1-1 0,0 1 0,0 0 0,0-1 0,0 0 0,-1 1 0,1-1 0,0 0 0,0 0 0,0 0 0,3-1 0,22 2 79,0-2 0,0 0 1,0-2-1,0-1 0,-1-2 0,45-14 0,159-69-2320,-134 46-1793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49.8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36 5641,'0'0'7858,"450"0"-7914,-296-16-1456,-23-4-3153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0.2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64 3209,'0'0'10154,"409"-28"-10338,-237 8-1008,-18 5-2057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3.0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6 472 3449,'0'0'10891,"-3"0"-10661,3 0-230,0 0 0,0 0 0,0 0 0,0 0 0,0 0 0,0 0 0,0 0 1,0 0-1,0 0 0,-1 0 0,1 0 0,0 0 0,0 0 0,0 0 0,0 0 0,0 0 0,0 0 0,0 0 1,0 0-1,0 0 0,0 0 0,-1 0 0,1 0 0,0 0 0,0 0 0,0 0 0,0 0 0,0 0 0,0 0 1,0 0-1,0 0 0,0-1 0,0 1 0,0 0 0,0 0 0,0 0 0,0 0 0,0 0 0,0 0 0,0 0 1,0 0-1,-1 0 0,1 0 0,0 0 0,0-1 0,0 1 0,0 0 0,0 0 0,0 0 0,0 0 0,0 0 1,0 0-1,1 0 0,-1 0 0,0 0 0,0 0 0,0-1 0,0 1 0,0 0 0,0 0 0,0 0 0,0 0 1,0 0-1,0 0 0,0 0 0,0 0 0,0 0 0,0 0 0,10-9-50,28-17-115,-8 6 87,4-6-63,-1-1 1,-2-2-1,-1-1 0,-1-1 0,-2-2 0,-1 0 1,-2-2-1,23-42 0,-44 69 120,1 0-1,-1 0 1,-1 0-1,0 0 1,0 0-1,0-1 1,-1 1-1,-1-1 1,1-10-1,1 27-1880,-2-4 1849,1 1-1,-1-1 0,0 0 1,0 1-1,0-1 1,-2 8-1,1 8 64,1 488 2043,0-500-2042,-1 6 0,1-1-1,1 1 1,0-1-1,1 0 1,5 23-1,-6-33-349,0 0-1,0 0 1,-1 0-1,0 0 1,0 0-1,0 0 1,0 0-1,-1 5 1,0 5-3088,1 3-2192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3.3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72 2537,'0'0'11485,"-3"1"-10925,88 2-590,-44-3 76,111 1 204,199-26 0,-309 19-526,235-30 853,-93 27-5887,-169 9 862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3.85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256 0 2969,'0'0'10518,"-32"43"-10447,32-43-71,-136 197 94,126-179-68,1 0 1,1 1-1,0 0 0,2 0 0,0 0 0,1 1 0,-3 25 1,-15 239 429,20 11-54,2-243-354,2 0 0,3-1 0,2 1-1,23 93 1,-7-75-33,3-2 0,66 126-1,-63-144-17,3 0-1,2-2 1,2-1-1,51 51 1,-67-78-72,1-2 0,33 24 0,-48-38-47,0 0 0,1 0 0,-1-1 0,1 0-1,0 0 1,0-1 0,0 0 0,0 0 0,0 0 0,1 0-1,-1-1 1,1 0 0,-1-1 0,1 0 0,11 0 0,-16-1 3,-1 1 0,1 0-1,-1-1 1,1 0 0,-1 1 0,1-1 0,-1 0 0,1 1 0,-1-1 0,0 0 0,0 0-1,1 0 1,-1 0 0,0 0 0,0-1 0,0 1 0,0 0 0,0-1 0,0 1-1,0-2 1,8-30-2303,-8 28 2003,6-49-4660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4.3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4441,'0'0'5184,"26"0"-5836,89 0 446,-107 0 195,1 0 0,0 0-1,0 1 1,-1 0 0,1 1 0,-1 0-1,14 4 1,-17-3 11,1 1 0,-1-1-1,0 1 1,0 0 0,0 0 0,0 0-1,7 11 1,-8-10 16,0 0 1,-1 0-1,0 1 0,0-1 1,0 1-1,-1 0 0,0 0 1,0 0-1,0 0 0,-1 0 0,0 0 1,1 12-1,-1 6 172,-1 0-1,-4 24 1,2-34-81,-1 0 0,0-1 0,-1 1 0,0-1 0,-1 0 0,-13 25 0,-51 69 542,43-69-373,3-5-44,5-7-38,-22 40 1,36-57-183,0 0 1,0 0 0,1 1-1,0 0 1,0-1 0,1 1-1,1 0 1,-1 17 0,2-24-13,-1 0 1,1 0-1,1 0 1,-1 0-1,0 0 1,1 0-1,-1 0 1,1-1-1,2 7 1,-2-8-4,1 0 0,-1 1 0,0-1 1,1 0-1,-1 0 0,0 0 0,1 0 0,0 0 0,-1 0 1,1 0-1,-1 0 0,1-1 0,0 1 0,0-1 1,-1 1-1,1-1 0,3 1 0,18 1-113,-1 0 1,34-1-1,-26-2 10,-19 1 70,0-1 1,-1 0 0,1-1-1,0 0 1,0-1-1,-1 0 1,0-1-1,1 0 1,-1-1 0,15-9-1,-4 0-501,0-2 0,0 0 0,24-26 0,-7-1-2220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4.6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1 234 264,'0'0'9938,"379"-166"-9938,-243 138-592,-23 8-1560,-18 0-3266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5.0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3225,'0'0'8802,"0"222"-8234,0-143-272,0 1-160,0-1-136,0-12 0,0-15-952,0-16-1521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5.3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339 0 1360,'0'0'7834,"0"235"-6570,0-156-584,0-8-376,0-3-192,0-17-112,0-7-200,0-12-1112,6-20-1833</inkml:trace>
  <inkml:trace contextRef="#ctx0" brushRef="#br0" timeOffset="1">1 306 4185,'0'0'6433,"379"20"-7857,-302-20-4329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5.9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1 472 3593,'0'0'5141,"55"-39"-4912,-55 39-229,229-164 128,-210 149-107,0-1-1,27-30 0,-39 38-14,-1-1 0,-1 0 0,10-18 0,-3 4-4,1-3-22,17-47 0,-30 73 20,0-1-34,1 0 1,-1 0-1,0 0 0,0 1 1,1-1-1,-1 0 1,0 0-1,1 1 0,-1-1 1,0 0-1,1 1 1,-1-1-1,1 1 0,-1-1 1,1 0-1,0 1 0,-1-1 1,1 1-1,0 0 1,-1-1-1,1 1 0,0-1 1,-1 1-1,1 0 1,0 0-1,0-1 0,-1 1 1,1 0-1,0 0 0,0 0 1,0 0-1,-1 0 1,1 0-1,0 0 0,0 0 1,0 0-1,-1 0 0,1 0 1,0 1-1,0-1 1,-1 0-1,1 1 0,0-1 1,-1 0-1,1 1 1,0-1-1,-1 1 0,1-1 1,0 1-1,0 0 0,2 2-112,1 0 0,-1 0 0,0 0 0,-1 0 0,1 1 0,0-1 0,-1 1 0,3 5 0,16 46 165,27 113 0,-24-73 667,-10-41-253,-2 1 0,-3 1-1,-2 0 1,0 80 0,-9-117-2172,-8-6-2022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6.2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87 3753,'0'0'10570,"386"-39"-10410,-262 15-16,-11 4-144,5 16-856,-35 4-1809,-24 0-3160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6.92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1 122 4153,'0'0'7291,"28"-15"-7314,-2 0 14,-7 3 9,1 0 0,0 2 0,1 1-1,0 0 1,0 2 0,1 0 0,23-3-1,-6 3-135,0 2-1,1 2 0,0 2 0,55 5 0,-93-3 115,0-1 0,0 1 0,0-1 0,0 1 0,0 0 0,0 0 0,0 0-1,0 0 1,0 0 0,0 0 0,-1 0 0,1 1 0,0-1 0,-1 0 0,1 1 0,-1 0-1,0-1 1,1 1 0,-1 0 0,0 0 0,0 0 0,0 0 0,0 0 0,0 0 0,-1 0-1,1 0 1,-1 0 0,1 0 0,0 4 0,0 7 36,0 1-1,-1-1 1,-2 25 0,1-20-7,0-6 16,-1 0 1,0 0-1,-1-1 0,0 1 1,-1-1-1,0 0 0,-1 0 1,-8 15-1,-9 10 94,-28 35 1,18-27-8,-70 111 295,86-127-142,1 1 1,2 0-1,-18 54 1,29-72-210,0-1 1,0 1-1,1 0 1,1 17-1,0-23-50,1-4-5,-1 0 0,1 0 0,-1 0 1,1 0-1,-1 0 0,1-1 1,0 1-1,0 0 0,-1 0 0,1-1 1,0 1-1,0 0 0,0-1 1,0 1-1,0 0 0,0-1 0,0 0 1,0 1-1,0-1 0,0 1 1,0-1-1,0 0 0,0 0 0,0 0 1,0 0-1,0 0 0,0 0 1,0 0-1,0 0 0,2 0 0,1 0-4,24 3-109,0-2 0,0-1 1,0-1-1,-1-2 1,1 0-1,0-2 0,-1-1 1,0-1-1,0-1 1,34-16-1,6-12-1949,-12 3-1658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7.2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0 128 3321,'0'0'6137,"314"-24"-5977,-213 4-160,24-12-544,-31 5-1368,-17 3-3042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7.5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 1 40,'0'0'13235,"-10"0"-14415,14 0 1157,-1 0 0,0 1 0,1 0 1,-1 0-1,0 0 0,1 0 1,-1 0-1,0 1 0,0-1 1,0 1-1,0 0 0,0 0 0,0 0 1,-1 0-1,1 0 0,-1 1 1,1-1-1,-1 1 0,0 0 0,0-1 1,3 7-1,-1-2 42,0 0 0,-1 0 0,0 1 0,0-1 0,-1 1 0,0 0 0,0 0 0,1 13 1,0 16 59,-2-1 1,-1 1-1,-2-1 1,-2 1-1,-9 40 1,8-53-33,1 0 0,1 0 0,1 46 0,2-70-45,0 0 0,0 0 0,0 0 0,0 0 1,0 1-1,0-1 0,0 0 0,0 0 0,0 0 0,0 1 0,0-1 0,0 0 1,0 0-1,0 0 0,0 0 0,0 1 0,0-1 0,0 0 0,1 0 0,-1 0 1,0 0-1,0 0 0,0 1 0,0-1 0,0 0 0,0 0 0,0 0 0,1 0 1,-1 0-1,0 0 0,0 0 0,0 0 0,0 1 0,0-1 0,1 0 0,-1 0 1,0 0-1,0 0 0,0 0 0,0 0 0,1 0 0,-1 0 0,0 0 0,11 1 60,1 0 0,-1-1 0,0 0 0,1-1 0,-1 0 0,0-1 0,0 0 0,0-1 0,15-6 0,13-6-749,44-25 0,-53 24-342,37-19-3784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8.1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1 384,'0'0'4324,"56"27"-3758,181 95 233,-222-113-704,0 0 0,-1 1 0,-1 1 0,1 0 0,-2 1 0,23 26-1,6 13 282,-3 2 0,-1 1-1,-4 2 1,-1 2-1,-3 0 1,-3 2-1,-2 1 1,-3 2 0,-3-1-1,-2 2 1,-4 0-1,5 67 1,-7 258 372,-11-285-669,1-45-44,-3 0 1,-13 72-1,9-99-18,0-1-1,-3 1 0,0-1 0,-2-1 0,-24 44 1,16-39 171,-1-1 1,-3-1 0,0-1 0,-2-1-1,-39 36 1,64-66-327,-6 7 588,7-8-491,0 0 0,0 0 1,0 0-1,0 1 0,0-1 0,0 0 1,0 0-1,0 1 0,0-1 1,0 0-1,0 0 0,0 0 1,0 1-1,0-1 0,0 0 0,0 0 1,0 0-1,0 1 0,1-1 1,-1 0-1,0 0 0,0 0 0,0 0 1,0 1-1,1-1 0,-1 0 1,0 0-1,0 0 0,0 0 1,0 0-1,1 0 0,-1 0 0,0 1 1,0-1-1,1 0 0,-1 0 1,0 0-1,0 0 0,0 0 0,1 0 1,-1 0-1,0 0 0,0 0 1,0 0-1,1 0 0,-1 0 1,0 0-1,0-1 0,1 1 0,-1 0 1,0 0-1,0 0 0,0 0 1,1 0-1,10-1-682,-1 0 0,1 0 0,0-1 0,0-1 0,-1 1 0,19-9 0,23-12-3167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8.6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2937,'0'0'10714,"36"16"-10914,11-8 200,6 0 8,7-1-8,11-3-560,35-4-897,-17 0-1327,-12 0-3137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5:59.2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1 259 4537,'0'0'5785,"23"-17"-5601,76-62-58,-91 73-107,-1 0-1,0-1 1,-1 0 0,0-1 0,0 0 0,0 0 0,-1 0 0,0 0 0,-1-1 0,7-16 0,-5 8 5,-1-3 17,2 0 170,-7 20-250,1-1-1,0 1 1,-1-1-1,1 1 1,0-1-1,-1 1 1,1 0-1,0-1 1,-1 1-1,1 0 0,0-1 1,0 1-1,0 0 1,-1 0-1,1 0 1,0 0-1,0 0 1,0 0-1,-1 0 1,1 0-1,0 0 1,0 0-1,0 1 0,-1-1 1,1 0-1,1 1 1,1 0-106,0 0 0,0 1 0,0-1 0,0 1 0,0 0 0,-1 0 0,1 0 0,-1 0 1,1 0-1,-1 0 0,0 1 0,4 5 0,23 38-102,-19-27 101,27 44 140,-3 2 0,-3 1-1,25 79 1,-48-115 22,-1 0 0,-1 1-1,-1 0 1,-2 0 0,-1 34 0,-3-64-17,1 0 1,0 0 0,0 0-1,-1 0 1,1 0 0,0 0-1,-1 0 1,1 0 0,-1 0-1,0-1 1,1 1-1,-1 0 1,0 0 0,1 0-1,-1-1 1,0 1 0,0 0-1,1-1 1,-1 1 0,0-1-1,0 1 1,0-1 0,0 1-1,0-1 1,0 1 0,0-1-1,0 0 1,0 0 0,0 0-1,0 1 1,0-1 0,-1 0-1,-43 1-40,32-2 16,-51 0-26,26 0 653,-1 1-1,-50 7 1,137-5 393,96-25-1008,-95 13-8,69-6-1,87 14-1728,-125 2-316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28.0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630 477 5281,'0'0'7242,"-20"0"-6593,-150 0 1506,148 0-1914,14-1-231,0 0 0,0 1-1,0 0 1,1 0-1,-1 1 1,0 0-1,0 1 1,1 0-1,-1 0 1,1 0-1,-1 1 1,1 0-1,-7 5 1,0 3-28,1 0-1,1 1 1,0 1 0,-20 27 0,-34 62 6,62-95 10,-23 38-1,3 1 0,-28 71 1,42-87 0,1 0 1,1 0-1,1 1 0,2 1 1,-1 40-1,4-37 4,2 154 43,2-166-42,0 0 0,2 0 0,0 0 0,2-1 0,16 43-1,-9-38-6,0-1-1,2-1 0,1 0 0,1-1 0,1-1 0,1-1 0,0 0 1,30 24-1,-19-22-29,1-2 0,0 0 0,2-3-1,0 0 1,67 25 0,-44-25-53,2-2 0,0-3 0,1-2 0,0-3 0,1-3 0,-1-2 0,1-3 0,66-6 0,-103 2 49,-1 0 0,0-2-1,0 0 1,0-2 0,-1 0-1,0-1 1,38-22 0,-32 14 30,-2-1 1,0-1 0,-1-2-1,0 0 1,25-31 0,-17 14 33,-2-2 1,-2-1-1,-1-2 1,-3 0-1,-1-2 1,-2 0-1,19-60 1,-25 50-10,-2-2 0,-3 0 1,-2 0-1,-3 0 0,-1-1 1,-6-62-1,0 96 7,0 1 1,-2-1-1,0 1 0,-2 0 0,0 1 1,-1-1-1,-2 1 0,0 1 0,-18-31 1,-7-2 57,-2 2 1,-51-56 0,41 55-45,-2 1 0,-3 3 0,-1 2 0,-2 2 0,-94-58 0,111 81 21,0 2 1,0 1 0,-2 2-1,0 2 1,-1 1 0,0 2-1,-1 2 1,0 2 0,-1 1-1,-68 0 1,98 6-60,0 0-1,0 1 0,0 0 1,0 1-1,0 0 1,0 1-1,1 0 1,-1 1-1,1 0 1,0 1-1,0 0 0,1 0 1,-1 2-1,1-1 1,0 1-1,-10 10 1,-3 5-77,2 1-1,1 1 1,0 0 0,2 2 0,1 0 0,1 1 0,2 1 0,0 0 0,2 0-1,1 2 1,-12 49 0,11 0-1275,2-1 1,3 105-1,6-48-3275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28.5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 4849,'0'0'6633,"178"0"-6545,-119 0 8,-11 0-88,-7 0-8,7 0-288,-19 0-1032,-11-8-1600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28.8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3929,'0'0'5641,"0"227"-5305,0-164-232,0-7-104,0 3 0,0-15-1128,0-20-1625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29.2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84 3993,'0'0'8858,"386"-71"-8858,-274 63-736,-23 4-1801,-24 4-3744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30.5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17 5601,'0'0'10748,"-8"-4"-10479,3 1-273,-17-6-78,21 9 73,1 0 0,-1 0 1,0 0-1,1 1 0,-1-1 0,1 0 0,-1 0 0,0 1 0,1-1 0,-1 0 0,1 1 0,-1-1 0,1 1 0,-1-1 0,1 1 1,-1-1-1,1 1 0,-1-1 0,1 1 0,0-1 0,-1 1 0,1 0 0,0-1 0,0 1 0,-1-1 0,1 1 0,0 0 1,0-1-1,0 1 0,0 0 0,0-1 0,0 1 0,0 0 0,0-1 0,0 1 0,0 0 0,0-1 0,0 1 0,1 1 0,0 13-14,1 0 0,1 0 0,0 0-1,1 0 1,1-1 0,1 1 0,-1-1-1,13 20 1,12 31 50,122 336 72,14 32-38,-158-415-56,4 13 361,-15-77 136,-1 1 1,-13-53 0,-5-60-624,18-311 135,6 257-843,-1 207-914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30.9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68 5537,'0'0'9794,"160"-12"-9682,-53 4 16,11-4-72,1 0 0,-7-4-56,-5 8-328,-12 8-920,-24 12-1769,-18 16-3240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34.5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67 1164 3209,'0'0'11054,"0"-11"-9954,0 6-1042,0-113 139,17-134-1,-4 132-781,-6 0 0,-9-130 0,0 232 595,0 0 1,-2 0-1,0 1 0,-1-1 0,0 1 1,-15-30-1,6 13 73,10 23-78,1 0-1,1 0 1,0 0 0,0 0 0,1 0 0,0 0 0,2-12-1,-22 23 2743,11 1-1227,10-1-1510,0 0 1,0 0 0,0 0 0,0 0 0,0 0-1,0 0 1,0 0 0,0 0 0,0 0 0,0 0 0,0 0-1,0 0 1,0 0 0,1 1 0,-1-1 0,0 0-1,0 0 1,0 0 0,0 0 0,0 0 0,0 0-1,0 0 1,0 0 0,0 0 0,0 0 0,0 0-1,0 0 1,0 0 0,0 0 0,0 0 0,0 0 0,0 1-1,0-1 1,0 0 0,0 0 0,0 0 0,0 0-1,0 0 1,0 0 0,0 0 0,0 0 0,0 0-1,0 0 1,0 0 0,0 0 0,0 0 0,0 1-1,249 36-332,-130-22 324,882 84 35,7-43-33,-538-33 9,-185 4-4,-276-27 2006,-10-3-2226,0 0-37,0 1-1,-1-1 1,1 0 0,0 1-1,-1-1 1,0 0-1,1 1 1,-1 0-1,0-1 1,-1 1-1,1 0 1,0 0-1,0 0 1,-1 1-1,-5-4 1,-21-15-5231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36.6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12 161 488,'0'0'11105,"0"-33"-10021,0-94 1596,-12 1028-2378,12-1115-5049,0 123-116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37.5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41 258 2905,'0'0'11486,"-7"-6"-10860,-20-18-386,26 24-244,1-1 1,0 1 0,-1 0 0,1 0 0,0 0-1,-1-1 1,1 1 0,0 0 0,0 0 0,-1-1-1,1 1 1,0 0 0,-1 0 0,1-1 0,0 1-1,0 0 1,0-1 0,-1 1 0,1 0 0,0-1-1,0 1 1,0 0 0,0-1 0,0 1 0,0-1-1,0 1 1,0 0 0,0-1 0,0 1 0,0-1-1,0 1 1,0 0 0,0-1 0,0 1 0,0 0-1,0-1 1,0 1 0,1 0 0,-1-1 0,0 1-1,0-1 1,15-3-158,-9 3 129,643-98-199,-634 97 203,323-23-1065,158-23-708,-471 44 1572,35-8-222,1 3 1,73-1 0,-131 10 445,0 1 0,0-1 1,0 1-1,0 0 1,0 0-1,0 0 1,0 0-1,0 0 1,-1 0-1,1 1 1,-1 0-1,1-1 1,-1 1-1,3 3 0,31 34 55,-22-23-10,-13-15-12,0 1 1,0-1-1,0 1 1,0-1-1,0 1 1,0 0-1,0-1 1,-1 1-1,1 0 1,-1 0-1,1 0 1,-1-1-1,0 1 1,0 0-1,0 0 1,0 0 0,0 0-1,0-1 1,0 1-1,-1 0 1,1 0-1,0 0 1,-2 2-1,0 1 34,0 0-1,0-1 1,-1 1 0,0-1 0,0 0-1,-5 6 1,-3 5 24,0 1 0,1 0 0,0 0 0,1 1 0,1 1 0,1-1 0,-10 34 0,5-1 250,-10 83 0,7 343 977,16-336-925,-1-127-362,-1 4 19,1 0 0,1 0-1,0-1 1,2 1-1,-1 0 1,9 23-1,-9-32-729,8 9 4508,-9-27-3325,-2 8-525,1 0 1,-1 1-1,1-1 1,-1 0-1,0 0 1,0 1-1,1-1 1,-1 0-1,0 1 1,-1-1 0,1 1-1,0-1 1,0 1-1,-1 0 1,1 0-1,0-1 1,-1 1-1,0 0 1,1 0-1,-1 0 1,1 1-1,-4-2 1,-46-18-570,40 17 463,-34-11-71,0 3-1,-1 2 0,-47-4 0,-142-1 161,148 11 38,-686-59 1410,752 59-1307,-36-3 184,56 6-351,8 0-1844,76 2-1292,-30 8-641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38.20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1 5873,'0'0'8497,"-9"0"-8327,-17 0-230,32 0-196,62 0 34,1789 0-1115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39.5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1 992,'0'0'11623,"0"7"-11657,0 80-6,-4 246 785,-2-236-334,-25 139 0,22-194-371,-2 9 20,2 1 0,-4 91 1854,20-143-1845,381 1 159,488-4-175,-12-52 46,-156 5 210,1070-89 605,-1002 87-580,-738 52-334,892 33 23,-589 12-25,-33-3 298,-306-42-304,16 0 1776,-18-1-1782,0 1-1,0-1 1,1 0 0,-1 1 0,0-1 0,0 1 0,0-1-1,0 1 1,0-1 0,1 1 0,-1-1 0,0 0-1,0 1 1,-1-1 0,1 1 0,0-1 0,0 0-1,0 1 1,0-1 0,0 1 0,-1-1 0,1 1 0,0-1-1,0 1 1,-1-1 0,1 1 0,0-1 0,-1 1-1,1-1 1,-1 1 0,0-1 0,-8-11-741,6 8 408,0 0 0,0 1 0,1-1 0,-1 0 0,1 0 0,0 0 0,-2-8-1,-1-6-1599,1 1-1,0-1 0,0-20 0,3-9-2907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39.91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356 2811 1592,'0'0'2201,"0"-40"-451,0 5-1357,0-47 873,14-124 0,-9 170-952,36-339 1969,-35-49-738,-6 377-1311,-2 7-74,-1 0 0,-2 0 0,-19-73 0,-49-113 298,37 123-458,24 64-51,-54-157-121,-44-231 0,100 358 213,4 0 1,3-93-1,3 145-29,0 16-73,0 0 0,-1 0-1,1 0 1,-1 0 0,1 0 0,0 0 0,-1 0-1,1 0 1,-1 0 0,0 0 0,1 1-1,-1-1 1,0 0 0,0 0 0,1 1 0,-1-1-1,0 0 1,0 1 0,0-1 0,0 1 0,0-1-1,0 1 1,0 0 0,0-1 0,0 1 0,0 0-1,-1 0 1,-30-5-3929,14 5 260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0.8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202 0 4745,'0'0'4966,"41"7"-5044,0-1 58,-1 3 0,42 13 0,-79-21 21,0 0 0,-1-1 0,1 1-1,-1 1 1,1-1 0,-1 0 0,0 1 0,1-1 0,-1 1 0,0-1 0,0 1 0,0 0 0,0 0 0,0 0 0,-1 0 0,1 1 0,-1-1 0,1 0-1,-1 1 1,0-1 0,0 1 0,0-1 0,0 1 0,0-1 0,0 1 0,-1 0 0,0 0 0,1-1 0,-1 4 0,3 23 173,-2-1 1,-1 1-1,-1-1 1,-1 1-1,-1-1 1,-2 0-1,-15 50 1,-18 15 18,-85 146 1,59-121-176,14-27 21,-35 70 17,70-129 27,2 1 0,1 0 0,-8 37 0,17-54-26,1 0 0,1 0-1,0 19 1,0-34-57,1 1 1,0-1-1,0 0 1,0 1 0,1-1-1,-1 1 1,0-1-1,0 0 1,1 1-1,-1-1 1,1 0-1,-1 0 1,1 1-1,0-1 1,-1 0-1,1 0 1,0 0-1,0 0 1,0 0-1,0 0 1,2 2-1,1-1 1,0 0 0,0 0 0,1-1 0,-1 1 0,0-1 0,5 1 0,-8-2 0,39 6 59,0-1 0,0-3 0,54-2 0,-39-1-34,-5-1-352,0-2-1,-1-3 1,1-2-1,-1-1 0,-1-3 1,0-3-1,57-25 1,-35 9-1929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1.1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1 163 6409,'0'0'7554,"415"-71"-7554,-238 31-400,-28 12-1184,-25 4-2497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1.5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1 1376,'0'0'8994,"-1"48"-8450,-2 162-74,2 340 874,1-525-1321,1-1 0,1 1 0,2-1 0,6 26 0,-7-38-31,1-1 0,0 0 0,0-1-1,1 1 1,1-1 0,0 0-1,0 0 1,0 0 0,2-1-1,12 14 1,-15-19-178,0-1 0,0 0 0,0 0 0,0-1 0,0 1 0,0-1-1,0 0 1,1 0 0,-1-1 0,1 0 0,0 0 0,-1 0 0,1-1 0,0 1 0,0-1 0,-1-1 0,1 1-1,0-1 1,-1 0 0,1 0 0,-1-1 0,1 0 0,-1 1 0,0-2 0,1 1 0,-1-1 0,7-5 0,37-32-4411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1.9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58 1504,'0'0'7506,"57"1"-7409,178 2-302,-197-3-534,0 1-1,58 10 1,-76-8 96,-15-2 437,-1-1-1,0 1 0,0 0 0,0 0 1,0 0-1,0 0 0,0 1 0,6 3 1,-8-3 193,-1-1 1,0 1 0,0 0 0,0-1-1,0 1 1,0 0 0,0 0 0,0 0-1,0 0 1,-1 0 0,1 0 0,-1 0-1,1 0 1,-1 0 0,0 0 0,0 0-1,0 0 1,0 0 0,0 2 0,0 126 5127,0-128-5085,0 1-1,1-1 0,-1 0 0,1 1 1,0-1-1,-1 0 0,1 0 0,0 0 1,0 1-1,1-1 0,-1 0 0,0 0 1,1 0-1,-1-1 0,1 1 0,0 0 1,-1-1-1,1 1 0,0-1 0,0 1 1,0-1-1,0 0 0,0 0 0,1 0 1,-1 0-1,3 1 0,7 2 54,1 0 0,0-1 0,19 3 0,-30-6-64,22 4 102,-1-1 1,1-1 0,0-1-1,0-2 1,0 0 0,38-7 0,-56 6-115,0 0 0,0-1 0,0 1 0,0-1 0,-1-1 0,1 1 0,-1-1 0,1 0 0,-1 0 1,-1 0-1,1-1 0,-1 0 0,1 0 0,-1 0 0,-1 0 0,1-1 0,-1 1 0,5-13 0,-4 8 102,0-1 0,-1 0-1,0 0 1,-1 0 0,-1 0-1,0 0 1,0 0-1,-1-1 1,0 1 0,-3-13-1,2 20-5,0 0-1,-1-1 1,1 1-1,-1 0 1,0 0-1,0 0 1,0 1-1,-1-1 1,1 1-1,-1-1 1,0 1-1,0 0 1,0 0-1,-1 0 1,1 0 0,-1 0-1,0 1 1,1 0-1,-1 0 1,0 0-1,0 0 1,0 0-1,-6 0 1,-8-4 72,-1 1 0,0 0 0,0 2 0,-20-1 0,20 1-209,-1 2 1,1 1 0,0 0 0,0 1-1,-28 6 1,41-6-85,0 1 0,0 0 0,0 0-1,1 1 1,-1-1 0,1 1 0,-1 0 0,1 1 0,0-1-1,0 1 1,1 0 0,-1 0 0,1 1 0,0-1 0,0 1-1,0 0 1,1 0 0,0 0 0,0 1 0,0-1 0,-2 7-1,1-2-336,1-1 0,1 1-1,0-1 1,0 1-1,0 10 1,1-17 158,1 1 1,0 0 0,0 0 0,0 0 0,1 0-1,-1 0 1,1-1 0,0 1 0,0 0-1,1 0 1,-1-1 0,1 1 0,-1-1 0,1 1-1,5 5 1,-3-5-607,1 0-1,1 0 1,-1 0 0,11 6-1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2.2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3209,'0'0'4161,"8"48"-4045,-2-18-63,68 314 1061,-30-178 996,113 279 0,-149-426-2087,1 2 65,19 31-1,-25-47-126,0-1 0,0 0 0,0 0 0,0 0 0,1 0 0,-1 0 0,1-1 0,0 1 0,1-1 0,-1 0 0,0-1 0,9 5 0,-13-7 2,1 0-1,0 1 1,-1-1-1,1 0 1,0 0-1,-1 0 1,1 1-1,0-1 1,-1 0-1,1 0 1,0 0-1,-1 0 1,1 0-1,0 0 1,-1 0-1,1-1 1,0 1-1,-1 0 1,1 0-1,0 0 1,-1-1-1,1 1 1,0 0-1,-1-1 1,1 1-1,-1 0 1,1-1-1,0 1 1,-1-1-1,1 1 1,-1-1-1,0 1 1,1-1 0,-1 0-1,1 1 1,-1-2-1,4-10-425,0-1 0,-2 0 0,0 0 1,0 0-1,-1 0 0,0 0 0,-3-19 0,2 13-336,0-71-5500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2.5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24 4321,'0'0'2905,"361"-20"-2905,-254 16-625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6.3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30 431 6449,'0'0'11079,"-8"0"-10705,-13 1-249,24 0-218,52 1-132,505 0 382,-290-4-170,48-8-588,-250 4-195,0-3 0,109-30 1,-163 36 467,0-2 0,-1 0 1,0 0-1,14-9 1,-25 13 269,1-1 0,0 0 1,0 0-1,-1 0 1,1 0-1,-1-1 1,1 1-1,-1-1 0,0 1 1,0-1-1,0 0 1,0 0-1,-1 0 1,1 0-1,-1 0 0,0 0 1,0 0-1,0 0 1,0-1-1,0 1 1,-1 0-1,1-6 1,-1 4 41,0-1 1,0 0-1,0 1 1,-1-1 0,0 1-1,0 0 1,-3-9-1,2 11 12,0 0-1,0 0 1,0 0-1,-1 0 0,1 0 1,-1 0-1,0 1 0,0-1 1,0 1-1,0 0 0,-6-3 1,-75-44 301,-2 4 0,-102-39 0,172 77-21,23 8-404,22 1 8,16-2 116,167 7-197,-190-4 130,1 1 0,-1 0 0,0 2 0,0 0 0,0 2 0,-1 0 0,25 15 1,-39-20 11,-1 1 0,1 0 1,-1 0-1,0 1 0,0 0 0,-1 0 1,1 1-1,-1-1 0,0 1 1,-1 0-1,1 0 0,-1 1 1,-1-1-1,1 1 0,-1 0 1,0 0-1,0 0 0,-1 1 1,0-1-1,-1 0 0,1 1 1,-1-1-1,0 10 0,-1 0 22,1-10 31,-1-1 1,0 1-1,0-1 0,0 0 0,-1 1 0,0-1 1,0 0-1,0 1 0,-1-1 0,0 0 0,0 0 1,-1 0-1,0 0 0,-4 6 0,-6 4 139,-1-2 0,-1 0 1,0-1-1,-1 0 0,0-2 0,0 0 0,-22 11 0,5-5 194,-1-2 1,0-1-1,-38 9 0,58-19 174,1-1 1,-1-1-1,0 0 1,-21 0-1,34-4-484,0 1 0,0 0 0,0 0 0,0 0 0,1-1 0,-1 1 0,0 0 0,1-1 0,-1 1 0,1-1 0,-1 1 0,1-1 0,0 1 0,0-1 0,-1 1 0,1-3 0,-1-3-2,-5-30-24,2 0-1,1 0 0,3-59 0,1 38-29,-1 41 30,0-1 0,1 1 0,1 0 0,1 0 0,0 0 1,1 0-1,1 0 0,1 1 0,0 0 0,11-20 0,-17 35-100,1-1-1,0 1 0,0 0 0,0 0 0,0-1 1,0 1-1,0 0 0,0 0 0,1 0 1,-1 0-1,0 1 0,1-1 0,-1 0 1,0 0-1,1 1 0,-1-1 0,1 1 0,-1-1 1,1 1-1,-1 0 0,1 0 0,-1-1 1,1 1-1,-1 0 0,1 0 0,-1 1 1,1-1-1,2 1 0,5-1-2212,8 0-4071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4.1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0 6129,'0'0'8789,"-4"13"-8895,-1 4 102,0 1-1,2-1 1,0 1-1,-1 33 1,4 781 75,0-820-345,1 28 104,-1-39 36,0 0 1,0 0-1,0 0 0,0 0 1,0 0-1,0-1 1,0 1-1,1 0 1,-1 0-1,0 0 0,1 0 1,-1 0-1,0-1 1,1 1-1,-1 0 0,1 0 1,0-1-1,-1 1 1,1 0-1,-1-1 1,1 1-1,0-1 0,0 1 1,-1-1-1,1 1 1,0-1-1,0 1 1,0-1-1,-1 0 0,1 1 1,2-1-1,9 0-4495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4.5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 5433,'0'0'8722,"344"0"-8186,-184 0-144,6 0-216,6 0-96,-7 0-80,-5-12-48,-17 12-560,-7 0-984,-35 0-1001,-36 19-2152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4.8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1 222 3673,'0'0'8154,"320"-11"-7266,-172-29-528,12-4-360,24-7-536,-36 7-1025,-30 12-1583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5.2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0 183 3593,'0'0'13771,"427"-3"-13299,-237-25-200,5-4-224,-17-4-48,29 1-1040,-47 11-2729,-35 0-5857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9.0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3145,'0'0'9874,"148"8"-9730,-59-8 72,6 0-88,0 0-128,-12 0-88,-6 0-368,-6 0-544,-18 0-641,-11 0-903,-18 0-2761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49.3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64 536,'0'0'11291,"426"-20"-11291,-271-4-961,-19 4-1775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50.1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44 194 232,'0'0'12361,"-8"-7"-11939,-19-13-520,26 20 96,1-1-1,0 1 1,0 0-1,0 0 0,0 0 1,-1 0-1,1 0 1,0 0-1,0-1 0,0 1 1,0 0-1,-1 0 1,1 0-1,0 0 1,0 0-1,-1 0 0,1 0 1,0 0-1,0 0 1,0 0-1,-1 0 0,1 0 1,0 0-1,0 0 1,0 0-1,-1 0 1,1 0-1,0 1 0,0-1 1,0 0-1,-1 0 1,1 0-1,0 0 0,0 0 1,0 0-1,0 0 1,-1 1-1,1-1 0,0 0 1,0 0-1,0 0 1,0 0-1,0 1 1,0-1-1,-1 0 0,1 1 1,8 24-121,31 45 108,53 75 0,215 273 269,-307-418-251,1 2 27,0-1 0,-1 0 0,2 1 1,-1-1-1,0 0 0,0 0 1,0 0-1,0 0 0,1 0 1,-1 0-1,0 0 0,1 0 1,-1 0-1,1-1 0,-1 1 1,4 0 1770,-5-4-1010,0-223 186,0 223-954,0 0 1,-1 0-1,0 0 0,0 0 0,0 0 0,0 0 1,0 0-1,0 0 0,-3-3 0,-7-22 91,8-3-164,3-56 0,2 33-13,-2 36 55,2-1-1,0 0 1,1 1-1,1-1 1,1 1-1,11-27 1,54-101-26,-32 74 10,-32 63-748,-4 31-2289,-2-15 2612,0 17-1328,-1 0-1,-7 46 1,-13-7-4533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51.4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71 69 16,'0'0'16980,"-12"0"-16230,-35 0-256,35 0-89,13 0-442,518-19-77,-156 2 147,-151 8 3,119-2-757,-326 12 221,0-1-1,0 0 0,0-1 0,-1 1 0,1-1 0,0 0 1,0 0-1,-1-1 0,1 1 0,7-5 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54.1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108 41 1632,'0'0'6855,"4"-5"-6720,-1 1-144,0 1 0,1 0 0,-1 0 0,1 0 0,0 1 0,0 0 0,0-1 0,0 1 0,1 1 1,-1-1-1,1 0 0,-1 1 0,1 0 0,-1 0 0,1 1 0,5-1 0,16-1-45,46 4 0,-68-2 50,-1 0 0,1 1 0,-1-1 1,1 1-1,-1 0 0,0 0 0,1 0 0,-1 1 1,0-1-1,0 1 0,0 0 0,0-1 0,0 2 1,0-1-1,-1 0 0,5 5 0,-3-3 27,-1 1-1,0 0 1,0 0-1,0 0 1,-1 0-1,1 1 0,-1-1 1,0 0-1,1 9 1,0 3 143,-2-1 0,1 1 0,-2-1 0,0 1 0,-1-1-1,-5 25 1,2-24-33,0 0 1,-1-1-1,-1 0 0,-1 0 0,-13 23 0,-53 74 339,30-51-377,-14 23 40,-29 45-73,72-106 216,1 0 1,2 1-1,-14 41 1,25-66-274,-1 1 1,1-1-1,0 1 1,0 0-1,-1-1 0,1 1 1,0-1-1,0 1 0,0 0 1,0-1-1,0 1 1,0 0-1,0-1 0,0 1 1,0-1-1,0 1 0,1 0 1,-1-1-1,0 1 1,0 0-1,1-1 0,-1 1 1,0-1-1,1 1 1,-1-1-1,0 1 0,1-1 1,-1 1-1,1-1 0,-1 1 1,1-1-1,-1 0 1,1 1-1,22 3 6,-15-3 11,232 2 405,-220-4-802,-1 0 0,0-2 1,0 0-1,0-1 0,0-1 0,-1-1 1,30-14-1,-14 1-2332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54.4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80 6481,'0'0'6306,"243"-24"-6250,-155 16-56,7-4 0,6 0-640,35 0-1089,-23 4-1351,-18 4-3170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54.8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0 3409,'0'0'8646,"-12"32"-8304,-36 107 190,42-120-403,1 0-1,1 0 0,1 0 0,1 1 0,0 26 0,2-18 12,0 205 678,1-218-802,1-1-1,1 1 0,0-1 0,1 0 0,0 0 0,1 0 0,1-1 0,0 0 0,1 0 0,0 0 1,1-1-1,12 16 0,-15-22-166,0 0 1,0 0 0,1 0 0,0-1 0,0 0-1,0 0 1,0-1 0,1 1 0,0-1-1,0-1 1,0 1 0,0-1 0,1-1 0,-1 1-1,1-1 1,-1 0 0,1-1 0,0 0-1,0 0 1,0-1 0,0 0 0,-1 0-1,1-1 1,9-1 0,-12 0-272,1 1 1,-1-1-1,0 0 0,1-1 0,-1 1 1,0-1-1,0 0 0,5-5 1,28-33-4697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55.1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 1536,'0'0'6170,"361"-4"-6466,-242 4-1081,-30 0-487,-24 0-201</inkml:trace>
  <inkml:trace contextRef="#ctx0" brushRef="#br0" timeOffset="1">712 48 288,'0'0'7404,"10"35"-6560,33 110-127,-42-140-659,1 0 0,0 0 1,0 0-1,0 0 1,0-1-1,1 1 0,0-1 1,0 1-1,0-1 1,0 0-1,1 0 0,0 0 1,0-1-1,0 0 0,5 4 1,-5-5 11,1 0 0,0 0 0,0-1 1,0 0-1,-1 0 0,1 0 0,0-1 0,0 0 1,0 1-1,5-2 0,0 1 68,-7 0-78,1 0 0,-1 0 0,1-1 0,-1 1-1,1-1 1,-1 0 0,0 0 0,1 0 0,-1-1 0,0 1 0,0-1 0,1 1-1,-1-1 1,-1 0 0,1 0 0,0-1 0,2-2 0,-1 1-18,0-1 0,-1 0 0,0 1-1,0-2 1,0 1 0,0 0 0,-1-1 0,0 1 0,2-9 0,0-4 204,-1 0-1,-1-1 1,-1 1 0,0 0 0,-4-32-1,3 47-181,-1 0 0,1 0-1,-1 0 1,0 0-1,-1 0 1,1 0 0,0 1-1,-1-1 1,1 0 0,-1 1-1,0-1 1,0 1-1,0 0 1,0-1 0,0 1-1,0 0 1,-1 0-1,1 1 1,-1-1 0,0 0-1,1 1 1,-1 0 0,0-1-1,0 1 1,0 0-1,0 0 1,-5 0 0,-8-2 28,0 0 1,0 1-1,-31 1 0,44 1-117,1 0-21,1 0 0,-1 0 0,0 0 0,0 1 0,0-1 0,0 0 0,1 1 0,-1-1 1,0 1-1,0 0 0,1-1 0,-1 1 0,0 0 0,1 0 0,-1 0 0,1 0 0,-1 1 0,1-1 0,0 0 0,0 0 0,-1 1 0,1-1 0,0 1 0,0-1 0,0 1 0,0 0 0,1-1 0,-1 1 0,0 0 0,0 3 1,-1 4-448,1 1 0,0-1 1,0 1-1,2 18 1,-1-9-593,0-17 929,0 0-1,0 0 1,0 0-1,0 0 1,1-1-1,-1 1 1,1 0-1,-1 0 1,1 0-1,0 0 1,0 0-1,0-1 1,0 1-1,0 0 1,0-1-1,0 1 1,1 0-1,-1-1 1,0 0-1,1 1 1,-1-1-1,1 0 1,0 0-1,-1 0 1,1 0-1,0 0 1,0 0-1,-1 0 1,1-1-1,3 2 1,30 11-3054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55.5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3785,'0'0'4537,"77"238"-3977,-41-138 216,-1 3 216,7 0-96,-7 0-223,1-11-113,-1-13-104,1-12-344,-6-19-40,5-20-72,7-28-472,-7-4-1505,-5-40-1055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6:55.8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32 4217,'0'0'4449,"343"-24"-4449,-242 16-800,-24 8-2121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17.31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132 141 1016,'0'0'6631,"-18"20"-6500,14-17-64,0-1 1,0 0 0,0 1-1,0-2 1,-1 1 0,1 0-1,-1-1 1,1 0 0,-1 0-1,1 0 1,-7-1 0,11 0-62,0 0 1,-1 0-1,1 0 0,-1 0 1,1-1-1,0 1 0,-1 0 1,1 0-1,0-1 0,-1 1 1,1 0-1,0-1 0,-1 1 1,1 0-1,0-1 0,0 1 1,-1-1-1,1 1 0,0 0 1,0-1-1,0 1 0,-1-1 1,1 1-1,0-1 0,0 1 1,0 0-1,0-1 0,0 1 1,0-1-1,0 1 0,0-1 1,0-19 145,1 15-135,-1-128-1103,0 132 1068,0 1-1,1-1 0,-1 0 1,0 1-1,1-1 0,-1 0 0,1 1 1,0-1-1,-1 1 0,1-1 1,-1 1-1,1-1 0,0 1 0,-1 0 1,1-1-1,0 1 0,-1 0 1,1-1-1,0 1 0,0 0 1,-1 0-1,1-1 0,0 1 0,0 0 1,0 0-1,-1 0 0,1 0 1,0 0-1,1 1 0,26 3-403,-24-2 410,0 2-1,0-1 0,0 0 0,-1 1 1,1 0-1,-1 0 0,0 0 0,0 0 1,-1 0-1,1 1 0,-1-1 0,0 1 1,2 5-1,0 1-7,0 0-1,-1 0 1,-1 0 0,3 21-1,-2 3 73,-2 0 0,-6 65-1,4-94-21,-1 0-1,0 0 1,0-1-1,0 1 0,-1 0 1,0-1-1,0 1 1,0-1-1,0 0 1,-1 0-1,0-1 1,-6 6-1,8-7 8,-1-1 0,1 1-1,-1-1 1,0 0 0,0 0-1,1 0 1,-2-1 0,1 1-1,0-1 1,0 0 0,0 1-1,-1-1 1,1-1-1,0 1 1,-1 0 0,1-1-1,-1 0 1,1 0 0,-1 0-1,1 0 1,-1 0 0,1-1-1,-5-1 1,6 1-14,0 0 1,0-1-1,0 1 1,0-1-1,0 0 0,1 0 1,-1 0-1,1 0 1,-1 0-1,1 0 0,0 0 1,0 0-1,0 0 0,0 0 1,0-1-1,0 1 1,0 0-1,1-1 0,-1-2 1,-7-52 257,8 57-283,-2-19-110,1 0 0,1 1 0,1-1 0,3-19 0,-2 30 20,-1 1 0,1-1-1,1 0 1,0 1 0,0 0 0,0 0-1,1 0 1,0 0 0,0 0 0,1 1-1,0-1 1,6-6 0,-7 9-4,-1 1 0,1-1 1,0 0-1,0 1 0,0 0 1,1 0-1,-1 0 0,1 0 0,-1 1 1,1-1-1,0 1 0,0 1 1,0-1-1,0 1 0,0-1 0,0 1 1,0 1-1,1-1 0,-1 1 0,0 0 1,9 1-1,-13-1 101,0 1-1,0-1 1,0 1 0,0-1-1,0 0 1,0 1-1,0 0 1,-1-1 0,1 1-1,0 0 1,0-1 0,-1 1-1,1 0 1,0 0-1,-1-1 1,1 1 0,-1 0-1,1 0 1,-1 0 0,1 0-1,-1 0 1,1 0-1,-1 0 1,0 0 0,0 2-1,3 25 242,-3-26-211,1 23 393,0-19-311,0 0 0,-1 0 0,1 0-1,-1 0 1,-1 0 0,1-1 0,-1 1-1,0 0 1,0 0 0,-1 0 0,1-1-1,-6 11 1,4-11-25,-1-1 0,0 0 0,0 0 0,0-1 0,0 1 0,-1-1 0,1 0 0,-1 0 0,0 0 0,1-1 0,-2 0 0,1 0 0,-7 2 0,-1-1 250,-1 0 0,0-1-1,0-1 1,-18 0 0,31-1-344,0 0 0,1 0 1,-1-1-1,0 1 0,0 0 1,0 0-1,1 0 0,-1-1 0,0 1 1,0-1-1,1 1 0,-1 0 1,0-1-1,1 1 0,-1-1 0,1 1 1,-1-1-1,0 1 0,1-1 1,-1 0-1,1 1 0,0-1 0,-1 0 1,1 1-1,-1-1 0,1 0 1,0 0-1,0 1 0,-1-1 0,1 0 1,0 0-1,0 0 0,0 0 0,-1-36-650,2 20-104,-1-14-1569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18.6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8 114 1640,'0'0'5550,"-5"-9"-5500,4 6-43,0 0 0,1 0 0,0 1 0,-1-1 1,1 0-1,0 0 0,1 1 0,-1-1 0,0 0 0,1 0 0,0 1 0,-1-1 0,1 0 0,0 1 0,0-1 0,1 1 0,-1-1 0,0 1 0,1 0 0,0-1 0,-1 1 1,1 0-1,0 0 0,0 0 0,0 0 0,0 1 0,1-1 0,-1 0 0,0 1 0,1 0 0,-1-1 0,1 1 0,-1 0 0,5-1 0,2-1-151,0 1-1,0-1 0,0 2 0,1-1 1,-1 1-1,1 1 0,-1-1 0,0 2 1,15 1-1,-22-1 142,0-1 0,0 1 0,0 0 0,0 0 0,0 0 1,0 0-1,0 0 0,0 0 0,0 1 0,-1-1 0,1 0 0,0 1 0,-1 0 0,1-1 0,-1 1 0,0 0 1,1 0-1,-1 0 0,0 0 0,0 0 0,0 0 0,-1 0 0,1 0 0,0 0 0,-1 0 0,1 1 0,-1 2 1,2 9 98,-1 0 0,0 0 0,-2 19 1,0-10 203,1-21-240,-1 1 0,1 0-1,-1-1 1,0 1 0,0-1 0,0 1 0,0-1-1,0 1 1,0-1 0,-1 0 0,1 0-1,-1 1 1,0-1 0,1 0 0,-1-1 0,0 1-1,0 0 1,0 0 0,-1-1 0,1 1-1,0-1 1,-1 0 0,1 0 0,0 0 0,-1 0-1,0 0 1,1 0 0,-1-1 0,1 1-1,-1-1 1,0 0 0,1 0 0,-1 0 0,0 0-1,1 0 1,-1 0 0,0-1 0,1 1-1,-5-2 1,5 1-56,0 0 1,0-1-1,0 1 0,0 0 0,1-1 1,-1 1-1,0-1 0,1 1 0,-1-1 1,1 0-1,-1 0 0,1 0 0,0 1 0,0-1 1,0-1-1,0 1 0,0 0 0,0 0 1,1 0-1,-1 0 0,0-3 0,-1-4-29,0-1 0,1 1 0,0-16-1,0 4 34,1 14-39,-1 0 1,1-1-1,1 1 1,-1 0-1,1 0 1,3-8-1,-3 12-6,-1 1 0,1 0 0,1 0 0,-1 0 0,0 1-1,0-1 1,1 0 0,-1 0 0,1 1 0,-1-1 0,1 1 0,0-1 0,0 1 0,0 0 0,-1-1 0,1 1-1,0 0 1,1 0 0,-1 1 0,0-1 0,0 0 0,0 1 0,0-1 0,3 1 0,2-2-132,0 1-1,1 0 1,-1 1 0,0 0 0,1 0 0,-1 0 0,0 1 0,0 0-1,0 0 1,9 4 0,-11-3 140,0 0 0,-1 0 0,1 1 1,-1-1-1,0 1 0,0 0 0,0 1 0,0-1 0,-1 1 0,1-1 0,-1 1 0,0 0 0,0 0 0,0 1 0,2 5 1,-2-2 113,0 0 0,0 0 1,-1 1-1,0-1 1,-1 1-1,0 0 1,0-1-1,-1 1 1,0 0-1,0-1 1,-3 13-1,2-19-38,1 0 1,-1 0-1,0 0 1,0 0-1,0-1 0,0 1 1,0 0-1,-1-1 1,1 1-1,0-1 0,-1 0 1,1 1-1,-1-1 1,1 0-1,-1 0 0,0 0 1,1 0-1,-1 0 1,0 0-1,0 0 0,0-1 1,0 1-1,0 0 1,0-1-1,0 0 0,-3 1 1,-10 1 264,0-1 0,-23-1 0,26 0-66,1 0-99,3 1-43,-1-1-1,1 0 1,0-1-1,0 0 0,0 0 1,0-1-1,-10-3 1,15 4-125,1-1 0,-1 1 1,1-1-1,-1 0 0,1 0 1,0 0-1,0 0 0,0 0 1,0 0-1,0-1 1,0 1-1,1-1 0,-1 1 1,1-1-1,0 0 0,0 1 1,0-1-1,0 0 1,0 0-1,0 0 0,1 0 1,-1 0-1,1 0 0,0-5 1,-1 2-207,1 1-1,0-1 1,0 0 0,0 0 0,1 1 0,-1-1 0,1 0 0,1 1 0,-1-1-1,1 1 1,0-1 0,5-9 0,25-14-2792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2.1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2786 461 3929,'0'0'13205,"0"-9"-12102,0 1-863,0-2 122,0 1 1,-1-1-1,0 1 1,-2-11-1,2 16-317,0 1-1,-1-1 0,0 0 1,1 0-1,-1 1 1,-1-1-1,1 1 1,0 0-1,-1 0 1,0 0-1,0 0 1,-5-4-1,-30-23-135,-2 3 0,0 1 0,-2 2-1,-1 2 1,-1 2 0,-1 1 0,-71-19 0,-18 6-697,-190-23 1,-187 16-529,-4 34 375,421 5 758,62 0 44,-1 2-1,1 1 0,-1 1 0,1 2 0,1 1 0,-1 2 0,1 1 0,1 1 0,0 2 0,-51 29 0,32-10 15,1 2 0,1 2-1,2 2 1,2 2 0,-65 77-1,106-114-28,-1 0 0,0 1-1,1-1 1,0 1-1,0-1 1,0 1 0,0 0-1,0 0 1,1-1 0,0 1-1,-1 5 1,43-9-6462,-17-4 4685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2.5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267 1 1328,'0'0'9254,"-2"15"-8987,-1 0-184,-1 7 90,0 0-1,-2 0 0,-13 34 0,-196 357 1889,210-406-1967,4-5-61,0-1 0,0 1 0,0 0 1,1 0-1,-1-1 0,0 1 0,0 0 0,1 0 1,0 0-1,-1 0 0,1 0 0,0 0 0,0 0 1,0 2-1,12-3-140,363-1 103,-214 0-3622,-87 0-2182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3.6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3396 1357 2633,'0'0'5714,"-11"-33"-4100,-39-113-113,44 130-1195,-1 0-1,-1 0 1,-1 1-1,0 0 1,0 1-1,-23-25 1,12 15 75,-51-59 736,-5 3 0,-98-82 0,-192-115-78,282 221-1032,-2 3 1,-2 4-1,-2 5 1,-2 3-1,-2 4 1,-1 5-1,-2 3 0,-1 5 1,-1 4-1,0 5 1,-128-5-1,220 20-21,-210-1-494,169 4 360,-1 1 1,-69 16-1,40 1 20,0 4 0,-131 60 0,-127 104 84,315-176 34,1 1 0,0 1 0,1 1 0,1 0 0,1 2 0,-25 30 0,41-46 21,1 1-10,0-3-9,0 21-1575,0-11 722,1 0 0,1 0 1,-1-1-1,2 1 0,-1 0 0,1-1 0,1 1 0,-1-1 0,2 0 0,6 12 0,1-4-4848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4.2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243 1 2801,'0'0'11259,"0"11"-11339,-1 27 96,-2 0 0,-2 0 0,-2 0 0,-20 66 0,-69 151 173,12-37-10,79-199-154,0 0 0,2 0 0,0 1 0,1-1 0,0 38 0,3-56-25,-1-1 0,1 1-1,0 0 1,-1 0 0,1 0 0,0-1 0,-1 1 0,1 0 0,0-1 0,0 1 0,-1-1 0,1 1-1,0-1 1,0 1 0,0-1 0,0 1 0,0-1 0,0 0 0,0 0 0,0 1 0,0-1 0,0 0-1,0 0 1,0 0 0,0 0 0,0 0 0,0 0 0,0 0 0,1-1 0,6 2 3,376 4 356,-291-7-505,142-1-4497,-158 3-2704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28.9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44 2721,'0'0'10234,"237"0"-9834,-137-4-240,7-8-72,6-4-88,-7 5-56,19 11-976,-24 0-2033,-19 0-4089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27.4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5097,'0'0'9610,"0"12"-9919,0 48 99,10 729 25,-9-648-523,-1-167-4281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27.7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76 4481,'0'0'10530,"190"0"-10722,-72 0 264,7-8-24,-1-8-24,-5 0-24,-19 0 0,-11 1-704,-6 11-976,-29 4-1129,-19 0-2512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28.0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1 104 7498,'0'0'6625,"231"0"-6769,-113-20 256,7-4-112,-1 0-288,30 5-1368,-35 7-1465,-24 8-2992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28.5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1 273 2537,'0'0'5950,"16"-35"-5788,54-112-146,-48 95-43,-20 47 25,0 1 0,-1-1 1,2 1-1,-1-1 0,0 1 1,7-8-1,-2 31-552,12 77 490,-4 1 0,4 145 0,-19-218 97,1-8-29,-1-1 0,-1 0 0,0 1 0,-5 23 1,4-34 25,1-1-1,-1 0 1,0 1 0,0-1 0,0 0 0,0 0 0,-1 0 0,0 0 0,1-1 0,-2 1 0,1-1 0,0 0 0,-1 1 0,1-2 0,-1 1 0,0 0 0,0-1 0,0 1 0,-7 2-1,0-2 384,0-1 0,-1 1 0,1-2 0,0 0-1,-1 0 1,-20-2 0,15 1 1453,451 0-3201,-339 0-1427,-44 0-2012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29.7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 7962,'0'0'6849,"279"-4"-7273,-131 4-512,-30 0-1185,-23 0-2896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0.06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0 171 3873,'0'0'6017,"356"-103"-6497,-202 63-1544,-18 12-3242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1.4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6 118 4993,'0'0'5655,"-1"36"-5534,-1 1-85,-1 31 128,11 111 0,42 180 527,-19-152-490,-30-198-191,2 18 15,1-1 0,1 0 0,16 44 0,-11-56 95,-2-17 581,6-25 509,177-502 273,-112 317-1486,-17 21-274,1-4-348,-57 182 167,-2 14-745,-1 20-1727,-2-16 2570,4 31-4024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1.8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0 130 2969,'0'0'6572,"19"-21"-6515,60-64-46,-76 82-12,0 1 0,0-1 0,0 1 0,0-1 0,0 1 0,1 0 0,-1 0 0,8-2 0,13 4 30,-10 2 117,-13-2-122,0 0 0,0 1-1,0-1 1,-1 0-1,1 1 1,0-1 0,0 1-1,0-1 1,0 1-1,-1-1 1,1 1-1,0-1 1,-1 1 0,1 0-1,0-1 1,-1 1-1,1 0 1,-1 0 0,1 0-1,-1-1 1,1 1-1,-1 0 1,0 0 0,1 0-1,-1 0 1,0 0-1,0 0 1,1 0-1,-1 0 1,0-1 0,0 1-1,0 1 1,0 42 778,0-30-455,0 2-168,-1 1 0,0 0 0,-1 0 0,-1-1 0,-1 1 0,0-1 0,-10 24 0,7-23-105,3-9 8,0 0 0,1 1 0,0 0 0,0-1 1,1 1-1,0 0 0,-1 14 0,9-23-88,348 0-2119,-293-4-1760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2.42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18 960,'0'0'11413,"12"-3"-11406,2-1 6,0 1 1,1 0-1,22-1 1,-31 4-2,1 0 1,-1 0-1,0 1 1,0 0-1,0 0 0,0 0 1,0 1-1,0-1 1,0 2-1,0-1 1,0 1-1,-1-1 1,8 6-1,-8-4 35,0 0 0,1 1 0,-2-1 0,1 1 0,0 0 0,-1 0 0,0 0 0,0 1 0,-1 0 1,1 0-1,-1-1 0,-1 2 0,1-1 0,-1 0 0,0 1 0,0-1 0,1 13 0,-3-18-46,0 0 0,0-1 0,0 1 0,0 0 1,0-1-1,0 1 0,1 0 0,-1-1 0,0 1 0,0-1 0,1 1 0,-1 0 1,0-1-1,1 1 0,-1-1 0,0 1 0,1-1 0,-1 1 0,1-1 1,-1 1-1,1-1 0,-1 0 0,1 1 0,-1-1 0,1 1 0,0-1 0,-1 0 1,1 0-1,-1 1 0,1-1 0,0 0 0,-1 0 0,1 0 0,0 0 1,1 0-1,1 1-6,46 18-12,0 3-1,-1 1 1,-2 3 0,55 39-1,-90-57 23,-1 1 0,0 1 0,0-1 0,-1 2 0,15 20 0,-20-23 14,0-1 0,0 0 0,-1 1 0,0 0 0,0-1 0,-1 1 0,0 0 0,-1 1 0,0-1 0,0 0 0,0 9 0,-1-14 28,-1-1 0,1 1 0,0 0 0,-1 0 0,0-1 0,0 1 0,1 0 0,-2-1 0,1 1 1,0-1-1,0 1 0,-1-1 0,1 0 0,-1 0 0,0 1 0,0-1 0,0 0 0,0-1 0,0 1 0,0 0 1,0 0-1,-1-1 0,1 0 0,0 1 0,-1-1 0,-4 2 0,-6 1 157,0 0 0,-1-1 0,1 0-1,-16 1 1,25-3-166,-39 3-31,0-1-1,-77-6 1,109 1-857,0 0 1,1 0-1,-1-1 0,1-1 0,-14-5 1,-7-4-6534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2.9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96 3633,'0'0'10162,"219"4"-9490,-83-4 144,19 0-256,10-16-360,1-12-80,-12 1-120,12 7-584,-35 12-1176,-42 8-2617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3.6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24 6361,'0'0'7989,"75"7"-7605,-2 0-242,435 22 803,783-61 451,-1200 25-1773,211-15 962,-101 16-6316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4.2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74 3025,'0'0'6256,"58"-12"-6170,189-36-54,-220 43-9,0 1 0,0 1 0,0 2 0,32 2 0,-29 0 46,-22-1-19,0 0-1,0 1 1,-1 0-1,1 1 1,-1-1-1,1 1 1,-1 1-1,11 4 1,-14-4-7,0-1 0,0 1-1,-1-1 1,1 1 0,-1 0 0,0 0 0,0 0 0,0 1-1,0-1 1,-1 1 0,0 0 0,1-1 0,-1 1-1,0 0 1,-1 0 0,3 7 0,0 5 132,-1 1-1,-1 0 1,0-1-1,-1 1 1,-1 0 0,-1 0-1,0-1 1,-1 1 0,-1 0-1,0-1 1,-1 0-1,-1 0 1,-1 0 0,-10 22-1,-162 270 899,76-138-958,71-119-112,14-24 14,1 0 0,1 1 1,-20 54-1,35-81-30,0 0-1,0-1 0,1 1 0,-1 0 0,0-1 1,0 1-1,0 0 0,1-1 0,-1 1 0,0-1 0,1 1 1,-1-1-1,1 1 0,-1-1 0,1 1 0,-1-1 1,1 1-1,-1-1 0,1 1 0,-1-1 0,1 0 1,-1 1-1,1-1 0,0 0 0,-1 0 0,1 1 0,-1-1 1,1 0-1,0 0 0,-1 0 0,1 0 0,0 0 1,-1 0-1,1 0 0,0 0 0,-1 0 0,1 0 0,1-1 1,39 1 47,-29 0-66,7-1 58,0-1-1,0 0 0,0-2 1,-1 0-1,1-1 1,20-9-1,109-54 110,-101 45-184,280-134-3643,-251 120 110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4.5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0 223 1664,'0'0'11235,"386"-139"-11235,-215 104-408,-28 7-1289,-25 8-3200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5.0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6 280 5521,'0'0'5664,"4"0"-5167,-2-1-451,0 1 0,0-1 0,1 0-1,-1 1 1,0-1 0,0 0 0,0 0-1,-1-1 1,1 1 0,0 0-1,0-1 1,-1 1 0,1-1 0,0 1-1,-1-1 1,0 0 0,1 1-1,-1-1 1,0 0 0,0 0 0,1-3-1,23-54 314,-22 50-311,6-15-7,-2 8-53,-1-1 0,-1 1 0,-1-1 1,0 0-1,-1-1 0,-1 1 0,1-21 0,9 62-984,125 393 419,-120-361 569,-8-23 30,-1 1 1,-1 0-1,-2 0 0,1 69 1,-6-100 1,0-1 1,0 1 0,0-1-1,0 1 1,-1 0 0,1-1-1,-1 1 1,1-1 0,-1 1-1,0-1 1,0 1-1,0-1 1,-1 0 0,1 1-1,0-1 1,-1 0 0,-3 4-1,2-4 27,-1 1-1,1-1 1,-1 0-1,0 0 1,0-1-1,0 1 1,0-1-1,0 1 1,0-1-1,-7 0 1,-25 4 256,0-2 1,-67-4-1,25 0 214,77 1-579,7 0-438,112 1 372,242-10 43,-303 5-743,-19 4-3957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6.6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9978,'0'0'8554,"0"8"-11347,0 20-2456,0-4-4481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6.9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380 1 3449,'0'0'10106,"-59"202"-9186,-7-87-920,-34 72 0,17-32-2040,12-20-5250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3.25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44 5673,'0'0'8378,"445"0"-7722,-262 0-176,1-16-152,-6 4-184,-18 0-144,-30 8-208,-29 4-1048,-36 4-2753,-29 20-3272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7.3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4305,'0'0'7438,"12"37"-7084,3 10-194,52 183 711,-48-137-549,-4 0 0,-5 1 0,0 103 0,-10-149-3321,-4-85-19,-16-19-2516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7.6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28 2601,'0'0'11202,"308"0"-10250,-178 0-264,0-4-208,-5-7-240,-7 3-128,-5 4-112,-18 4-176,0 0-1040,-24 12-1216,-30 15-2921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8.0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6985,'0'0'6962,"403"16"-6378,-261-16-352,-6 0-136,0 0-96,18 0-664,-29 0-1680,-30 0-4050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8.4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81 6553,'0'0'8262,"7"-12"-8293,-4 8 21,0-1-1,0 1 1,1-1-1,-1 1 0,1 0 1,0 0-1,0 0 1,1 1-1,-1 0 0,1-1 1,-1 2-1,1-1 1,0 0-1,0 1 0,0 0 1,0 0-1,1 0 1,-1 1-1,6-1 0,13-1-235,1 1 0,-1 1 0,38 4 0,-60-3 235,-1 1 1,1-1-1,0 1 0,0 0 1,0-1-1,0 1 0,-1 0 0,1 0 1,0 0-1,-1 1 0,1-1 0,-1 0 1,1 0-1,-1 1 0,0-1 0,0 1 1,1 0-1,-1-1 0,0 1 0,0 0 1,-1-1-1,1 1 0,0 0 0,0 0 1,-1 0-1,1 0 0,-1 0 0,0 3 1,2 8 34,-1 1 0,-1-1-1,-1 19 1,0-7 55,0-12-28,0 0 1,-1 0 0,0 0-1,-1-1 1,0 1-1,-1-1 1,-1 0 0,-10 20-1,-8 9 94,-31 42-1,7-13 58,24-34-38,6-11 258,2 1-1,-24 53 1,39-79-419,1 1 0,-1-1-1,0 1 1,0-1-1,0 0 1,0 1 0,1-1-1,-1 0 1,0 1-1,0-1 1,1 0-1,-1 0 1,0 1 0,1-1-1,-1 0 1,0 0-1,1 1 1,-1-1 0,0 0-1,1 0 1,-1 0-1,0 0 1,1 0-1,-1 1 1,1-1 0,-1 0-1,0 0 1,1 0-1,-1 0 1,1 0 0,-1 0-1,0 0 1,1 0-1,-1 0 1,1-1 0,-1 1-1,0 0 1,1 0-1,-1 0 1,1-1-1,2 1 18,308-19 405,-158 7-4192,-101 8-1106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9.0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40 208,'0'0'13499,"296"0"-12811,-147 0-160,-1-7-120,-6-9-248,-12 4-72,-17 8-88,-12 4-304,-24 0-1608,-30 0-3809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9.5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1136,'0'0'13299,"320"4"-12843,-214-4-304,1 0-48,-12 0-104,-12 4-456,-18 12-1144,-18-4-2465,-29 0-2104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39.9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3201,'0'0'8674,"379"39"-8362,-261-39-312,42 0-521,-35 0-1647,-25 0-4241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1.4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1 5145,'0'0'7918,"-1"14"-8025,1-1 98,0 1 1,0-1-1,2 0 0,-1 0 1,2 0-1,0 0 0,0 0 1,1 0-1,6 11 0,132 369 556,-66-168-175,-68-202-304,1-1 0,1 0 0,22 36 0,-19-47 129,-5-14 644,2-27 248,84-338-109,6-28-1173,-98 369 147,-2 23-21,0 0 0,0-1 0,1 1 0,-1 0 0,1 0 0,0-1 0,0 1 0,1 0 0,2-7 0,-3 10-86,-1 1 0,1 0 0,-1-1-1,1 1 1,0 0 0,-1-1 0,1 1 0,-1 0 0,1 0-1,0 0 1,-1 0 0,1-1 0,-1 1 0,1 0 0,0 0-1,-1 0 1,1 0 0,0 0 0,-1 0 0,1 1 0,-1-1-1,1 0 1,0 0 0,-1 0 0,1 1 0,-1-1 0,1 0-1,0 0 1,-1 1 0,1-1 0,-1 1 0,1-1 0,-1 0-1,0 1 1,1-1 0,-1 1 0,1-1 0,-1 1 0,0-1-1,1 1 1,-1-1 0,0 1 0,0 0 0,1-1 0,-1 1-1,0 0 1,12 21-4345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1.9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22 121 5737,'0'0'8837,"-4"-12"-8703,-12-39-298,16 50 151,-1 0-1,1 0 0,0-1 0,-1 1 0,1 0 1,0-1-1,0 1 0,0-1 0,0 1 0,0 0 0,0-1 1,1 1-1,-1 0 0,0-1 0,1 1 0,-1 0 1,1 0-1,-1-1 0,1 1 0,0 0 0,-1 0 0,1 0 1,0 0-1,0 0 0,0 0 0,0 0 0,0 0 1,0 0-1,0 0 0,0 0 0,0 1 0,2-2 0,2 0-46,0 0 0,1 0 0,-1 1 0,1-1-1,10 0 1,-8 1-69,-3 0 67,6-1-182,1 0 0,0 1 1,14 1-1,-24 0 219,-1 0 0,1 0 0,0 0-1,0 0 1,0 0 0,0 1 0,0-1 0,0 1 0,-1-1 0,1 1 0,0 0 0,0 0 0,-1 0 0,1 0 0,-1 0-1,1 0 1,-1 0 0,1 0 0,-1 1 0,1-1 0,-1 0 0,0 1 0,0-1 0,0 1 0,0 0 0,0-1 0,1 3 0,0 8 6,0 0 1,-1 0-1,0 0 1,-1 0 0,-2 19-1,1 7 20,-1-23 45,0 0-1,-1-1 1,-1 1-1,0-1 1,-1 0-1,0 0 1,-1 0-1,-1-1 1,-8 15-1,7-16 27,0 2-1,2-1 1,0 1-1,0 0 1,1 0 0,1 0-1,0 1 1,1 0-1,-1 16 1,4-29-60,0 0 3,0 0-1,-1-1 1,1 1 0,0 0-1,0 0 1,1 0 0,-1-1-1,0 1 1,1 0 0,-1 0 0,1-1-1,-1 1 1,2 2 0,0-3-4,0 0 1,0 0 0,0-1 0,-1 1 0,1-1 0,0 0 0,0 1 0,0-1 0,0 0-1,0 0 1,0 0 0,4-1 0,75 1 40,121-16-1,-117 1-1810,-12-1-1899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2.6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52 2697,'0'0'8805,"10"-8"-8639,-6 4-160,0 0-5,0 0-1,0 1 1,1-1-1,-1 1 1,1 0-1,0 0 1,-1 1-1,1 0 1,0-1-1,0 2 1,1-1-1,-1 0 1,0 1-1,1 0 1,9 0-1,-4 1 1,1-1 0,1 1 0,-1 1 0,1 0-1,-1 1 1,18 4 0,-27-5-1,0 0 0,0 1 0,0-1-1,0 1 1,0 0 0,0-1 0,0 2 0,0-1 0,-1 0 0,1 0 0,-1 1 0,1-1-1,-1 1 1,0 0 0,0 0 0,0 0 0,-1 0 0,1 0 0,-1 0 0,0 0 0,1 1-1,-1-1 1,-1 0 0,2 6 0,0 5 43,0 0 1,-1 0-1,-1 0 0,-1 18 0,0-26-19,0-1-1,1 1 1,-2 0 0,1-1-1,-1 1 1,0-1-1,0 1 1,0-1 0,-1 0-1,0 0 1,0 0-1,-6 7 1,-20 20 99,28-31-139,7-1-394,26 1 384,0 1-1,0 2 1,0 1-1,-1 1 0,0 2 1,0 2-1,-1 0 1,0 2-1,-1 1 1,30 19-1,-54-29 51,-1 0 1,1 0-1,-1 1 0,1-1 0,-1 1 1,0 1-1,-1-1 0,1 0 0,-1 1 1,0-1-1,0 1 0,0 0 0,0 0 0,-1 1 1,0-1-1,0 0 0,-1 1 0,1-1 1,-1 1-1,0-1 0,-1 1 0,1 0 1,-1-1-1,0 1 0,-1 0 0,1-1 1,-1 1-1,-2 6 0,2-9 13,-1 1 0,0 0 0,1-1 0,-1 1 0,-1-1 0,1 0 0,0 1 0,-1-1 0,0 0 0,1 0 0,-1-1 0,0 1 0,-1-1 0,1 1 0,0-1 0,-1 0 0,1 0 0,-1-1 0,-5 3 0,-9 2 126,0 0-1,-33 5 1,-4-4 57,-1-3-1,1-2 0,-78-6 1,122 2-465,0 1 1,0-1-1,0-1 0,1 0 1,-1 0-1,1-1 1,0 0-1,0-1 0,0 0 1,1-1-1,0 0 1,0 0-1,0-1 1,-10-11-1,-13-13-4507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4.10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99 4889,'0'0'10450,"34"1"-10444,487 2 395,384-53 236,-182 2-370,-212 43-303,-410 5-176,-99 0-333,-2 1 409,0 1 0,0-1 0,-1 0 0,1 0 0,0 1 0,-1-1 0,1 0 0,-1 0 1,1 0-1,-1 0 0,1 0 0,-1 0 0,0 0 0,0 0 0,0 0 0,1 0 0,-1 0 0,0 0 0,0-1 1,0 1-1,-2 1 0,-26 11-1914,20-10 612,-39 17-7133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4.8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32 1536,'0'0'3473,"59"-4"-3350,191-15 59,-192 15-106,-44 2 6,0 1 0,0 0-1,0 1 1,0 0 0,0 1 0,0 1-1,17 4 1,-25-4 10,0 0 1,-1 0-1,1 0 0,0 1 1,-1 0-1,1 1 0,-1-1 0,0 1 1,0 0-1,0 0 0,-1 0 1,1 1-1,-1 0 0,0 0 1,0 0-1,-1 0 0,0 0 1,0 1-1,0 0 0,0-1 1,2 11-1,0 3 203,0 1 0,-1 0 0,-2 0 0,0 0 0,-1 30 0,-2-34-182,0 0 1,-2 0-1,1 0 1,-2-1-1,0 1 0,-1-1 1,-1 0-1,0-1 1,-1 1-1,-15 23 1,-8 5 227,-1-1 0,-38 37 0,-147 134 1757,156-157-1219,59-56-893,0 1 0,0-1 1,1 1-1,-1 0 1,0 0-1,0-1 1,1 1-1,-1 0 1,1 0-1,-1 0 0,0 0 1,1-1-1,0 1 1,-1 0-1,1 0 1,0 0-1,-1 0 0,1 0 1,0 0-1,0 0 1,0 0-1,0 0 1,0 2-1,0-2-3,1 0 1,-1 0-1,1 0 1,0 0-1,-1 0 0,1-1 1,0 1-1,0 0 1,0-1-1,0 1 0,-1 0 1,1-1-1,0 1 1,0-1-1,0 1 0,0-1 1,0 0-1,2 1 1,8 2-54,-1-1 0,1 0 0,17 0 1,-22-2 99,47 3-57,58-4 0,-86-1-83,-1-1 0,0-1 1,-1-1-1,41-14 0,-12-1-975,72-40 0,-100 46-578,-1-1 0,35-30 0,-25 13-4258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5.1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68 3929,'0'0'7834,"302"-12"-7618,-213 0-216,12 4-24,35-8-809,-24 4-1519,-11 4-2985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5.5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 36 4441,'0'0'9882,"-7"-4"-10029,5 3 114,-17-13-265,20 8 83,16 1-76,3 2-60,-1 2 0,1 0 0,0 1 0,23 3 0,-39-3 329,1 1-1,-1 0 0,0 0 1,0 0-1,1 0 0,-1 1 1,0-1-1,-1 1 0,1 0 1,0 0-1,0 1 1,-1-1-1,1 1 0,-1 0 1,0 0-1,0 0 0,0 0 1,0 0-1,-1 1 0,1-1 1,-1 1-1,0 0 1,0 0-1,0 0 0,2 6 1,-1 6 89,0 1 1,-1-1-1,-1 1 1,0-1-1,-1 1 1,-1-1-1,0 1 1,-2-1-1,0 1 1,0-1-1,-2 0 1,0-1-1,-1 1 1,0-1-1,-17 29 1,4-13 184,-53 99 626,66-116-816,1 0 0,0 0 0,0 1 0,2-1 0,0 1 0,0 0 0,0 24 0,3-38-61,0 0 1,0 0 0,0 0-1,0-1 1,0 1 0,1 0 0,-1 0-1,0 0 1,1-1 0,-1 1-1,0 0 1,1 0 0,-1-1 0,1 1-1,-1 0 1,1-1 0,-1 1-1,1 0 1,0-1 0,-1 1 0,1-1-1,0 1 1,-1-1 0,1 1-1,0-1 1,0 0 0,-1 1 0,3-1-1,24 5 71,-20-5-43,212 3 481,-129-5-742,-3 2-1439,-23 0-2250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8.5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101 452 1568,'0'0'14282,"-17"-29"-13786,-50-84-141,50 84-231,18 36-615,1 0 414,-1 0 1,1 0-1,0 0 1,1 0-1,0-1 1,0 1-1,0-1 1,1 0-1,-1 0 1,2 0-1,-1 0 1,1-1-1,-1 0 1,8 6-1,9 14 33,113 151 177,210 368 1,-336-535 92,-4-13 663,-3-19 281,-1 20-1318,2-26 241,0-1 0,2 0 0,14-55 0,38-85 125,-42 129-206,99-318-1751,-98 296 1034,-2-1 1,-2 0-1,2-112 1,-15 203-2311,-8 17-1784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48.93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 4065,'0'0'11314,"397"0"-11130,-243 0-64,-6 0-64,-12-4-40,-23 4-16,-1 0-488,-41 24-1408,-23 4-3257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0.4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16 6873,'0'0'8258,"106"0"-8554,-23 0 296,12 0 64,0 0-56,0 0-8,-12-4-120,0 0-416,0 0-736,-24 4-809,-12-4-1864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0.8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4913,'0'0'6946,"303"12"-6690,-191-12-184,42 0-72,-23 0-1385,-25-4-3696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5.3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 68 3409,'0'0'11981,"-5"4"-12205,2-1 180,1 0 1,0-1-1,0 1 0,0 0 0,0 0 1,0 0-1,1 1 0,-1-1 1,1 0-1,0 0 0,0 1 1,0-1-1,0 1 0,1-1 1,-1 1-1,1-1 0,0 1 0,0-1 1,1 7-1,2 7 22,1 0 0,0-1 0,7 18 0,-5-16 18,44 146 125,22 68 4,-49-170-87,51 99 0,-61-146 71,-12-15-89,-1 0 0,0 0-1,0 0 1,1 0 0,-1 0-1,0 0 1,1 0 0,-1 0-1,0 0 1,1 0 0,-1 0-1,0 0 1,0 0 0,1 0-1,-1-1 1,0 1 0,1 0-1,-1 0 1,0 0 0,0-1-1,0 1 1,1 0 0,-1 0-1,0-1 1,0 1 0,0 0-1,1 0 1,-1-1 0,0 1-1,0 0 1,0 0 0,0-1-1,0 1 1,0-1 0,8-41 1443,-6 26-1461,10-47 191,4 1 0,33-90 0,65-115-804,-18 46-444,-91 206 870,-4 13 58,-1 1-1,0-1 0,0 1 1,1-1-1,-1 1 0,1-1 1,-1 1-1,1-1 0,0 1 1,-1-1-1,1 1 0,0 0 1,0-1-1,0 1 0,0 0 1,0 0-1,0 0 1,1 0-1,-1 0 0,0 0 1,0 0-1,1 0 0,-1 0 1,1 1-1,-1-1 0,1 0 1,-1 1-1,1 0 0,-1-1 1,1 1-1,-1 0 0,1-1 1,2 1-1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5.9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1 377 3081,'0'0'5852,"29"-38"-5767,95-124-58,-68 83 30,-35 31 37,-15 31-63,-5 15 3,0-1-54,0 0 0,0 0 0,0 1-1,0-1 1,1 0 0,0 1 0,3-5 0,-5 6-20,1 1 0,0 0 0,-1-1 0,1 1 0,0-1 0,0 1 0,-1 0 1,1 0-1,0-1 0,0 1 0,-1 0 0,1 0 0,0 0 0,0 0 0,0 0 0,0 0 0,-1 0 0,1 0 0,0 0 1,0 0-1,0 0 0,-1 1 0,1-1 0,0 0 0,0 1 0,-1-1 0,1 0 0,0 1 0,0-1 0,-1 1 0,1-1 1,-1 1-1,1-1 0,0 1 0,-1 0 0,1 0 0,3 3-70,-1 0 1,0 0-1,0 0 0,0 1 1,0-1-1,-1 1 0,0 0 1,0-1-1,3 11 0,10 50-275,-12-49 260,5 28-97,-2 2-1,-2-1 1,-2 0-1,-6 82 1,3-121 216,-1 0 0,1 1 0,-1-1 1,0 0-1,-1 0 0,1 0 0,-1 0 1,-1 0-1,1-1 0,-1 1 0,1-1 1,-2 0-1,1 0 0,0-1 0,-1 1 0,0-1 1,-7 5-1,-9 5 446,0-2 0,-1 0-1,-30 11 1,-1 0 2424,48-20-2238,-3 1 1369,20-2-1580,381-2-946,-332 2-1798,-12 8-2309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6.78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18 193 5281,'0'0'7122,"-5"-31"-7173,0-2-22,-3-59-1,8 90 66,0 1-1,0 0 0,0-1 0,0 1 1,1-1-1,-1 1 0,0-1 0,1 1 1,-1 0-1,1-1 0,-1 1 0,1 0 1,0-1-1,0 1 0,-1 0 0,1 0 1,0 0-1,0-1 0,0 1 0,0 0 1,0 0-1,0 1 0,1-1 0,-1 0 1,0 0-1,0 0 0,3 0 0,-1 0-40,1 0-1,0 1 0,0 0 1,0-1-1,-1 1 0,1 0 0,6 2 1,3-1-165,-7-2 114,-1 1-1,0 1 1,1-1-1,-1 1 0,0 0 1,1 0-1,-1 0 1,8 4-1,-11-4 84,0 0-1,1 1 0,-1 0 0,0 0 0,0-1 0,0 1 0,0 0 0,-1 1 1,1-1-1,0 0 0,-1 0 0,1 1 0,-1-1 0,0 1 0,0-1 0,0 1 1,0 0-1,0 2 0,3 13 18,-1 1 0,-1-1 1,-1 0-1,-2 32 0,0-10 54,1-27-11,-2 0 0,1 1 0,-2-1 0,0 0 0,0 0 0,-7 16 0,-39 75 590,9-18 297,33-60-377,7-26-552,0 0 0,0 0 0,0 0 0,0 1 0,0-1 0,0 0 0,0 0 0,0 1 0,0-1 0,0 0 0,0 0 0,0 0 0,0 1 0,0-1 0,0 0 0,1 0 0,-1 0 0,0 0 0,0 1 0,0-1 0,0 0 0,0 0 0,1 0 0,-1 0 0,0 0 0,0 1 0,0-1 0,1 0 0,-1 0 0,0 0 0,0 0 0,0 0 0,1 0 0,-1 0 0,0 0 0,0 0 0,1 0 0,-1 0 0,0 0 0,0 0 0,0 0 0,1 0 0,-1 0 0,0 0 0,0 0 0,0 0 0,1 0 0,-1-1 0,3 1 13,168-7 131,-141 4-1530,52-15 0,-32 3-3205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7.3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1 151 6769,'0'0'9955,"59"-47"-10532,30 27 577,24-4 56,17 0-56,0 4-208,36 9-640,-35 7-1088,-19 4-2937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7.7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36 1 5129,'0'0'3601,"-6"254"-3137,6-147-136,-6 0-96,-6 0-48,6-16-56,6-19-80,-6-37-48,6-15-1144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8.0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3593,'0'0'6681,"409"28"-6449,-243-28-232,-29 0-984,-19 0-1488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8.4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1 405 2697,'0'0'3559,"11"38"-2201,0 6-987,9 27 471,39 98 0,-40-124-366,114 259 2502,-132-302-2886,12 19 190,-13-21-243,1 1-1,-1-1 1,0 0 0,0 1-1,1-1 1,-1 0 0,0 1 0,1-1-1,-1 0 1,1 0 0,-1 1-1,0-1 1,1 0 0,-1 0 0,1 1-1,-1-1 1,0 0 0,1 0-1,-1 0 1,1 0 0,-1 0 0,1 0-1,-1 0 1,1 0 0,-1 0-1,0 0 1,1 0 0,-1 0 0,1 0-1,-1 0 1,1 0 0,-1-1-1,0 1 1,1 0 0,-1 0 0,1 0-1,-1-1 1,0 1 0,1 0-1,-1-1 1,0 1 0,1 0 0,-1 0-1,0-1 1,1 1 0,-1-1-1,0 1 1,0 0 0,1-1 0,-1 1-1,0-1 1,6-11 343,-1-1-1,0 1 1,5-24-1,1 0-116,111-317-298,23-128-1953,-131 419 1522,-11 44 144,0 0 0,13-33 0,-14 46-669,-2 25-7263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8.77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76 4337,'0'0'7714,"8"-10"-8014,-3 3 232,-2 3 37,0-1 0,0 1 0,1 0 0,-1 0 0,1 1 0,0-1-1,0 1 1,0 0 0,0 0 0,1 0 0,-1 0 0,1 1-1,0-1 1,0 1 0,6-1 0,6 0-70,1 1-1,-1 1 1,20 1 0,-14 0-125,-21 0 210,0 1 0,0-1 0,0 0 0,0 0-1,0 1 1,0-1 0,0 1 0,0 0 0,0-1 0,0 1-1,0 0 1,0 0 0,0 0 0,-1 1 0,1-1 0,0 0 0,-1 1-1,3 2 1,-1-1 11,-1 1 1,0 0-1,1-1 0,-1 1 0,-1 0 1,1 0-1,-1 0 0,3 8 0,-1 7 70,-1 1-1,0-1 0,-2 26 0,0-32-27,1 5 35,-2 0 0,1 0 0,-2 0 0,-1 1 0,0-2 0,-1 1-1,-1 0 1,0-1 0,-10 19 0,-89 141 1132,68-121-670,34-53-480,0 1 0,1-1 1,-1 0-1,1 0 0,0 1 1,0-1-1,0 1 0,0-1 0,1 1 1,-1-1-1,1 1 0,0-1 1,0 7-1,1-9-53,-1 0 1,1 0-1,0-1 0,0 1 0,-1 0 1,1 0-1,0-1 0,0 1 1,0 0-1,0-1 0,0 1 0,0-1 1,0 1-1,0-1 0,0 0 1,0 1-1,0-1 0,0 0 0,0 0 1,0 0-1,0 0 0,0 0 1,0 0-1,0 0 0,0 0 0,0 0 1,2-1-1,3 2 4,157 3-183,-54-4-2782,-41 0-3289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9.28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34 47 3937,'0'0'9625,"-8"-6"-9788,4 4 102,-16-18-425,20 20 479,-1 0-1,1-1 1,0 1 0,0 0 0,0 0-1,0-1 1,0 1 0,0 0 0,0-1-1,0 1 1,0 0 0,0 0-1,0-1 1,0 1 0,0 0 0,0-1-1,0 1 1,0 0 0,0 0-1,0-1 1,0 1 0,0 0 0,1-1-1,-1 1 1,0 0 0,0 0 0,0 0-1,0-1 1,1 1 0,-1 0-1,0 0 1,1-1 0,18-4-166,-1 3 135,1 0 1,-1 2 0,29 2 0,-42-1 31,1 0 0,0 0 0,-1 1 0,1-1 0,-1 1 1,1 0-1,-1 1 0,0-1 0,0 1 0,0 0 0,0 0 0,-1 1 1,1-1-1,-1 1 0,5 5 0,-4-2 46,1 1 0,-1-1 1,0 1-1,0 0 0,-1 0 0,0 1 1,-1-1-1,0 1 0,3 14 0,-2-1 95,-2 1 0,0 39 0,-2-60-137,1 0 0,-1 0 0,1 0-1,0 0 1,0 0 0,0-1 0,0 1 0,0 0 0,0-1 0,0 1 0,0 0 0,1-1 0,-1 0 0,0 1-1,1-1 1,-1 0 0,4 2 0,36 23-55,-26-18 46,19 12 12,-2 1-1,0 2 0,-1 1 0,-2 2 1,29 30-1,-52-48 35,-1 0 1,0 1-1,0-1 1,-1 1 0,0 0-1,0 0 1,-1 1-1,0-1 1,-1 1-1,0-1 1,-1 1 0,1 0-1,-2-1 1,0 1-1,0 0 1,-1 0-1,-2 15 1,1-19 25,1-1-1,-1 1 1,0-1 0,-1 0 0,1 0-1,-1 0 1,0 0 0,0 0 0,-1 0-1,1-1 1,-1 0 0,0 0-1,0 0 1,-1 0 0,1 0 0,-1-1-1,0 0 1,0 0 0,-9 4 0,-3 2 106,-1-2 1,0 0 0,0-1 0,-34 6 0,17-6-19,0-2 1,-36-1 0,52-2-297,0-2-1,0-1 1,0 0 0,0-1-1,-25-8 1,36 8-174,1 0-1,0 0 1,0-1-1,0 0 1,-11-9-1,-20-25-3489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7:59.7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1272,'0'0'9930,"391"47"-8929,-202-47-329,13 0-376,-1 0-296,31 0-16,-61 0-1609,-40 0-4536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2.2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0 5217,'0'0'14699,"-23"16"-16691,23 16-2217,0 0-2769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2.6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380 0 4425,'0'0'7786,"-172"210"-7378,89-75-408,12-16-1193,17-19-2015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3.3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1 140 5049,'0'0'9333,"6"36"-9892,-5-31 556,17 83-9,41 123-1,78 262 94,-98-326-41,-37-139-36,3 13 2,1-1 0,1 0 0,0 0 0,2 0 0,13 23 0,-12-34 62,-5-15 242,-1-25 398,-4 21-619,57-337 1028,27 2-1035,18-94-447,-89 361-107,-13 78 420,0 0 1,0 0-1,0 0 1,0-1 0,0 1-1,0 0 1,0 0 0,1-1-1,-1 1 1,0 0-1,0 0 1,0 0 0,0 0-1,0-1 1,0 1-1,0 0 1,1 0 0,-1 0-1,0 0 1,0-1 0,0 1-1,0 0 1,1 0-1,-1 0 1,0 0 0,0 0-1,0 0 1,1 0-1,-1 0 1,0 0 0,0-1-1,1 1 1,-1 0 0,0 0-1,0 0 1,0 0-1,1 0 1,-1 0 0,0 0-1,0 1 1,1-1-1,-1 0 1,0 0 0,0 0-1,0 0 1,1 0-1,-1 0 1,0 0 0,0 0-1,0 0 1,0 1 0,1-1-1,-1 0 1,0 0-1,0 0 1,0 0 0,0 1-1,0-1 1,1 0-1,-1 0 1,0 0 0,0 1-1,0-1 1,1 17-5496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3.9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0 358 5545,'0'0'4613,"32"-37"-4537,101-119-37,-127 149-36,18-20 12,-1 0-1,37-58 1,-60 84-53,1 0 1,-1 0 0,1 0 0,-1 0 0,1 0 0,0-1 0,-1 1 0,1 0 0,0 1 0,0-1 0,0 0 0,0 0 0,0 0-1,0 0 1,0 1 0,0-1 0,0 0 0,0 1 0,1-1 0,-1 1 0,1-1 0,0 2-39,-1 0-1,0 0 1,0-1 0,0 1 0,0 0-1,0 0 1,0 1 0,0-1 0,0 0-1,-1 0 1,1 0 0,0 1 0,-1-1-1,1 0 1,0 0 0,-1 1 0,0-1 0,1 1-1,-1 1 1,26 89-195,19 140-1,-38-183-2,-3 0-1,-2 0 0,-4 53 0,2-98 233,-1 0 0,1-1 0,-1 1-1,0 0 1,0-1 0,0 1 0,0-1-1,-1 1 1,1-1 0,-1 1 0,0-1-1,0 0 1,-1 0 0,1 0 0,0 0-1,-5 3 1,2-2 28,0 0 1,-1 0-1,0-1 0,1 0 1,-1 0-1,0 0 0,-1-1 0,-10 3 1,-7 0 537,-2-1 1,1-1 0,-45-2-1,66-1-400,-60 0 1844,25 0 2185,494-15-7738,-387 11 557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4.3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48 2833,'0'0'7536,"30"-9"-7500,100-25-45,-125 33 6,0 0 1,0 0 0,0 0 0,0 0 0,0 1-1,0 0 1,0 0 0,0 1 0,0-1 0,0 1-1,0 0 1,-1 0 0,1 1 0,8 3 0,-9-3 11,-1 1 1,1-1 0,-1 1 0,0 0 0,0-1 0,0 2 0,0-1 0,-1 0 0,1 0 0,-1 1 0,0 0-1,0-1 1,3 8 0,0 5 104,-1-1 0,-1 1 0,0 0-1,-1-1 1,-1 1 0,-1 24 0,0-35-66,0 53 385,-2 0-1,-14 82 1,8-88-104,3 0 0,1 70 0,4-120-323,0-1 1,0 0-1,1 0 1,-1 0-1,1 0 1,-1 0-1,1 0 1,-1 0-1,1 0 0,0 0 1,0 0-1,-1 0 1,1 0-1,0 0 1,0 0-1,0-1 1,0 1-1,0 0 1,0-1-1,0 1 0,0-1 1,0 1-1,0-1 1,0 1-1,0-1 1,1 0-1,-1 1 1,0-1-1,0 0 1,0 0-1,2 0 1,48 2 105,-39-2-72,4 0-79,17 0 35,42-5-1,-64 3-565,0 0-1,0 0 0,0-1 0,-1-1 0,1 0 0,-1 0 0,18-11 0,15-16-7188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4.8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 4121,'0'0'12371,"125"-4"-12804,-7 4 433,19 0 8,11 0-8,41 0-792,-35 0-1592,-23 0-3826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5.3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24 1224,'0'0'13531,"243"-15"-13531,-142 7 0,17 8-1104,-23 0-1513,-30 0-3208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5.6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60 4977,'0'0'5441,"338"-16"-5441,-196-8-1128,-12 4-2177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6.0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82 5297,'0'0'6009,"25"-13"-6003,82-40-25,-100 50 16,0 0-1,0 1 1,0 0 0,0 0 0,1 1-1,-1-1 1,1 2 0,-1-1-1,1 1 1,12 1 0,4 1-14,-11-3 15,1 2 0,-1 0 1,0 0-1,0 1 0,0 1 0,-1 0 1,26 10-1,-31-10 9,0 1 0,-1 0 0,1 1 0,-1-1 0,0 1 0,0 1 0,0-1 0,-1 1 0,0 0 0,0 0 0,0 1 0,-1-1 0,0 1-1,5 12 1,-4-4 12,0-1-1,-1 1 1,-1 0-1,-1 0 0,0 0 1,-1 0-1,-1 0 1,-1 22-1,0-2 15,0-7-5,-1-1 1,-2 0-1,0 0 0,-2 0 0,-1-1 1,-12 31-1,-76 149 356,16-39 97,73-151-451,1 1 0,1 0 1,0 0-1,1 0 0,1 1 0,0-1 0,2 27 0,0-43-31,0-1 0,0 1 0,1 0 0,-1 0 0,0-1 0,0 1 0,0 0 0,0-1 0,1 1 0,-1 0 0,0-1 0,1 1 0,-1-1 0,1 1 0,-1 0 0,0-1 0,1 1 0,-1-1 0,1 1 0,0-1 0,-1 0 0,1 1 0,-1-1 0,1 1 0,0-1 0,-1 0-1,1 0 1,0 1 0,0-1 0,23 3-26,-17-2 19,28 2 129,0-2 0,0-1 1,68-10-1,-87 7-293,1-1 1,-1 0-1,0-1 1,0-1-1,-1 0 1,0-1-1,0-1 1,0-1-1,-1 0 1,15-12-1,4-13-2670,-31 31 2193,0 0 0,-1 0-1,1-1 1,-1 1 0,0 0-1,0-1 1,0-5 0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6.3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0 163 3441,'0'0'12210,"261"-39"-12122,-160 23 0,11-8-88,7 0-88,23-4-704,-30 9-1824,-23 7-3138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6.7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71 284 4425,'0'0'9650,"19"-23"-9222,60-78-365,-72 91-132,1-1 1,-1-1-1,-1 1 0,0-1 1,-1 0-1,0 0 1,-1-1-1,0 1 1,3-22-1,-3 14-201,2 36-2281,-2 24 1981,9 425-1357,-13-460 1900,-1 0 1,1 0 0,-1 0-1,1-1 1,-1 1 0,-1 0-1,1 0 1,-1-1 0,0 1-1,0-1 1,0 1-1,0-1 1,-1 0 0,0 0-1,0 0 1,-5 6 0,1-4 43,-1 0 0,1 0 0,-1-1 0,-1 0 1,1 0-1,-1-1 0,-15 6 0,1-3 1117,-1-1 1,1-1-1,-48 2 0,612-7-2793,-479 0-1236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9.1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119 1 5905,'0'0'8601,"-5"13"-8785,-9 36 211,2 2 1,-10 98-1,4 477 338,18-532-1426,0-97 932,-1 1-1,1 0 0,-1 0 1,1-1-1,-1 1 0,0 0 1,0 0-1,0-1 1,0 1-1,0 0 0,0 0 1,0 0-1,-1 0 0,-1-1 1,-6-10-1245,-15-30-4983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9.5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1 127 5537,'0'0'9886,"25"-5"-9976,225-40 116,-200 39-61,457-42 339,2 25-1609,-502 23 1187,3 0-432,1 0-1,0 1 1,16 3-1,-24-3 297,-1-1-1,1 1 1,-1 0-1,1 0 0,-1 0 1,0 0-1,1 1 0,-1-1 1,0 0-1,0 1 1,0 0-1,0-1 0,0 1 1,-1 0-1,1 0 0,0 0 1,-1 0-1,3 5 1,5 24-4543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09.8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 4113,'0'0'10856,"0"0"-10855,1 0 1,-1 0-1,0 0 1,0 0 0,0 0-1,0 0 1,0 0 0,1 0-1,-1 1 1,0-1 0,0 0-1,0 0 1,0 0-1,0 0 1,0 0 0,0 1-1,0-1 1,0 0 0,1 0-1,-1 0 1,0 0 0,0 1-1,0-1 1,0 0-1,0 0 1,0 0 0,0 0-1,0 1 1,0-1 0,0 0-1,0 0 1,0 0 0,-1 0-1,1 1 1,0-1 0,0 0-1,0 0 1,0 0-1,0 0 1,0 1 0,0-1-1,0 0 1,0 0 0,0 0-1,-1 0 1,1 0 0,0 0-1,0 0 1,0 1-1,0-1 1,0 0 0,-1 0-1,1 0 1,0 0 0,0 0-1,0 0 1,0 0 0,-1 0-1,1 0 1,0 0-1,0 0 1,0 0 0,0 0-1,-1 0 1,1 0 0,0 0-1,0 0 1,0 0 0,-1 0-1,13 2 21,0 1 0,0-2 0,0 0-1,13-1 1,3 2 75,399 2 1228,-266-5-1334,86-11-3883,-196 5-827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5:58:10.4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 92 6977,'0'0'10631,"-3"0"-10401,-5 0-217,10 0-134,26 0-111,585-36 129,-357 16 145,179-15-1362,-425 35 1058,-3-1-942,-11 3-270,-8 3 578,-20 12-3845,-4 3-2687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49:28.3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1 1424,'0'0'15209,"0"3"-15300,12 2 90,242 17 29,-58-9-11,-105-7-53,98-6 1,-71-2 61,50-9-7,-83 3-7,412-1-6,-341 9-12,39-7 15,244 7 516,-445 3-479,-16 8-922,-41 14 1,0-5-3612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42.2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137 250 1032,'0'0'7414,"0"-28"-5834,0 26-1587,2-2-99,8 2-6,-10 30 548,-3-12 346,-4-14 485,6-3-1226,0 0 0,0 0-1,0 0 1,0-1-1,0 1 1,0 0 0,0 0-1,0 0 1,0-1-1,1 1 1,-1-1 0,0 1-1,1 0 1,-1-1-1,0-1 1,-3-18-81,1 1 1,0-1-1,2 0 1,1-28-1,0 42 39,0 3-25,0 0 0,1 0 0,0 0 0,0 1 0,0-1 0,0 0-1,0 0 1,1 1 0,0-1 0,0 1 0,0 0 0,0 0 0,0-1-1,1 1 1,-1 0 0,1 1 0,0-1 0,0 0 0,6-3 0,-4 2-145,1 1 1,-1 0 0,1 0 0,0 0 0,0 1 0,0-1 0,0 2 0,0-1 0,1 1 0,-1 0 0,12-1 0,-17 3 143,0-1 0,0 1 0,0-1 0,0 1-1,0-1 1,0 1 0,0 0 0,0 0 0,0-1 0,0 1 0,0 0-1,-1 0 1,1 0 0,0 0 0,-1 0 0,1 0 0,-1 0 0,1 0-1,-1 0 1,1 0 0,-1 0 0,0 1 0,1-1 0,-1 0 0,0 0-1,0 0 1,0 0 0,0 1 0,0 1 0,0 49 115,0-39-91,0-2 182,0 0 1,-1 0-1,0 0 1,-4 16 0,4-23-96,0 0 0,-1 0 0,0 0 0,0 0 0,0-1 0,-1 1 0,1-1 0,-1 1 0,0-1 0,0 0 0,0 0 1,0 0-1,0 0 0,-7 3 0,0 0 253,-1 0 0,0-1-1,0 0 1,0-1 0,-1 0 0,1-1 0,-1 0 0,0-1-1,0-1 1,0 0 0,-15 0 0,26-1-319,-1 0 0,0 0 0,1 0-1,-1-1 1,1 1 0,-1 0 0,1-1 0,-1 1 0,1-1 0,-1 0-1,1 0 1,-1 1 0,1-1 0,0 0 0,-1 0 0,1 0 0,0 0-1,0 0 1,0-1 0,0 1 0,-1-2 0,-1-1-262,1 0 1,-1-1-1,1 1 1,1-1-1,-3-7 1,-3-20-3701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06.45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24 8330,'0'0'9354,"445"0"-8762,-267 0-112,-1-4-168,-5-8-64,-18 8-128,-17 0-112,-25 4 40,-23 0-48,-18 0-488,-23 4-896,-13 24-1153,-23-4-2864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28.5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190 52 536,'0'0'1156,"-2"-2"-1118,0 0-54,-1 0 0,1 0 1,-1 0-1,1 1 1,-1-1-1,0 1 0,0-1 1,1 1-1,-1 0 1,0 0-1,0 0 0,0 1 1,0-1-1,0 1 1,-1 0-1,-2 0 0,-64 0 596,41 2 142,-7-2-95,34 0-750,2-28-1679,0 24 710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30.0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0 513 1216,'0'0'13318,"5"0"-13149,32-2-48,-1-1-1,0-2 1,0-1-1,-1-2 1,63-23 0,-56 15-99,-1-2 0,-1-1 0,0-3 0,54-39 0,-72 43-20,0-2 1,-1-1-1,-1 0 1,-1-2-1,-1 0 1,-1-1-1,-1 0 1,-2-2-1,23-50 1,-34 70 8,-1 0 0,0 0 0,0 1 0,-1-1-1,2-10 1,-3 16 27,0 10-754,-2 0 691,0-1 1,0 0 0,-1 0-1,0 0 1,-1 0-1,0 0 1,0-1 0,-10 15-1,-12 27 27,2 15 7,-25 108 0,2 72 66,36-185-10,7-27-9,2 1 1,1 40-1,1-40 597,-30-49-602,-1 1 0,0 2-1,-1 1 1,0 2 0,-1 0-1,1 3 1,-66-5 0,83 10 131,25 0-403,26-1 58,436 6 1596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51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78 1 984,'0'0'12555,"0"12"-12607,0 1017 1161,-1-1033-1352,0 0 0,0 0-1,0 0 1,-1 0 0,1 0-1,-1 1 1,0-1 0,0 0-1,0 1 1,-1-1 0,1 1-1,-1 0 1,0 0 0,0 0-1,0 0 1,0 0 0,0 1-1,-7-4 1,-19-18-6569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51.69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36 232 4537,'0'0'10956,"-6"-1"-10414,-18-2-195,18 3 128,6-2-599,1 1 118,-1-1 0,0 1 0,1 0-1,-1-1 1,1 1 0,-1 0 0,1 0-1,0-1 1,-1 1 0,1 0 0,0 0-1,0 0 1,0 0 0,0 0 0,0 0-1,0 0 1,0 0 0,0 0 0,0 1-1,0-1 1,1 0 0,-1 1-1,0-1 1,0 1 0,1-1 0,-1 1-1,0 0 1,1-1 0,-1 1 0,3 0-1,9-4 2,135-47 73,2 6 0,286-47 0,-378 87-131,80 4-1,-71 1-1197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52.1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1 112 3185,'0'0'10514,"243"-28"-9786,-148 8-224,11 0-48,1 4-192,-18 0-144,-6 8-120,-24 4 0,-6 4-768,-17 0-1496,-12 0-2961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52.92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5961,'0'0'8990,"37"1"-8640,254 6 436,-158-6-434,221-7-90,-296-1-374,8-1-1141,-22 9-4305,-25 2-2452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55.7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25 177 1328,'0'0'5644,"0"2"-5513,1 134 1111,-7 239 1393,4-300-2434,3-46 110,-1-25 256,0-11 410,-8-29-976,-1-1-45,7-99-626,3 76 483,0 34 154,2 0 0,1 1 0,0-1 0,2 1 0,1 0 0,1 1 0,1 0 0,21-40 0,-11 30-1,0 2 0,2 0 0,2 2 0,1 0 0,34-33-1,-53 59 5,0 0-1,0 0 0,0 1 0,1 0 0,-1 0 1,1 0-1,0 1 0,0 0 0,0 0 0,0 0 0,0 1 1,0 0-1,0 0 0,1 1 0,-1 0 0,0 0 1,10 1-1,-15-1 21,1 0 0,-1 1 1,1-1-1,0 1 0,-1-1 1,1 1-1,-1-1 0,1 1 1,-1 0-1,1 0 1,-1 0-1,1 0 0,-1 0 1,0 0-1,0 0 0,0 0 1,1 1-1,-1-1 0,0 0 1,0 1-1,-1-1 0,1 1 1,0-1-1,0 1 0,-1-1 1,1 1-1,-1-1 0,1 1 1,-1 0-1,0-1 1,0 1-1,0 2 0,2 10 30,-1 0-1,-1 1 1,-1 13-1,0-6 16,0-9 26,0 1 0,-2 0 0,1 0 0,-2-1-1,0 0 1,0 1 0,-1-1 0,-1-1 0,0 1 0,-14 20-1,-10 10 105,-53 58-1,69-85-160,-64 73 145,77-88-125,1-1 0,-1 1 0,0-1 0,0 1 0,0-1 0,0 1 0,0-1-1,0 1 1,0-1 0,-1 0 0,1 0 0,0 1 0,0-1 0,0 0 0,0 0 0,0 0-1,0 0 1,0 0 0,-2-1 0,-9 1-110,11 0 62,3 0-902,-2 0 915,0 0 0,0 0 0,0 0 0,1 0-1,-1 0 1,0 0 0,0 0 0,0 0 0,0 0-1,0 0 1,0 0 0,0 0 0,0-1 0,1 1 0,-1 0-1,0 0 1,0 0 0,0 0 0,0 0 0,0 0-1,0 0 1,0 0 0,0-1 0,0 1 0,0 0-1,0 0 1,0 0 0,0 0 0,0 0 0,0 0 0,0 0-1,0-1 1,0 1 0,0 0 0,0 0 0,0 0-1,0 0 1,0 0 0,0 0 0,0-1 0,0 1-1,0 0 1,0 0 0,0 0 0,0 0 0,0 0 0,0 0-1,8 0-7,0 1 0,0 0 0,0 0 0,1 1 0,-1 0 0,-1 0 0,1 1 0,0 0 0,-1 1 0,1 0-1,-1 0 1,7 6 0,-4-4 30,18 13-25,43 36 0,-65-50 102,0 1-1,-1 0 1,1 0-1,-1 0 1,0 1 0,-1-1-1,1 1 1,-1 0-1,-1 0 1,1 1 0,-1-1-1,3 15 1,-4 35 164,-3-34-2160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56.1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98 3633,'0'0'11002,"14"-13"-10874,46-42-132,-55 52-25,-1 0-1,0-1 1,1 2 0,0-1-1,0 1 1,-1-1 0,2 1-1,-1 0 1,0 1 0,0 0-1,0-1 1,1 2 0,-1-1-1,1 1 1,-1-1-1,0 1 1,1 1 0,9 1-1,-5-1-125,-8-1 120,0 0 0,-1 1 0,1-1 1,0 0-1,0 1 0,-1 0 1,1-1-1,0 1 0,-1 0 0,1 0 1,-1 0-1,1 0 0,-1 0 1,0 0-1,1 1 0,-1-1 0,0 0 1,2 3-1,-1-1 4,0 1 0,1 0 0,-2 0-1,1 1 1,0-1 0,-1 0 0,2 6 0,-1 8 17,1-1 1,-2 34-1,-1-50 11,1 50 9,0-7 2,-2-1 1,-7 46 0,6-75-6,-1 0 1,0-1-1,-1 0 1,-1 1-1,0-2 1,0 1-1,-1 0 1,-1-1-1,0 0 0,-16 18 1,20-26-1,2-3 1,0 0 0,0 0 0,1 0-1,-1 0 1,0 0 0,1 0 0,-1 0-1,1 0 1,-1 0 0,1 0 0,-1 0 0,1 0-1,0 0 1,-1 0 0,1 1 0,0-1-1,0 0 1,0 0 0,0 0 0,0 2 0,17-2-57,-10-1 103,47 1 136,-1-3-1,0-1 1,74-16 0,-73 6-1185,-16 1-1690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56.8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3185,'0'0'11650,"225"4"-11602,-112-4-48,0 0-160,11 0-984,-29 0-1553,-18 0-3960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1:57.1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48 6449,'0'0'5794,"445"-47"-6579,-321 47-1031,-17 0-2185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05.3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113 25 5169,'0'0'12187,"-1"-4"-11978,-4-16-49,-77 426-339,68-282 104,3 211-1,11-329 67,0 14-54,1 1 0,6 36 0,-5-48 36,0 0 1,1 0-1,1 0 0,-1-1 1,1 1-1,1-1 0,-1 0 1,8 8-1,-6-6-5,1 0 0,1 0 0,0-1 0,0 0 0,1-1 0,0 0 0,0 0 0,1-1 0,0 0 0,0-1 0,21 10 0,-25-14 702,-6-2-622,0 0 1,1 0-1,-1 0 0,0 0 0,1 0 1,-1 0-1,0 0 0,0 0 1,1 0-1,-1 1 0,0-1 1,1 0-1,-1 0 0,0 0 1,0 0-1,1 1 0,-1-1 1,0 0-1,0 0 0,0 1 0,1-1 1,-1 0-1,0 0 0,0 1 1,0-1-1,0 0 0,0 0 1,0 1-1,1-1 0,-1 0 1,0 1-1,0-1 0,0 0 1,0 1-1,0-1 0,0 0 1,0 0-1,0 1 0,0-1 0,0 0 1,0 1-1,-1-1 0,1 0 1,0 0-1,0 1 0,0 4 149,16-5-400,64 0 79,204-4 81,-211-1 111,135-25 0,-190 25-64,31-3 51,-48 8 372,-6 0-1032,-61 0-3713,24 0-799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05.7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 91 3065,'0'0'8151,"-2"-4"-7291,1 4-818,1-1 0,0 1 0,0 0 0,-1-1-1,1 1 1,0-1 0,0 1 0,0-1 0,0 1 0,0-1 0,0 1 0,-1-1 0,1 1 0,0-1-1,0 1 1,1-1 0,-1 1 0,0-1 0,0 1 0,0-1 0,0 1 0,0-1 0,1 1 0,-1 0-1,0-1 1,0 1 0,0-1 0,1 1 0,-1-1 0,0 1 0,1 0 0,-1-1 0,0 1 0,1 0-1,-1-1 1,1 1 0,-1 0 0,1 0 0,-1-1 0,0 1 0,1 0 0,-1 0 0,1 0 0,-1 0-1,1 0 1,-1-1 0,1 1 0,-1 0 0,1 0 0,-1 0 0,1 0 0,-1 0 0,1 1 0,0-1-1,46-1-308,-21 2 430,17-2-213,189-12 318,-180 8-598,-1-3-1,73-20 1,-121 27 161,0 1-356,0-1 0,1 0 1,-1 0-1,0-1 1,0 1-1,0-1 1,0 0-1,4-2 1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06.0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84 3001,'0'0'11505,"29"-6"-11097,-8 2-336,190-25 395,-63 23-127,-71 5-146,135-21 0,-209 22-363,11-5-34,-12-6-4076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07.0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0 148 6465,'0'0'9786,"47"-3"-9323,553-46 762,273 10-449,-500 39-434,-371 0-366,-1 0 0,1 0 0,-1 0 0,1 0 0,-1-1 0,0 1 0,1 0 0,-1-1 0,1 1-1,-1 0 1,0-1 0,1 0 0,-1 1 0,0-1 0,0 0 0,3-1 0,-4 1-32,1 0 0,-1 0-1,0 1 1,1-1 0,-1 0 0,0 0 0,0 0 0,1 0 0,-1 0 0,0 1 0,0-1 0,0 0-1,0 0 1,0 0 0,0 0 0,0 0 0,-1 0 0,1 1 0,0-1 0,0 0 0,-1 0 0,1 0-1,0 0 1,-1 1 0,1-1 0,-1 0 0,0 0 0,0-1-140,0 1 0,0 0 1,0 0-1,0 0 0,0 0 0,0 0 1,0 0-1,-1 0 0,1 0 0,0 0 1,-1 0-1,1 1 0,-3-2 0,-33-7-5114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08.0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72 214 4441,'0'0'3637,"-7"46"-2704,0-3-690,-7 48 437,-4 131 0,16 129 462,3-202-685,-1-113-294,1 1-1,3 0 1,1-1-1,14 56 0,-14-83 548,-4-17-254,-1-27-66,0 24-345,-3-98-581,-23-155 0,10 136 312,2-191-1,14 283 220,-1 0 1,5-40-1,-2 64 5,0 1 0,0-1 0,1 1-1,1 0 1,0 0 0,0 1 0,10-17-1,-2 6 0,2 1 0,1 1-1,0 0 1,2 1-1,0 1 1,0 0 0,34-23-1,-39 32-8,0 0 0,0 1-1,1 0 1,0 1 0,0 0 0,1 1-1,-1 1 1,1 0 0,0 1-1,0 0 1,1 2 0,-1-1 0,0 2-1,16 0 1,-28 0 0,1 1 0,0-1-1,-1 1 1,1 0 0,-1-1 0,1 1 0,-1 0-1,1 1 1,-1-1 0,0 0 0,0 1 0,1-1-1,-1 1 1,0 0 0,0-1 0,-1 1-1,3 3 1,0 0 2,-2-1 0,1 1 1,0 0-1,-1 0 0,0 1 0,0-1 0,2 11 0,0 7 21,-2 1 0,0 0 0,-2 26 0,0-31 1,-1 6-1,-2-1 0,0 1 1,-1-1-1,-2 0 0,-1 0 0,0 0 1,-2-1-1,0 0 0,-19 31 0,7-18-2,-2-1-1,-1-1 0,-2-1 0,-56 55 1,78-84 28,0 0 0,0 1 0,-1-1 0,1-1 0,-1 1 0,0-1 0,0 1 0,0-1 0,-1-1 0,1 1 0,-1-1 0,1 0 0,-1 0 0,0-1 0,0 1 0,0-1 1,-8 0-1,12-36 13,3 33-58,-1 1 0,0-1 0,0 0 0,1 1 0,-1-1 0,1 1 0,0-1 0,-1 1 0,1 0 0,0-1 1,0 1-1,0 0 0,0-1 0,0 1 0,0 0 0,0 0 0,0 0 0,1 0 0,-1 0 0,0 0 0,0 0 0,1 0 1,-1 1-1,1-1 0,-1 0 0,1 1 0,-1-1 0,1 1 0,-1 0 0,1 0 0,2-1 0,8-1-58,0 1 0,1 1 0,13 0 0,-12 0-83,-6 1 87,1 0-1,-1 0 0,0 1 0,0 0 0,0 0 1,0 1-1,0 0 0,-1 0 0,1 1 1,-1 0-1,0 1 0,0-1 0,0 1 0,-1 0 1,0 1-1,0 0 0,0 0 0,-1 0 0,9 12 1,2 7 51,0 1 1,-1 0 0,-2 1 0,12 32 0,-9-13 292,-2 0 0,14 94 0,-25-89 299,-4-32 1143,1-23-1230,0-70-1966,0 22-3501,0 19-1565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08.4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 65 6617,'0'0'9213,"3"-8"-8940,-2 5-282,0 0 1,0 0-1,1 0 0,-1 0 0,1 0 0,0 0 0,0 0 0,0 0 0,0 1 0,1-1 0,-1 1 0,1 0 0,0-1 0,-1 1 0,1 1 0,0-1 0,0 0 0,0 1 0,0-1 0,0 1 0,1 0 0,-1 0 0,0 0 0,1 0 0,-1 1 0,0-1 0,1 1 0,6 0 0,1-1-118,0 1 0,0 0 0,0 1 0,0 0 0,0 0 0,0 1-1,20 7 1,-25-7 106,-1 0 0,-1 1 0,1 0 0,0 0 0,-1 1 0,0-1 0,1 1 0,-1 0 0,-1 0 0,1 0 0,-1 0-1,1 1 1,-1 0 0,0-1 0,-1 1 0,1 0 0,2 10 0,0 3 27,-1-1 0,-1 1 0,-1 0 0,0 0 0,-1 0 0,-1 0 0,-5 35 0,3-38 3,-1-1-1,-1 0 1,0 0 0,-1 0 0,0 0-1,-1-1 1,0 0 0,-1 0-1,-11 14 1,-14 18 74,-41 42-1,51-62-5,-11 11 97,20-23 1,1 1 0,0 0 0,0 1 0,-11 20 0,22-35-146,1 1-25,0-1-1,0 0 1,0 0-1,0 0 0,-1 0 1,1 0-1,0 1 1,0-1-1,0 0 0,0 0 1,0 0-1,0 1 0,0-1 1,-1 0-1,1 0 1,0 0-1,0 1 0,0-1 1,0 0-1,0 0 1,0 1-1,0-1 0,0 0 1,0 0-1,0 0 1,0 1-1,0-1 0,0 0 1,1 0-1,-1 1 0,0-1 1,0 0-1,0 0 1,0 0-1,0 0 0,0 1 1,0-1-1,1 0 1,-1 0-1,0 0 0,0 0 1,0 1-1,0-1 1,1 0-1,-1 0 0,0 0 1,0 0-1,0 0 0,1 0 1,-1 0-1,0 0 1,0 1-1,0-1 0,1 0 1,-1 0-1,0 0 1,0 0-1,0 0 0,1 0 1,-1 0-1,0 0 0,0 0 1,1-1-1,-1 1 1,0 0-1,0 0 0,1 0 1,17 0 114,102 0 494,193-23 1,-152 2-4251,-105 13-2262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15.4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32 92 5129,'0'0'13943,"-5"-15"-13192,1-3-586,2 9-81,0 0-1,-1 1 1,0-1 0,-7-15 0,9 26-358,1 0 213,-1 0 0,1-1 1,0 1-1,-1 0 0,1 0 1,0-1-1,0 1 0,1 0 0,-1 0 1,1 2-1,0 8-141,1 33-16,3 0 0,13 57 0,2 20 246,0 377-1216,-20-498 1083,0-14-455,-1-15-1489,-10-52 1,-1 18-2301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15.8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4729,'0'0'11058,"7"-5"-10971,1 1-84,0-1 0,0 2 0,1-1 0,-1 1 0,1 0 0,0 0 0,12-1 0,73-6 84,-54 7-30,370-9-54,-391 12-23,-7-1-145,0 1 0,0 1 1,0 0-1,0 1 0,0 0 1,0 1-1,-1 0 0,1 1 1,-1 0-1,0 1 0,0 0 1,0 1-1,0 0 0,-1 0 1,0 1-1,-1 1 0,0 0 1,15 15-1,24 34-3101,-10-1-2395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16.1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0 163 6105,'0'0'6210,"397"-87"-5922,-278 59-112,-13 4-152,-11 8 16,-12 9-40,-12 7-552,0 0-721,-11 7-1231,-19 13-2601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16.6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54 212 4905,'0'0'3185,"-5"40"-2098,-15 132-241,15 12 26,6-142-545,-7 65-1,6-93 918,-2-28-348,-5-113-350,12-163-1,-4 267-543,2 1 1,1-1-1,1 1 0,1 0 0,1 0 0,10-22 0,-11 31-14,0 1 0,0 0-1,1 0 1,1 1-1,0 0 1,0 0 0,1 1-1,1 0 1,0 0 0,0 1-1,18-12 1,-22 18-121,1 0 0,0 0 0,0 0 0,1 1 1,-1 0-1,0 1 0,1 0 0,-1 0 0,1 0 0,-1 1 0,1 0 1,14 3-1,-20-3 85,0 1 0,0-1 1,0 1-1,0 0 0,0 0 0,0 0 1,0 0-1,-1 0 0,1 0 0,0 0 1,-1 0-1,1 1 0,0-1 0,-1 1 1,0-1-1,1 1 0,-1 0 0,0-1 1,0 1-1,0 0 0,0 0 1,0 0-1,0 0 0,-1 0 0,1 0 1,-1 0-1,1 2 0,1 8 7,0 0-1,-1-1 1,-1 21 0,0-20-10,0 11 35,1-6 14,-1-1 0,-1 1 0,0 0 0,-2 0 0,-7 32 0,1-29 13,0-1 0,-1 0 0,-1 0 0,0-1 0,-28 31 0,4-9 41,-52 44 0,87-84-50,-47 38 121,44-36-56,-1 1-1,0-1 1,0 0-1,0 0 1,0 0-1,0-1 1,0 1 0,0-1-1,-1 0 1,1 0-1,-5 0 1,8-8 288,1 5-358,0-1 1,0 1 0,1-1 0,-1 1-1,1-1 1,0 1 0,0 0 0,0-1 0,0 1-1,0 0 1,0 0 0,1 0 0,-1 0-1,1 0 1,-1 0 0,1 0 0,0 0-1,0 1 1,0-1 0,0 1 0,0-1-1,0 1 1,0 0 0,0-1 0,1 1-1,-1 1 1,0-1 0,1 0 0,-1 0-1,0 1 1,4-1 0,10-2-26,1 1 0,-1 1 0,29 1 0,-26 0 13,-15 1 17,1-1 0,-1 1 1,0 0-1,1 0 0,-1 1 0,0-1 1,1 1-1,-1 0 0,0 0 0,0 0 0,-1 1 1,1-1-1,0 1 0,-1 0 0,0 0 0,1 0 1,-1 1-1,0-1 0,-1 1 0,1-1 1,-1 1-1,1 0 0,1 5 0,6 13 84,0 0 0,-2 0 0,7 28 0,-9-30-3,23 90 65,-26-103-588,1-10-655,1-17-1383,-4 14 2012,10-35-4526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16.9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 2 3713,'0'0'9032,"9"0"-9120,11 0 67,-6-1 7,-1 1 0,28 2 0,-38-1 6,0-1 1,0 1-1,0-1 1,0 1-1,0 0 1,0 0-1,0 1 0,-1-1 1,1 0-1,0 1 1,-1 0-1,1 0 1,-1 0-1,1 0 0,-1 0 1,0 0-1,0 0 1,0 1-1,2 2 1,0 6 6,0-1 0,-1 1 0,-1 0 1,1 0-1,-2 0 0,0 0 0,0 0 0,-1 0 1,0 0-1,-3 16 0,2 16 31,0-21 12,-1 1 1,-1-1-1,-1 0 0,0 0 0,-2-1 1,-10 26-1,-63 123 759,35-79-134,37-78-480,5-11-72,1 0 0,-1 1 0,1-1 1,0 1-1,0-1 0,0 1 1,0-1-1,0 1 0,0 4 0,6-7 61,9-1-85,-1 0 0,1-1 0,-1-1 0,1 0-1,-1 0 1,15-8 0,79-38 159,-86 39-281,18-11-399,50-33-1,-13-5-3282,-42 26-2206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17.5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66 76 3169,'0'0'12609,"-11"0"-12092,-32 0-132,32 0-115,15 0-130,148 1-215,13 1 160,258-29 1,-81-23-1259,-341 50 871,16-2-63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18.70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74 580 2737,'0'0'6118,"26"-41"-5508,-26 41-610,108-178 370,-102 167-327,0 0-1,-1-1 1,0 0-1,4-21 0,-8 26 21,0 0 1,0 0-1,-1 0 0,-1-14 0,0-3 166,1 17-106,-1 0 0,1 0 0,-1 0 0,0 1 0,0-1 0,-1 0 0,0 1 0,0-1 0,-1 1 1,0 0-1,0 0 0,0 0 0,-1 0 0,0 0 0,0 1 0,0 0 0,-1-1 0,0 2 0,-7-7 0,5 3-11,0 1 0,-1 0 0,0 0-1,-1 1 1,1 0 0,-1 0-1,-1 1 1,1 0 0,-1 1-1,1 0 1,-1 1 0,0 0-1,-1 0 1,1 1 0,-21-2 0,31 5-135,-1-1 1,0 1 0,0 0 0,0 0-1,0 0 1,1-1 0,-1 1 0,0 0 0,1 0-1,-1 0 1,1 0 0,-1 0 0,1 0-1,0 0 1,-1 0 0,1 1 0,0-1 0,0 0-1,-1 0 1,1 0 0,0 0 0,0 0 0,0 0-1,1 2 1,-1 1-33,-4 52-122,9 100 0,-3-136 176,2-1 1,0 1-1,2-1 0,0 0 0,1 0 0,0-1 0,15 23 0,-1-5-35,1-1 0,41 47-1,-55-72-25,1 0-1,1 0 1,0-1-1,0 0 1,15 9-1,-19-15-51,1 1 0,0-1 0,-1 0-1,1 0 1,0 0 0,1-1 0,-1 0-1,0-1 1,1 0 0,-1 0 0,8 0 0,-12-1 112,0 0 1,1-1-1,-1 1 0,-1 0 1,1-1-1,0 0 1,0 0-1,0 0 1,0 0-1,0 0 1,-1-1-1,1 1 1,0-1-1,-1 0 1,0 1-1,1-1 1,-1 0-1,0 0 1,4-5-1,0-2 35,0-1-1,-1 1 0,0-1 1,4-14-1,-2 8-47,4-12 39,-2 0 1,-1 0-1,-1-1 1,-2 0 0,2-32-1,0-152-44,-7 177 61,0 36-44,0 0 0,0 0 1,0 0-1,0 0 1,0-1-1,0 1 1,0 0-1,0 0 0,0 0 1,1 0-1,-1 0 1,0 0-1,0 0 1,0 0-1,0 0 0,0 0 1,0 0-1,1 0 1,-1 0-1,0 0 1,0 0-1,0 0 0,0 0 1,0 0-1,1 0 1,-1 0-1,0 0 1,0 0-1,0 0 0,0 0 1,0 0-1,0 0 1,1 0-1,-1 0 0,0 0 1,0 0-1,0 0 1,0 0-1,0 0 1,0 0-1,1 0 0,-1 0 1,0 1-1,0-1 1,0 0-1,0 0 1,0 0-1,0 0 0,0 0 1,0 0-1,0 0 1,0 1-1,0-1 1,0 0-1,0 0 0,0 0 1,1 0-1,3 11-85,0 0 0,0 0 1,0 0-1,-2 0 0,1 1 0,0 15 0,2 5 71,20 155 160,-8-53 352,-16-126-444,4 22 94,-5-29-137,1 0 1,-1-1 0,0 1 0,0 0-1,1 0 1,-1 0 0,1-1 0,-1 1-1,1 0 1,-1 0 0,1-1 0,-1 1 0,1 0-1,0-1 1,-1 1 0,1-1 0,0 1-1,-1-1 1,1 1 0,0-1 0,0 1-1,0-1 1,-1 0 0,1 0 0,0 1-1,0-1 1,1 0 0,0 0 9,-1-1 0,1 0 0,-1 1 0,1-1 0,-1 0 1,0 0-1,1 0 0,-1 0 0,0 0 0,0 0 0,0 0 0,1-1 0,-1 1 0,0 0 0,-1-1 0,1 1 0,0 0 0,0-1 1,-1 1-1,1-1 0,-1 1 0,1-1 0,-1 0 0,1-1 0,3-7 75,25-52 218,-10 24-557,-1-2-1,20-66 0,-34 93 212,0 14-88,1 21-163,-4-11 237,4 12 21,1 1 0,1-1 0,1 0 1,20 40-1,-22-52 29,0 0 0,1 0 0,0-1 1,1 0-1,0-1 0,1 1 0,0-2 1,0 1-1,1-1 0,0-1 0,20 12 1,-8-9-377,0-2 0,1 0 0,-1-2 1,1 0-1,46 4 0,15-7-3246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20.49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15 580 4201,'0'0'1574,"3"40"42,5 54-107,34 152 0,91 454 2025,-88-435-3033,-43-253-493,-1-4-3,0 0-1,0 1 0,1-1 1,1-1-1,-1 1 0,1 0 0,0-1 1,7 12-1,-9-56-345,0-30 188,0-18-1118,-3 0 0,-18-116 0,-94-214-4403,48 198 5758,56 180 780,1 0-1,2 0 0,2-1 1,-1-55-1,6 92-844,0 0-1,0 1 1,0-1 0,0 0-1,0 1 1,0-1-1,1 0 1,-1 1 0,0-1-1,0 0 1,0 0-1,1 1 1,-1-1-1,0 1 1,1-1 0,-1 0-1,0 1 1,1-1-1,-1 1 1,1-1 0,-1 1-1,1-1 1,-1 1-1,1-1 1,-1 1 0,1-1-1,0 1 1,-1 0-1,2-1 1,21 0 27,-12 1 2,-2 1-30,-1-1 0,1 2 0,-1-1 0,1 1-1,-1 0 1,1 1 0,-1 0 0,0 0-1,10 6 1,-4-1 30,0 1 0,-1 1 0,0 0 0,18 18 0,-11-7 87,-1 1-1,-1 2 1,-1-1 0,0 2-1,14 31 1,-22-34 27,0 0 0,-2 0 0,0 1 1,-2 0-1,0 0 0,-2 0 0,-1 0 0,0 1 0,-2-1 0,-1 1 1,-4 33-1,4-52-125,0 0 0,-1 0 0,1 0 0,-1 0 1,0 0-1,0 0 0,-1 0 0,1 0 0,-1-1 0,0 1 1,-1-1-1,1 0 0,-1 0 0,1 0 0,-1 0 1,0-1-1,-1 0 0,1 0 0,0 0 0,-1 0 0,0 0 1,0-1-1,0 0 0,0 0 0,0-1 0,-8 3 0,-8 0 128,1-1-1,0-1 0,-1-1 1,1-1-1,-35-3 0,47 2-168,0 0 0,1 0 0,-1-1 0,1 0 0,-1 0-1,1-1 1,0 0 0,0-1 0,0 1 0,0-1 0,1 0-1,0-1 1,0 0 0,0 0 0,0 0 0,1 0 0,-1-1-1,1 0 1,-7-12 0,7 9-149,1 1 1,0-1-1,0 0 0,1 0 0,0 0 1,1 0-1,0-1 0,0 1 0,1-1 1,0 1-1,1-1 0,0 0 0,1 1 1,0-1-1,4-17 0,-3 20 1,1 0 0,0 0 0,0 1 0,1-1 0,0 1 0,0 0 0,0 0 0,1 1 0,-1-1 0,1 1 0,1 0 0,-1 0 0,1 1 0,0-1 0,0 1 0,0 1 0,1-1 0,12-4 0,9-3-197,1 0 0,0 2 0,34-5-1,13-1 62,-36 9 473,0-3 0,59-20 0,-86 24-33,-1 0 0,0-1 0,0 0 1,-1-1-1,0-1 0,0 0 0,0 0 0,-1-1 0,-1-1 1,1 1-1,14-21 0,-14 14-8,-1-1 1,0 1 0,-1-1-1,-1-1 1,-1 0-1,0 0 1,-1 0 0,4-33-1,-3-9 53,-2-84 0,-4 119-190,0 11 27,0 0 1,-1 0-1,0 0 1,-1 0-1,-1 0 1,0 1 0,-1-1-1,-1 1 1,0 0-1,0 0 1,-1 0 0,-1 1-1,0 0 1,-1 0-1,0 0 1,-17-17 0,17 20 12,-1 0 0,1 1 1,-2-1-1,1 2 1,-1-1-1,0 1 1,-1 1-1,1 0 0,-1 0 1,-1 1-1,1 1 1,-1 0-1,1 0 0,-1 1 1,0 1-1,0 0 1,-16-1-1,26 4-51,0-1 0,0 0 0,0 0 0,1 1 0,-1-1 0,0 1 0,0-1 0,0 1-1,0 0 1,0 0 0,1 0 0,-1 0 0,0 0 0,1 0 0,-1 0 0,1 0 0,-1 1 0,1-1 0,0 1 0,-1-1 0,1 1-1,0 0 1,0-1 0,0 1 0,0 0 0,0 0 0,1-1 0,-1 1 0,0 4 0,-2 5-35,1 1 1,0 0-1,1-1 0,0 13 1,1-14 34,-1 193-87,4-164 89,1 0 0,1 0 1,14 43-1,156 436 1115,-114-352-257,-52-144-810,-7-16-4,1-1 1,-1 0 0,0 1 0,-1-1 0,1 1 0,0 11 0,-3-110 41,3-120-1454,0 198 1120,0 0 1,7-28-1,-8 38 109,1 0 0,0-1 1,0 1-1,0 0 1,1 0-1,-1 0 0,1 0 1,1 1-1,-1-1 0,7-6 1,-10 10 116,1 1 1,-1-1-1,0 1 1,1-1-1,-1 1 1,1-1 0,-1 1-1,1 0 1,0-1-1,-1 1 1,1 0-1,-1-1 1,1 1-1,-1 0 1,1 0-1,0-1 1,-1 1-1,1 0 1,0 0-1,-1 0 1,1 0 0,0 0-1,-1 0 1,1 0-1,0 0 1,-1 0-1,1 0 1,0 0-1,-1 1 1,1-1-1,0 0 1,-1 0-1,1 1 1,-1-1 0,1 0-1,-1 1 1,1-1-1,-1 1 1,1-1-1,-1 0 1,1 1-1,0 0 1,9 28-298,-8-21 403,9 28 395,28 65 1,-31-85-385,0 0-1,2 0 1,0-1 0,0-1-1,1 0 1,16 16 0,-24-27-86,0 0 0,1 0 0,0-1 1,-1 1-1,1-1 0,0 0 0,0 0 0,0 0 0,1 0 1,-1-1-1,0 0 0,1 0 0,-1 0 0,1 0 0,-1 0 1,1-1-1,4 0 0,-6 0-3,0-1 0,-1 1 0,1-1 0,0 1 0,-1-1-1,1 0 1,-1 0 0,1 0 0,-1-1 0,1 1 0,-1 0 0,0-1 0,1 1 0,-1-1 0,0 0 0,0 0-1,0 0 1,-1 0 0,1 0 0,0 0 0,-1-1 0,1 1 0,-1-1 0,0 1 0,0-1 0,0 1 0,1-4 0,0-4 28,0 0 0,-1 0 0,0 0 1,0-12-1,-1 20 101,0 11 54,0 12-238,-1-4 25,1 0-1,1 0 0,6 28 0,-6-39 28,1 0 0,0 0-1,0 0 1,1-1 0,-1 1-1,1-1 1,1 1 0,-1-1-1,1 0 1,0 0-1,0-1 1,0 1 0,1-1-1,5 5 1,-2-4 26,0 0 0,0-1 0,0 1 0,0-1 0,1-1 0,0 0 0,0 0 0,12 2 0,-15-4 10,0 0 0,0 0 0,0-1 1,0 1-1,0-2 0,0 1 0,0 0 1,0-1-1,0 0 0,0-1 0,0 1 1,0-1-1,10-5 0,-10 3-19,-1-1-1,1 0 1,-1 0 0,0 0-1,-1-1 1,1 1 0,-1-1-1,0 0 1,0-1-1,-1 1 1,0 0 0,0-1-1,0 0 1,-1 0 0,0 0-1,-1 0 1,2-10-1,2-17 22,-2 0 0,-1-44 1,-2 76-39,0-20-1,-1-1 0,0 1 0,-2 0 0,-7-30 0,7 42 9,-1 0 0,0 0 0,0 1-1,-1-1 1,0 1 0,0 0 0,-1 1-1,0-1 1,-1 1 0,0 0 0,-12-10 0,14 14 25,-1 0 1,0 0-1,0 1 0,0 0 1,0 0-1,0 0 1,0 1-1,-13-3 1,16 4-32,0 0 0,1 0 1,-1 1-1,0 0 1,0 0-1,0-1 0,0 1 1,0 1-1,0-1 0,0 0 1,0 1-1,0 0 0,1-1 1,-1 1-1,0 0 0,0 1 1,1-1-1,-1 0 1,1 1-1,-1-1 0,1 1 1,0 0-1,-4 4 0,0 2-23,0 1-1,1 1 1,1-1 0,0 1-1,0 0 1,1 0-1,0 0 1,0 0-1,1 0 1,1 1 0,-1 11-1,0 25-11,5 55 1,-2-69 10,0-20 16,1-1 0,0 0 0,0 0 0,1 0 0,1 0 0,0 0 1,0-1-1,1 1 0,1-1 0,13 20 0,-14-24-4,1 0 1,-1 0-1,1-1 1,0 0-1,1 0 1,-1 0-1,1-1 1,0 0-1,1 0 1,-1-1-1,1 0 1,0 0-1,0-1 1,0 0-1,0 0 1,12 2-1,-10-4-22,1 1-1,-1-2 1,0 1-1,20-3 1,-26 2 24,0-1 0,0 0 0,0 0 0,-1 0 0,1 0 0,0-1 0,0 0 0,-1 0 0,1 0 0,-1 0 1,1 0-1,-1-1 0,0 1 0,5-7 0,0-1 8,0-1 0,0 0-1,-2 0 1,1-1 0,8-22 0,16-68-85,-21 65-297,17-40-1,-27 75 362,1 1 0,0-1 0,0 1 0,-1 0 0,1 0 0,0-1 0,0 1-1,0 0 1,0 0 0,1 0 0,-1 0 0,0 0 0,0 0 0,0 1 0,1-1 0,-1 0-1,1 0 1,-1 1 0,0-1 0,1 1 0,-1 0 0,1-1 0,-1 1 0,1 0 0,-1 0-1,1 0 1,-1 0 0,1 0 0,0 0 0,-1 0 0,1 0 0,-1 1 0,0-1 0,1 1-1,-1-1 1,1 1 0,-1 0 0,2 0 0,5 3-15,-1 0 0,0 0 0,0 0 0,0 1 0,0 0 0,5 7 0,16 14 95,-2 1 0,-1 1 0,21 31 0,-39-48 53,1 1-1,-1 0 0,-1 0 0,-1 0 0,1 1 0,-2 0 0,0 0 0,0 0 0,-1 1 0,-1-1 0,1 23 0,-3-24 1,1-8-29,-1 1 1,0-1-1,0 0 0,-1 0 1,1 0-1,-3 7 1,2-10-63,1 0 1,-1 1 0,0-1 0,1 0-1,-1 0 1,0 0 0,0 0 0,0 0 0,0 0-1,0 0 1,-1 0 0,1 0 0,0-1-1,0 1 1,0 0 0,-1-1 0,1 1-1,0-1 1,-1 1 0,1-1 0,0 0 0,-3 1-1,-13 1 264,1-1-1,-1-1 1,-31-3-1,45 3-285,1-1-1,-1 0 1,1 0-1,0 0 1,-1-1 0,1 1-1,0 0 1,0-1-1,0 0 1,0 1 0,0-1-1,0 0 1,0 0-1,1 0 1,-1 0 0,1 0-1,-1-1 1,1 1-1,0 0 1,0-1 0,0 1-1,0-1 1,0 1 0,1-1-1,-1-3 1,0 3-13,0 0 1,1 0 0,-1 0-1,1 0 1,0 0 0,0-1-1,0 1 1,0 0-1,1 0 1,-1 0 0,1 0-1,0 0 1,0 0 0,0 0-1,0 0 1,0 1-1,1-1 1,-1 0 0,1 1-1,0-1 1,0 1 0,3-4-1,15-8-13,1 2-1,0 0 1,25-9-1,6-4-7,-10 3 33,63-44 0,-93 58 9,0-1-1,-2 0 1,1-1 0,-1-1-1,0 1 1,-1-1 0,0-1-1,-1 0 1,11-21 0,-17 27 53,0 0 1,0-1-1,-1 1 1,0-1-1,0 0 0,0 1 1,-1-1-1,0-7 1,0 6 201,0 8-252,0 0 0,0 0-1,0 0 1,0 0 0,0 0 0,0 0 0,0 0-1,0 0 1,0 0 0,0-1 0,0 1 0,0 0-1,0 0 1,0 0 0,0 0 0,0 0 0,0 0 0,0 0-1,0 0 1,0 0 0,0 0 0,0 0 0,0-1-1,0 1 1,0 0 0,0 0 0,-1 0 0,1 0-1,0 0 1,0 0 0,0 0 0,0 0 0,0 0-1,0 0 1,0 0 0,0 0 0,0 0 0,0 0-1,0 0 1,0 0 0,0 0 0,-1 0 0,1 0-1,0 0 1,0 0 0,0 0 0,0 0 0,0 0-1,0 0 1,0 0 0,0 0 0,0 0 0,0 0-1,0 0 1,-1 0 0,1 0 0,0 0 0,0 0-1,0 0 1,0 0 0,0 0 0,0 0 0,0 0-1,0 0 1,0 0 0,0 0 0,0 0 0,-6 7 46,-1 5-73,0 1 0,1 0 0,0 0 0,1 0 0,1 1 0,0-1 0,-3 25-1,2 0-38,0 68-1,4-95 44,1 1-1,1-1 1,0 0-1,1 0 1,0 0-1,0 0 1,7 16-1,-7-22 9,1 0 1,0 0-1,0-1 0,0 1 0,1-1 0,-1 1 0,1-1 0,0 0 1,1-1-1,-1 1 0,1-1 0,-1 0 0,1 0 0,0 0 0,0-1 1,8 4-1,5 0-224,-1-1-1,1-1 1,0 0 0,0-1 0,0-1-1,0-1 1,0-1 0,0 0 0,0-1-1,1-1 1,-1-1 0,-1 0 0,29-10-1,-27 5-1492,-1 0 0,19-12 0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21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132 68 2961,'0'0'7335,"-19"37"-6906,-56 120-94,72-150-304,0 1 1,0-1-1,1 0 1,0 1-1,1-1 1,0 1-1,0-1 1,0 1-1,1 0 1,0-1-1,1 1 1,-1 0-1,3 9 1,-1-11 0,0-1 0,1 1 0,-1-1 0,1 0 0,0 0 0,0 0 0,0 0 0,1-1 0,0 1 0,0-1 0,0 0 0,0 0-1,9 5 1,-1-1 34,1-1-1,-1-1 1,2 0-1,-1-1 1,1-1-1,-1 0 0,1 0 1,0-2-1,1 0 1,21 1-1,-27-3-42,0 0 0,-1 0-1,1-1 1,0 0 0,-1 0 0,1-1-1,-1-1 1,1 1 0,-1-1 0,0 0 0,0-1-1,-1 0 1,14-9 0,-14 7-15,0-1 1,0 1-1,0-1 1,-1-1-1,0 0 1,0 1-1,-1-2 0,0 1 1,0-1-1,-1 1 1,6-19-1,-5 9-9,-1 0 0,0 0 0,-1-1-1,-2 1 1,1-1 0,-2 0 0,0 1 0,-2-1-1,-5-27 1,6 39 6,-2 0-1,1 1 1,-1-1 0,0 1-1,0 0 1,-1-1 0,1 2-1,-1-1 1,-1 0 0,1 1-1,-1 0 1,0 0-1,0 0 1,-1 0 0,1 1-1,-1 0 1,0 0 0,0 1-1,0 0 1,-14-5 0,2 2 68,-1 0 0,0 2 0,0 0 0,0 1 0,-1 1 0,-28 1 1,41 1-72,-1 0 0,1 0 1,0 1-1,0 1 1,0-1-1,-1 1 1,2 0-1,-1 1 1,0-1-1,0 2 0,1-1 1,0 1-1,-1-1 1,1 2-1,1-1 1,-1 1-1,1 0 1,0 0-1,0 0 0,0 1 1,0-1-1,1 1 1,-5 10-1,3-5-9,0 0 0,1 0-1,0 0 1,1 0 0,0 1-1,1 0 1,0-1-1,-1 16 1,1 12-11,2 47 0,1-50-13,0-26 20,0-1 0,1 0 0,0 0 0,0 0 0,1 0 1,0 0-1,5 13 0,-4-18 1,-1 1 0,1 0 1,-1-1-1,1 0 0,1 0 0,-1 0 1,1 0-1,-1 0 0,1-1 0,0 1 1,0-1-1,0 0 0,1 0 0,5 2 1,-2-1-72,0-1 1,0 0 0,1 0 0,-1-1 0,0 0 0,1-1 0,-1 0 0,1 0-1,0-1 1,-1 0 0,1 0 0,-1-1 0,1 0 0,-1-1 0,1 1 0,-1-2 0,0 1-1,1-1 1,-2-1 0,1 1 0,0-1 0,-1-1 0,1 1 0,-1-1 0,0 0 0,10-11-1,-5 2-93,0 0 0,-1-1 0,-1-1-1,0 0 1,-1 0 0,0-1 0,10-31 0,-2-7-311,11-67 0,-20 87 524,-8 34-45,0 1 0,0-1 0,0 1 0,0 0 0,0-1 0,0 1 0,0-1 0,0 1 0,1-1 0,-1 1 0,0 0 0,0-1 0,0 1 0,1 0 0,-1-1 0,0 1 0,0 0 0,1-1 0,-1 1 0,0 0 0,1-1 0,-1 1 0,0 0 0,1 0 0,-1 0 0,1-1 0,-1 1 0,0 0 0,1 0 0,-1 0 0,1 0 0,-1 0 0,0 0 0,1-1 0,-1 1 0,1 0 0,-1 0 0,1 0 0,-1 1 0,1-1 1,-1 0-1,0 0 0,1 0 0,-1 0 0,1 0 0,-1 0 0,0 1 0,1-1 0,-1 0 0,0 0 0,1 1 0,17 16-366,2 15 290,24 55 1,-6-11 133,-10-25 146,80 135 1968,-103-179-2052,0 0 1,1-1-1,-1 1 1,1-1 0,0 0-1,1-1 1,0 1 0,0-1-1,0-1 1,14 8-1,-18-11-93,1 0 0,-1 0-1,1 0 1,-1 0 0,1 0-1,-1-1 1,1 0 0,-1 1-1,1-1 1,0-1 0,-1 1-1,1 0 1,-1-1 0,1 0-1,-1 0 1,1 0-1,-1 0 1,0-1 0,1 1-1,-1-1 1,0 0 0,0 1-1,0-2 1,0 1 0,-1 0-1,1 0 1,0-1 0,-1 0-1,3-3 1,4-7-36,0-1-1,-1 0 1,0 0 0,-1-1-1,-1 0 1,0 0 0,-1-1-1,-1 0 1,5-31 0,-2-6-565,-1-90 1,-6 117 433,0-14 169,0 30-224,1 14-339,1 6 494,0 1 0,1 0 1,0-1-1,1 0 1,0 0-1,1 0 1,0 0-1,10 14 0,59 73 298,-62-83-146,-4-4 138,0-1-1,1 0 1,0-1-1,17 13 0,-23-19-152,1 1-1,0-1 1,1 0-1,-1 0 0,0 0 1,1-1-1,-1 1 1,1-1-1,-1 0 0,1 0 1,0-1-1,-1 0 1,1 1-1,0-1 0,5-1 1,-7 0-60,0 0 1,-1 0-1,1 0 1,0 0-1,0 0 1,-1-1-1,1 1 1,0-1-1,-1 0 1,0 0-1,1 1 0,-1-2 1,0 1-1,0 0 1,0 0-1,0-1 1,0 1-1,-1-1 1,1 1-1,1-5 1,1-3-26,0 0 0,0-1 0,-1 1 0,2-14 0,-1-6-178,-1 0 1,-1 1 0,-2-1 0,-3-38-1,2 64 135,1-1-1,-1 1 0,0-1 0,-1 1 1,1 0-1,-1 0 0,0-1 0,0 1 1,0 0-1,0 1 0,-1-1 1,1 0-1,-1 1 0,0-1 0,0 1 1,0 0-1,-1 0 0,1 0 0,-1 1 1,0-1-1,1 1 0,-1 0 0,0 0 1,-1 0-1,1 0 0,0 1 1,0-1-1,-1 1 0,1 0 0,-1 1 1,1-1-1,0 1 0,-9 0 0,91 11-2826,114-10-608,-142-1 1299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22.08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120 302 1200,'0'0'6734,"7"-41"-6437,20-125 279,-25 158-411,-1 1 1,0 0-1,0 0 0,-1-1 0,1 1 1,-2 0-1,1-1 0,-3-10 0,2 17-81,1 0 0,-1 0 0,0-1-1,0 1 1,0 0 0,0 0 0,0 0 0,0 0-1,0 1 1,-1-1 0,1 0 0,0 0 0,0 1-1,-1-1 1,1 0 0,0 1 0,-1 0 0,1-1-1,0 1 1,-1 0 0,1-1 0,-1 1 0,-1 0-1,0 0-31,0 0-1,0 0 0,0 0 1,0 0-1,0 1 0,0-1 1,0 1-1,0 0 0,0 0 1,0 0-1,0 0 0,1 0 1,-1 1-1,0-1 0,1 1 1,-1 0-1,1 0 0,0 0 1,-1 0-1,1 0 0,0 0 1,0 0-1,1 1 0,-1-1 1,0 1-1,1-1 0,-3 6 1,-3 7-81,0 1 1,1 0-1,-6 26 0,10-36 75,-5 29-37,1 0 0,2 0 0,2 0 1,2 43-1,0-52 5,0-12-10,0 0 1,1 0 0,1 0 0,0-1 0,7 25 0,-6-31-5,-1-1 0,1 0 0,1 0 1,-1 0-1,1 0 0,0 0 0,1-1 0,-1 1 1,1-1-1,0 0 0,0-1 0,0 1 0,8 4 1,-2-3-29,-1 0 0,1 0 0,1-1 0,-1-1 0,1 0 0,-1 0 0,1-1 0,0-1 0,1 0 1,-1 0-1,0-1 0,0-1 0,18-1 0,-10-2-190,0 0 1,0-1 0,-1 0-1,1-2 1,-1-1 0,0 0-1,20-11 1,-9 1-1282,45-32 0,12-21-3994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22.4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72 0 4441,'0'0'7922,"-71"203"-7458,71-112 80,0 0-72,0-15-288,47-17-184,48-47-160,0-12-1832,-12-4-3354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22.91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101 1 3121,'0'0'2487,"-6"38"-317,-46 270 949,34-202-2502,5 1-1,1 113 1,12-49 706,0-169-1283,1 0 1,-1 0 0,1 1-1,-1-1 1,1 0-1,0 0 1,-1 0 0,1 0-1,0 0 1,0 0-1,1 0 1,-1 0 0,0 0-1,1-1 1,-1 1 0,1 0-1,0-1 1,-1 1-1,1-1 1,0 0 0,0 1-1,0-1 1,0 0 0,0 0-1,0 0 1,0-1-1,0 1 1,0 0 0,0-1-1,1 1 1,-1-1-1,3 0 1,12 2 172,0 0 0,-1-2 0,25-1-1,-17 0-109,20 0-183,-1-1 0,0-3 1,77-17-1,-15-12-7603,-86 27 577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23.26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4785,'0'0'10058,"403"-48"-9938,-308 28-120,-18 8-280,-18 4-584,-17 8-976,-13 0-2049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23.5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1 120 2961,'0'0'11738,"243"0"-11474,-154-16-240,0-4-24,-18 0-712,-12-4-1208,-23 5-1097,-13-1-2192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2:23.92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3169,'0'0'12610,"409"0"-11817,-267-12-49,-6-4-224,-6 0-224,-5 4-176,-12 4-120,-13 4 0,-5 4-160,24 0-984,-31 24-1233,-16 4-2864</inkml:trace>
  <inkml:trace contextRef="#ctx0" brushRef="#br0" timeOffset="1">2270 1159 10426,'0'0'12179,"-6"-4"-12923,-11-24-1513,5 5-4736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5:56.1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5267 672 3769,'-6'-5'15187,"-31"-22"-15267,-22-9 99,-230-130 74,173 110 195,-126-41-1,162 67-230,2 4-39,-127-23 0,132 33-14,-107-28-38,-114-23-56,286 65 89,-110-18-17,-218-10 1,308 30-4,-84-1-72,-203 25 0,-60 17 219,341-38-130,-1 2 0,1 0 0,1 3 0,-1 1 1,-45 18-1,3 6-40,-79 47 0,-76 72 19,209-136-9,1 1 0,1 1 0,1 0 1,0 2-1,2 0 0,0 1 0,1 1 1,-16 30-1,13-4-28,7-14 37,-81 167 41,81-163-13,5-8 1,-122 395 38,65-225-17,-10 43 5,47-127-27,-47 122 1,68-224 7,0-1 0,-13 20 0,-4 6 32,-17 17-22,34-47-17,0 0 0,0 0 0,-1-1 0,-9 10 0,-13 17 25,9-7-23,-80 107-5,82-112 0,14-17 0,-1 1 0,1-2 1,-1 1-1,-1-1 0,-10 10 0,11-11 8,1 0 0,0 0 0,0 0 0,1 1 0,-7 9 1,-5 7-22,-108 149-10,106-146 22,2 1-11,-21 45 0,-2 5-4,-73 127 15,75-133-12,3 2-1,4 1 1,-33 125 0,53-149-10,2 1 0,2 0 0,2 0 0,6 74 0,-1-25-26,0-64 45,1-1 0,1 1 0,2-1 0,2-1 0,15 45 0,-10-35 10,-3-1-1,-1 2 1,-2 0 0,-2 0 0,0 51 0,-4 3 4,1-27 64,-3 0 0,-19 133 0,6-125-47,4 0 0,-2 127 0,12-189-30,-1-6-11,1 1-1,0-1 1,1 1 0,0 0 0,0-1-1,1 1 1,0-1 0,1 0 0,0 0-1,1 0 1,5 11 0,34 45-110,28 50 28,-62-98 104,-1-1-1,-1 1 1,-1 1 0,0-1 0,3 24-1,-8-38-7,29 150 0,-23-129-5,1-1 0,0 0 1,2 0-1,16 26 0,-13-27-2,110 200-5,-109-196-11,2-1 0,0 0 0,2-1 0,0 0 1,2-2-1,1 0 0,1-2 0,0 0 0,2-1 0,0-2 1,1 0-1,1-2 0,1 0 0,0-2 0,1-1 0,0-2 1,1 0-1,40 8 0,131 21 43,274 68 77,-385-81-84,20 7 31,1-5 1,170 23-1,324-32 372,-600-20-412,590 8 720,592-4-525,-753 31-210,-155-6 4,76 1 242,259 14 296,-113-42-453,-261-3-54,-126-5-10,-1-6-1,146-33 0,-166 28-10,494-121 531,-546 124-503,-1 0 1,0-3-1,52-30 0,-60 25 0,-1-1 0,-1-2 0,-1 0 0,41-50 0,-20 17-15,-3-2 0,-2-2-1,61-116 1,-82 127 7,-2-1 1,15-58-1,-20 60-18,57-232 17,-23 82-16,-31 131 101,-4-1-1,-2 0 1,-4-1-1,1-91 1,2-349 28,-10 404-105,0 40-9,-2 1-1,-16-115 1,-50-114 144,48 237 52,-2 1 1,-54-107-1,-118-151 382,152 252-595,-58-76 96,48 71-64,-297-341 47,192 256-84,-302-233-1,-60 23 26,466 329-25,-117-80-17,-317-197-84,385 256 87,-17-8-20,-122-89 0,160 92-28,15 10 33,-136-79 0,11 43-99,105 41 147,18 5 130,47 27 56,-37-19 1,44 31-91,12 1-164,-1-1 0,1 1 0,0 0 0,0-1 0,0 1 0,0 0 0,0-1 0,0 1 0,0 0 0,-1-1 0,1 1 0,0 0 0,0 0 0,0-1 0,0 1 0,0 0 0,1-1 0,-1 1 0,0 0 0,0-1 0,0 1 0,0 0 0,0-1 0,0 1 0,0 0 0,1-1 1,-1 1-1,0 0 0,0 0 0,0-1 0,1 1 0,-1 0 0,0 0 0,0-1 0,1 1 0,-1 0 0,0 0 0,1 0 0,67-1-5900,-16 1 1376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1.5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90 291 1256,'0'0'11505,"0"2"-11118,-4 71-331,-25 135 0,3-39 111,24-153-163,-26 351-103,39-579-1716,1-14 287,-13 165 1429,0 28 132,0 1-1,2-1 0,2 1 0,1 0 0,11-47 0,-1 38-10,2 1 0,1 0-1,24-38 1,-28 58-31,-1 0-1,2 1 1,1 0 0,0 1-1,1 1 1,1 0 0,22-16-1,-33 30-9,0 0 0,0 0-1,1 0 1,-1 0-1,0 1 1,1 0-1,0 1 1,-1 0 0,1 0-1,0 0 1,0 0-1,0 1 1,9 1-1,-14-1 9,0 0 0,-1 0 0,1 1 0,0-1 0,0 0-1,-1 1 1,1-1 0,0 1 0,-1 0 0,1-1-1,0 1 1,-1 0 0,1 0 0,-1 0 0,0 0 0,1 0-1,-1 0 1,3 3 0,-2-1 4,0 0 0,0 0 0,0 1 0,-1-1 1,1 0-1,-1 1 0,0-1 0,2 8 0,-1 7 28,0 1 0,-1 0 0,-1 20 0,-1-16 0,1-16-8,1 17 17,-1 1 0,-2-1 1,-1 1-1,-10 47 0,-5-26-8,-1-1 0,-2-1-1,-2 0 1,-2-2 0,-2-1-1,-35 42 1,50-68-38,-1 0 1,-1-1-1,-30 25 0,38-34 147,-1-1 0,1 0 0,-1-1 0,0 0 0,0 0 0,0 0 0,0 0 0,-1-1 0,1-1 0,-1 1 0,1-1 0,-15 0 0,22-1-91,-1 0 0,0 0 0,1 0-1,-1-1 1,0 1 0,1 0-1,-1 0 1,1-1 0,-1 1-1,0 0 1,1-1 0,-1 1-1,1 0 1,-1-1 0,1 1-1,-1-1 1,1 1 0,-1-1-1,1 1 1,0-1 0,-1 1-1,1-1 1,0 1 0,-1-1-1,1 0 1,0 1 0,0-1-1,-1 0 1,1 1 0,0-1-1,0 1 1,0-1 0,0-1-1,0-25-108,0 18 140,0 7-73,1-1-1,-1 0 1,0 0-1,1 1 0,-1-1 1,1 1-1,0-1 0,0 0 1,0 1-1,0-1 0,0 1 1,0 0-1,1-1 0,-1 1 1,1 0-1,0 0 0,-1 0 1,1 0-1,0 0 1,0 0-1,1 1 0,-1-1 1,0 1-1,0-1 0,1 1 1,-1 0-1,1 0 0,-1 0 1,1 0-1,3-1 0,8-1-85,0 1 0,1 0 0,-1 1-1,23 1 1,-26 0-27,-2 0 55,1 1 0,-1 1 0,1-1 0,-1 1 0,0 1 0,0 0 0,0 0 0,0 1 0,0 0 1,-1 1-1,1 0 0,10 8 0,-6-3-23,-1 0 0,0 1 1,-1 1-1,0 0 0,-1 0 1,16 25-1,-22-29 143,0 1 0,0 0 0,-1 0 1,0 0-1,0 0 0,-1 0 0,0 1 0,-1-1 0,0 12 1,0 14 317,-5 39 0,3-69-365,0 6 35,-1 0-1,-1 0 1,0 0-1,-1 0 1,0-1 0,-7 14-1,-6 16 20,19-51-2733,-1 6 2309,0 0 0,0 0 1,1 0-1,-1 0 1,1 0-1,5-9 1,11-13-2497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1.9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1768,'0'0'10315,"0"7"-9397,0 469-55,-1-475-961,1-1-1,0 1 1,0-1-1,0 1 1,1 0-1,-1-1 1,0 1-1,0-1 1,0 1-1,0-1 1,0 1-1,1-1 1,-1 1-1,0-1 1,0 1 0,1-1-1,-1 0 1,0 1-1,1-1 1,-1 1-1,0-1 1,1 0-1,-1 1 1,1-1-1,-1 0 1,1 1-1,-1-1 1,1 0-1,-1 0 1,1 1-1,0-1 1,1 0-219,-1 0 0,1 0 0,-1 0 0,1 0 0,-1 0 1,0 0-1,1 0 0,-1-1 0,1 1 0,-1-1 0,1 1 0,1-2 0,20-14-4012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2.2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60 1 4537,'0'0'7186,"-30"254"-6690,18-167-96,6 8-56,0-7-144,0-1-56,6-16-136,0-15-8,0-12 0,0-25-208,0-11-784,0-16-785,0-35-343,0-9-961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2.6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3753,'0'0'7353,"23"0"-7185,19 0-32,11 0-136,1 0-184,35 0-848,-18 0-976,-12 0-2049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2.92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125 0 440,'0'0'10613,"0"40"-9974,-1-1-452,1 11 79,1 0 0,2-1 0,12 57 0,21 76 534,33 232 87,-67-279-714,-3-87 35,1-47-181,0 0-1,0-1 0,0 1 1,0 0-1,0-1 0,0 1 1,-1-1-1,1 1 0,0 0 1,0-1-1,-1 1 0,1-1 1,0 1-1,-1-1 0,1 1 1,-1-1-1,1 1 0,-1-1 1,1 1-1,-1-1 0,1 0 1,-1 1-1,1-1 0,-1 0 1,1 1-1,-1-1 0,1 0 1,-1 0-1,0 1 0,1-1 1,-1 0-1,0 0 0,0 0 1,-27 0 597,16-1-478,1 1-47,0 0 0,-1-1 0,1-1-1,0 0 1,0 0 0,0-1 0,-20-9 0,26 10-96,0-1-1,0 1 1,0-1-1,1-1 1,-1 1-1,1-1 1,-1 0-1,1 0 1,1 0-1,-1 0 1,0-1-1,1 1 1,0-1-1,0 0 1,0 0-1,1 0 1,-4-11-1,2-4-227,0 0-1,2 0 1,0 0-1,1-41 1,2 36-298,-1 20 325,1 0-1,1 0 1,-1 0 0,1 0-1,0 0 1,0 0-1,0 0 1,1 1-1,-1-1 1,1 1-1,1-1 1,-1 1 0,7-7-1,6-8-1328,14-23-2669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3.2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40 3937,'0'0'11426,"-6"-40"-11922,6 72-8370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3.61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1 288,'0'0'12931,"0"39"-12450,1 132-418,0-135-52,2-1 0,1 1-1,1-1 1,2 0 0,2-1 0,1 1 0,1-2-1,27 54 1,-35-79-6,1 2-3,0 1-1,1-1 1,0 0-1,0-1 1,1 1-1,0-1 1,1 0-1,0-1 1,1 0-1,9 10 1,-16-18-5,0 1 1,-1-1-1,1 1 0,0-1 1,-1 1-1,1-1 1,0 1-1,0-1 1,0 1-1,0-1 1,-1 0-1,1 0 1,0 1-1,0-1 1,0 0-1,0 0 1,0 0-1,0 0 0,0 0 1,-1 0-1,1 0 1,0 0-1,0-1 1,0 1-1,0 0 1,0 0-1,0-1 1,-1 1-1,1-1 1,0 1-1,0-1 0,-1 1 1,1-1-1,0 1 1,0-1-1,-1 1 1,1-1-1,-1 0 1,1 1-1,-1-1 1,1 0-1,-1 0 1,1-1-1,2-3-20,-1-1 0,0 1 0,-1-1 0,1 0 0,0-7 0,-1 7 18,5-43-688,1-74 0,-7 130 673,0 0 0,0 1-1,1-1 1,1 0 0,-1 0-1,1 0 1,0 0 0,1-1-1,0 1 1,0 0 0,0-1-1,1 0 1,-1 0 0,2 0-1,-1 0 1,1-1 0,-1 1-1,2-1 1,8 7 0,-9-9 59,0 0 0,0 0 0,0 0 1,0 0-1,1-1 0,6 2 0,-10-3-3,0-1 0,0 1 0,0-1 0,0 1 0,0-1 0,0 0 0,0 0-1,1 0 1,-1 0 0,0 0 0,0 0 0,0-1 0,0 1 0,0-1 0,0 0-1,0 1 1,0-1 0,0 0 0,0 0 0,2-1 0,1-6 105,1 0 1,-1 0 0,-1 0-1,1-1 1,-2 1 0,1-1-1,-1 0 1,2-11-1,-4 18-119,9-32 172,-2-1 0,-2 0 0,4-55 0,-7-115-771,-3 127-724,0 82 524,0 0 0,0 0-1,1 0 1,-1 1 0,1-1-1,0 0 1,4 7 0,10 13-4070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4.0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72,'0'0'12307,"2"11"-11939,21 137 155,4 182 1,-20 163 1449,-7-437-1699,0-55-262,1 0 1,-1 0-1,1 0 0,-1 0 1,1 0-1,-1 0 0,1 0 1,0 0-1,-1 0 1,1 0-1,0 0 0,0 0 1,0-1-1,0 1 1,0 0-1,0-1 0,0 1 1,0-1-1,0 1 1,0-1-1,0 1 0,0-1 1,0 1-1,0-1 0,0 0 1,0 0-1,1 0 1,-1 0-1,0 0 0,0 0 1,2 0-1,52 0 376,-37-1-219,5 0-59,0-1-1,0-1 0,-1-1 1,29-9-1,91-36-1555,-15 6-4898,-90 31 906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4.3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4425,'0'0'9786,"18"258"-8754,-18-171-472,0-3-208,0-5-248,0-12-104,6-7-232,11-20-1208,-5-13-1777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5.11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 1 4257,'0'0'7711,"-6"17"-7596,2-6-93,-3 8 8,1 0 1,1 0-1,1 1 1,0-1-1,-1 21 1,3 397 1807,3-229-7545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5.5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37 4585,'0'0'7978,"243"-12"-7914,-148 4-64,30 4-16,-25-4-1321,-11 4-2783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5.9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161 409 2601,'0'0'5381,"-1"35"-4373,-3 123-177,5-122-647,1 0 0,1-1 0,2 1 1,2-1-1,1 0 0,1 0 0,17 38 1,-4-7 58,-13-39-121,90 306 1101,-84-271-905,-4 0 1,-2 1 0,2 91 0,-11-153-301,0 0-1,0 0 1,0 0 0,0 0 0,0 0 0,0 0 0,0 0 0,0 1-1,-1-1 1,1 0 0,0 0 0,-1 0 0,1 0 0,0 0-1,-1-1 1,1 1 0,-1 0 0,0 0 0,1 0 0,-1 0 0,0 0-1,1-1 1,-1 1 0,0 0 0,0-1 0,0 1 0,0 0 0,0-1-1,1 1 1,-1-1 0,0 0 0,0 1 0,-2-1 0,-1 1 25,1-1 0,-1 0 0,0 0 0,0-1 0,0 1 1,0-1-1,-7-2 0,1-1-22,0 0 0,-1 0-1,2-1 1,-1 0 0,0-1 0,1 0 0,0-1 0,1 1 0,-13-13-1,-5-10-70,-31-41-1,56 68 49,-22-27-103,2-2-1,2 0 1,-19-39-1,30 52 38,1 0 0,1-1 0,0 1 0,2-1 1,0 0-1,1 0 0,-2-37 0,5 41 42,0 8 3,0 0 0,0 0 0,1 0 0,2-12 0,-2 16 14,0 0 1,0 1-1,0-1 1,0 0 0,1 1-1,-1 0 1,1-1-1,0 1 1,0 0-1,0 0 1,0 0-1,0 0 1,0 0-1,5-3 1,21-11-432,1 0 0,1 2 1,36-11-1,-26 10-1821,41-22 1,-38 13-2249</inkml:trace>
  <inkml:trace contextRef="#ctx0" brushRef="#br0" timeOffset="1">55 0 7370,'0'0'4625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6.46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36 3385,'0'0'7404,"0"19"-7203,1 20 147,1-1 0,2 1 0,2-1 0,2 0 0,18 59-1,-20-83-253,0 0 0,1 0 0,1 0 0,14 20 0,-20-31-85,1 1 0,0-1 0,0-1 0,0 1 1,0 0-1,0-1 0,0 1 0,1-1 0,-1 0 0,1 0 1,0 0-1,-1-1 0,1 1 0,0-1 0,0 0 0,0 0 1,0 0-1,0-1 0,0 1 0,0-1 0,1 0 0,6-1 1,-9 0 0,-1 0 1,1 0-1,0 0 1,-1 0-1,1-1 1,0 1 0,-1-1-1,0 1 1,1-1-1,-1 0 1,0 1 0,0-1-1,0 0 1,0 0-1,0 0 1,0 0-1,0 1 1,-1-1 0,1-1-1,0-3 1,11-54 214,-10 48-236,0 0 5,-2 9-1,0-1 0,0 1 0,0 0 0,1 0 1,-1 0-1,1 0 0,0 0 0,0 0 0,0 0 0,3-5 0,-3 8-62,0 0-1,0 0 1,0-1-1,-1 1 1,1 1-1,0-1 1,0 0-1,0 0 1,0 0-1,0 0 0,-1 1 1,1-1-1,0 0 1,0 1-1,0-1 1,-1 0-1,1 1 1,0-1-1,0 1 1,-1 0-1,2 0 1,18 16-211,-15-12 201,5 3 51,1 0-1,0-1 1,1 0-1,-1-1 1,2 0-1,20 7 1,-24-10 91,-1-1-1,1 0 1,0 0-1,0-1 1,0-1 0,0 1-1,0-1 1,-1-1-1,1 0 1,0 0-1,11-3 1,-15 2-7,-1 0-1,1 0 1,0 0-1,-1-1 1,0 0-1,1 0 1,-1 0-1,0-1 1,-1 1-1,1-1 1,-1 0-1,1 0 1,-1 0-1,0 0 1,-1-1-1,1 1 1,-1-1 0,0 0-1,0 1 1,0-1-1,-1 0 1,1 0-1,0-6 1,2-14 51,-1 0 0,0 0 0,-2-34 0,-1 56-104,0-20-104,1 8 191,-1 1 0,0-1 0,-1 0 0,-4-16 0,5 29-101,0-1 0,-1 1 0,0-1 0,0 1 0,0-1 0,0 1 0,0 0 0,0-1 0,0 1 0,-1 0 0,1 0 0,-1 0 0,1 0 0,-1 0 0,0 0 0,0 1 0,0-1 0,0 0 0,0 1 0,0 0 0,-1-1 0,1 1 0,0 0 0,-1 0 0,1 0 0,-1 1 0,1-1 0,-1 0 0,-4 1 0,7 19-6709,0-3 313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6.8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4257,'0'0'5995,"0"47"-5417,0 296 641,16-21 888,-8-206-1366,-7-96-604,1 20 149,9 41 0,-9-69-257,0-1 0,1 0 0,1 0-1,0 0 1,1-1 0,0 1 0,0-1 0,9 12 0,-11-21 126,-1 0-1,1 0 1,0-1-1,-1 0 1,1 1-1,0-1 1,-1 0-1,1-1 1,0 1-1,3-1 1,-1 1 35,5-1-314,-1-1 0,1 1 1,0-2-1,-1 1 0,1-2 1,-1 1-1,0-1 0,0 0 1,11-8-1,-11 7-75,0 0 1,-1 1-1,2 0 1,-1 0-1,1 1 1,-1 0-1,1 0 1,0 1-1,13-1 1,-4 3-1133,-11-1 377,-1 1 0,1 0 0,-1 0 0,14 3-1,-2 7-3452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7.27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0 102 1712,'0'0'6071,"32"-17"-6028,102-52 18,-129 66-19,0 1-1,1 0 1,-1 0-1,0 0 1,1 1-1,-1 0 1,1 0-1,-1 0 1,1 0 0,0 1-1,-1 0 1,1 1-1,0-1 1,6 2-1,-9-1 22,1 1-1,-1-1 1,-1 1 0,1-1-1,0 1 1,0 0-1,-1 0 1,1 0-1,-1 0 1,1 1 0,-1-1-1,0 1 1,0-1-1,0 1 1,0 0-1,0 0 1,1 4 0,2 7 205,-1 0-1,-1 1 1,0-1 0,-1 1 0,0-1 0,-1 1 0,-2 18 0,1-28-213,1 9 101,-1 1 1,-1-1 0,0 0-1,-1 1 1,-1-1 0,0 0-1,0-1 1,-2 1 0,0 0 0,0-1-1,-9 15 1,-34 51 608,-27 48 1385,75-126-2174,-2 5 553,14-4-79,217-15-929,-77-6-2724,-100 11-906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17.80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1088,'0'0'3757,"34"44"-1689,111 150-4,-122-160-1462,-1 1 0,-1 0 0,-2 2 0,27 76 0,-36-87-369,19 55 211,-4 1 1,-3 1 0,-4 0-1,-4 2 1,6 134-1,-21 76-129,-2-241-285,-4-1 1,-1-1-1,-24 78 0,10-54-10,-4-2 0,-3-1-1,-48 87 1,75-155-47,1-4 17,1 1 1,-1-1-1,0 0 1,1 0-1,-1 0 1,0 0-1,0 0 1,0 0-1,0 0 1,0 0-1,0 0 1,0-1 0,0 1-1,-2 1 1,2-2-69,2-13-1535,-1 11 1276,1-1 1,-1 0-1,0 0 1,1 0-1,-1 0 1,1 0-1,0 1 0,2-6 1,13-12-3872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5:49.1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287 543 2921,'0'0'11151,"0"25"-10907,0-9-159,0 0 0,-1 0 0,-1 0 0,-5 20 0,5-29-42,-1 0-1,1 0 1,-1-1-1,0 1 0,-1-1 1,0 0-1,0 0 1,0 0-1,-1 0 0,1-1 1,-1 0-1,-7 6 1,9-10-29,1 1-1,-1-1 1,1 0 0,-1 0 0,0 0 0,1 0 0,-1 0 0,0-1 0,0 1 0,0-1 0,1 0 0,-1 0 0,0 0 0,0 0 0,0 0 0,0-1 0,1 1 0,-1-1 0,0 1-1,0-1 1,1 0 0,-1-1 0,0 1 0,1 0 0,-1-1 0,1 1 0,0-1 0,-1 0 0,1 1 0,0-1 0,0 0 0,-2-3 0,-3-8-52,1 1 1,0-1 0,1 0-1,0 0 1,1-1-1,0 1 1,1-1 0,-2-22-1,1-118-328,5 108 175,-1 19-17,1-1-1,2 1 0,1 0 1,1 0-1,1 1 0,1 0 1,2 0-1,0 0 0,2 1 1,26-45-1,-33 64 133,0 0 1,0 0-1,1 0 1,-1 1-1,1 0 1,0 0-1,10-7 1,-13 11 23,-1 0 1,1-1 0,0 1 0,0 0-1,0 1 1,0-1 0,0 0-1,0 0 1,0 1 0,0-1-1,0 1 1,0 0 0,0 0 0,0-1-1,1 1 1,-1 1 0,0-1-1,0 0 1,0 0 0,0 1-1,0-1 1,0 1 0,0 0 0,0 0-1,0-1 1,0 1 0,0 0-1,-1 1 1,1-1 0,0 0 0,1 2-1,3 3-1,-1 0 0,0 1 0,0 0 1,0 0-1,-1 0 0,0 0 0,0 1 0,-1-1 0,2 9 0,21 80 6,-23-84 38,8 54 20,-3 2-1,-2-1 1,-6 97 0,0-89 40,1-15 45,-3 0-1,-3 1 1,-2-1-1,-22 86 1,-92 225 555,99-318-254,-3 0 1,-1-2-1,-3-1 0,-61 79 1,89-127-301,0 0 0,0 0 0,-1 0 0,1-1 0,-1 1 0,1-1 0,-1 1 1,0-1-1,1 0 0,-1 1 0,0-1 0,0 0 0,0 0 0,0 0 0,-3 1 0,4-23 386,-1-39-771,2-55-1043,1 100 1130,0-1-1,1 1 0,1-1 0,1 1 0,5-16 0,-1 12-127,-2 0-15,2 1 0,16-29 0,-24 46 304,1 0 0,-1 0-1,1 0 1,0 1 0,-1-1 0,1 0 0,0 0 0,0 1 0,0-1 0,-1 0 0,1 1 0,0-1 0,0 1 0,0-1 0,0 1 0,0 0 0,0-1 0,0 1-1,0 0 1,0 0 0,0-1 0,0 1 0,0 0 0,0 0 0,0 0 0,0 0 0,0 1 0,0-1 0,0 0 0,0 0 0,0 0 0,0 1 0,0-1 0,2 2-1,0-1-49,0 1-1,0 0 0,0 0 0,-1 0 0,1 1 0,0-1 0,-1 1 0,4 4 0,206 260 143,-205-259 7,0 0 0,1 0-1,0-1 1,17 12 0,-23-17-67,1-1 1,-1 1 0,1-1 0,0 1 0,-1-1 0,1 0 0,0 0-1,0-1 1,-1 1 0,1-1 0,0 1 0,0-1 0,0 0-1,0 0 1,0 0 0,0 0 0,-1 0 0,1-1 0,0 0 0,0 1-1,0-1 1,0 0 0,-1 0 0,5-3 0,2-3-232,0-2 0,-1 1 0,0-1 0,0 0 0,-1-1 1,0 0-1,6-12 0,22-30-3943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5:49.5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72 8058,'0'0'8049,"-12"-72"-13410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5:58.3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48 16 4913,'0'0'12841,"-4"-2"-12222,3 1-552,0-1-51,0 1 0,0 0 1,0 0-1,0 0 0,-1 0 0,1 0 0,0 1 0,0-1 0,-1 0 0,1 0 0,-1 1 0,-2-1 0,4 21-530,-17 630 157,11-212 81,6-335-1072,0-196-1622,0 30-940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5:58.8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0 566 6913,'0'0'5900,"1"-44"-5287,0-1-544,2 1 0,10-56 1,-11 92-67,0 1 1,0 0 0,1 0 0,0 0 0,1 0 0,-1 0-1,1 1 1,0 0 0,1-1 0,0 2 0,0-1-1,0 0 1,0 1 0,11-8 0,20-15 1,1 1 0,0 2 0,2 2 0,1 1 0,65-24-1,-70 33-103,0 2-1,1 1 0,0 2 0,1 2 0,-1 1 0,1 2 0,46 1 0,-75 2 48,0 1-1,-1-1 1,1 1-1,-1 1 1,0-1-1,1 1 1,-1 1-1,0-1 0,0 1 1,0 0-1,0 1 1,-1 0-1,1 0 1,-1 0-1,0 1 1,0 0-1,-1 0 0,0 0 1,1 1-1,-2 0 1,1 0-1,-1 0 1,0 1-1,0-1 1,-1 1-1,1 0 0,-1 0 1,-1 0-1,0 0 1,0 1-1,1 8 1,3 20 102,-3 0 1,0 0 0,-6 71-1,0-76 45,-1 0 0,-2 0 0,-1 0-1,-1-1 1,-2 0 0,-23 49-1,10-34 17,-1 0-1,-3-2 0,-44 56 1,64-90-71,-37 40-31,41-46 33,0 0 0,0-1 1,0 0-1,0 0 0,0 0 0,0 0 1,-1 0-1,1-1 0,-1 0 0,1 1 1,-1-1-1,1-1 0,-1 1 0,-6 0 0,10-1-25,-1 0-1,1 0 0,-1 0 0,1-1 0,-1 1 0,1 0 0,-1-1 0,1 1 0,0 0 0,-1-1 0,1 1 0,-1 0 0,1-1 0,0 1 0,0-1 0,-1 1 0,1-1 0,0 1 0,0 0 0,-1-1 0,1 1 0,0-1 0,0 0 0,0 1 0,0-1 0,0 1 0,0-1 0,0 1 0,0-1 0,0 1 0,0-1 0,0 1 0,0-1 0,0 1 0,0-1 0,0 1 0,0-1 0,1 0 0,-1-6 61,0 6-73,0-18-28,1-1 0,3-20 0,-3 33-22,1 1 0,0-1 1,0 0-1,0 0 0,1 1 1,0 0-1,1-1 0,-1 1 0,7-7 1,-2 2-56,1 0 1,0 1-1,1 0 1,14-11-1,-20 18 60,-1 1 0,1-1 0,0 1 0,0 0 0,0 0 0,0 1 0,0-1 0,0 1 0,0 0 0,1 0 0,-1 0 0,0 0 0,1 1 0,-1 0 0,0 0 0,1 0 0,6 1 0,-8 0 0,0 0-1,0 0 0,-1 1 1,1-1-1,0 0 0,-1 1 1,1 0-1,-1-1 0,0 1 1,1 0-1,-1 0 0,0 1 1,0-1-1,0 0 0,-1 1 1,1-1-1,0 1 0,-1-1 1,0 1-1,2 4 0,2 7 21,0 1-1,5 27 0,-6-23 18,46 288 775,-35-193-579,-9-33-95,-6-81-158,0-15-894,0-13-1217,0-4-1528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5:59.2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 1 4153,'0'0'7743,"10"32"-7588,-2-5-116,5 11 35,-2 1 1,-2-1-1,-2 2 1,4 46 0,-6 18 368,-5 0 1,-4 0 0,-19 113 0,13-160-162,-11 61 709,-13 236 0,34-256-759,0-98-36,43 0 332,39 1 99,107-14-1,-164 10-805,162-22 373,-64 14-5150,-91 11-1764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5:59.9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1 5401,'0'0'11163,"-24"71"-19253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00.2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4945,'0'0'10642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03.0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173 2 928,'0'0'11345,"-5"0"-11071,3 0-294,1 0 8,0-1-1,1 1 1,-1 0 0,0 0-1,0 0 1,0 0 0,1 0 0,-1 0-1,0 0 1,0 0 0,0 0 0,0 0-1,1 0 1,-1 0 0,0 0 0,0 1-1,1-1 1,-1 0 0,0 1 0,0-1-1,1 0 1,-1 1 0,0-1-1,1 1 1,-1-1 0,1 1 0,-3 3 1502,3 15-1762,-5 59 149,-2 0 0,-22 89 0,5-28 111,9-1 63,6 207 0,9-296-13,7-16-9,-4-17 6,-3-16-28,0 0 0,0 1 0,0-1 0,0 0 0,0 0 0,0 0 0,0 1 0,0-1 0,0 0 0,0 0-1,0 0 1,0 0 0,-1 1 0,1-1 0,0 0 0,0 0 0,0 0 0,0 0 0,0 0 0,0 1 0,-1-1 0,1 0 0,0 0 0,0 0 0,0 0 0,0 0 0,-1 0 0,1 0 0,0 0 0,0 0 0,0 1 0,0-1 0,-1 0 0,1 0 0,0 0 0,0 0 0,0 0-1,-1 0 1,1 0 0,0 0 0,0 0 0,0-1 0,-1 1 0,1 0 0,0 0 0,0 0 0,0 0 0,0 0 0,-1 0 0,1 0 0,0 0 0,-27-12-1109,-2-10-1745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03.68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1 644 4081,'0'0'6700,"7"-38"-5676,-3 8-852,-2 12-118,0 1 0,1 0-1,1 0 1,0 0-1,1 1 1,1 0 0,1 0-1,0 0 1,1 0 0,1 1-1,0 1 1,1 0-1,13-16 1,18-12-2,2 1 0,2 2 0,1 2 0,58-35 0,-79 57-134,0 1 0,1 1-1,1 1 1,0 1 0,1 2-1,0 1 1,0 1 0,1 1-1,0 1 1,43 0 0,-65 5 26,0 0 0,0 0 0,0 1 0,-1 0 1,1 0-1,0 0 0,-1 1 0,1 0 0,-1 1 1,0-1-1,1 1 0,-1 0 0,-1 1 0,1-1 0,0 1 1,-1 1-1,0-1 0,0 1 0,0-1 0,0 1 1,-1 1-1,0-1 0,0 1 0,0 0 0,5 11 1,-4-6 46,0 0 0,-1 1 0,0 0 1,-1 0-1,0-1 0,2 21 1,-2 75-18,-3-86 26,0 3-1,-1 1-1,-2-1 1,0 0 0,-1 0-1,-2 0 1,0-1 0,-2 0-1,0 0 1,-2-1 0,-14 26-1,-3 1 7,-2-1-1,-3-2 1,-1-1-1,-44 47 1,76-91 3,-3 3 23,0 0 0,0 0 0,0 0 0,0-1 0,0 1-1,-1-1 1,1 0 0,-1 0 0,0-1 0,0 1 0,0-1 0,0 0 0,0-1 0,-7 2 0,10-3 469,2-2-452,-1-3-4,1-1 1,0 1-1,0-1 1,1 1-1,0 0 0,0-1 1,3-7-1,-3 11-56,0 0 1,0 0-1,1 1 0,-1-1 0,1 0 1,0 1-1,-1-1 0,1 1 0,0 0 1,0-1-1,0 1 0,0 0 0,0 0 1,0 0-1,0 1 0,0-1 0,0 0 0,0 1 1,1-1-1,3 1 0,10-3-90,-1 1 1,1 0-1,0 1 0,0 1 1,-1 1-1,1 0 0,0 1 1,20 5-1,-30-5 100,-1-1-1,1 1 1,-1 0-1,1 1 1,-1-1-1,0 1 1,0 0-1,0 1 1,-1-1-1,1 1 1,-1 0 0,0 0-1,0 0 1,0 1-1,-1-1 1,1 1-1,-1 0 1,0 0-1,0 0 1,-1 0 0,0 0-1,0 1 1,0-1-1,0 1 1,1 9-1,-1 10 440,0 1-1,-3 31 0,0-12 270,1-39-627,0-1 0,0 1 0,0 0 0,-1-1-1,0 1 1,0-1 0,0 0 0,-1 1 0,0-1-1,0 0 1,-5 10 0,6-14 161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04.0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163 154 6265,'0'0'6351,"8"-24"-6547,-2 4 97,1 1-1,1-1 1,11-18 0,-16 36 61,-1-1 1,0 0 0,0 1 0,1 0 0,-1-1 0,1 1 0,0 0 0,0 1-1,0-1 1,0 0 0,0 1 0,0-1 0,0 1 0,0 0 0,1 0 0,-1 0-1,0 1 1,1-1 0,-1 1 0,1 0 0,-1 0 0,0 0 0,1 0 0,4 1-1,4 0-174,-9-1 177,-1 0 0,0 0 0,0 0 0,0 0 0,0 1 0,1-1 1,-1 1-1,0 0 0,0-1 0,0 1 0,0 0 0,0 0 0,0 0 0,-1 1 0,1-1 0,0 0 0,0 1 0,-1-1 0,1 1 0,-1-1 0,1 1 0,-1 0 0,0 0 0,0-1 0,0 1 0,0 0 0,0 0 0,0 0 0,0 0 0,-1 0 0,2 4 0,0 6 41,-1 1-1,0-1 1,0 1-1,-2 20 1,0-6 57,0-10 19,-1-1 1,0 0-1,-1 1 0,0-1 0,-2 0 0,0 0 1,0-1-1,-10 19 0,-11 14 219,-37 53-1,33-54-39,-21 32 173,-92 154 1184,139-217-1143,12-10-135,24-9-229,-31 3-118,18-5-11,1-1-1,22-10 1,4-2-180,124-36-4066,-103 33-1765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04.62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286 0 904,'0'0'12994,"-3"27"-12897,-53 310-97,-14 102 213,-9 50 177,3-44-560,74-430-1927,3-36-65,-1-20-481,0-10-2074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04.97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136 1 624,'0'0'7750,"-5"42"-7573,-2 4-98,-22 224 574,14 33 1033,-16 257 945,25-493-2514,-13 269 4,19-334-188,0-1 0,0 1 0,-1-1 0,1 1 0,0-1 0,0 1 0,-1-1 0,1 0 0,-1 1 1,0-1-1,1 0 0,-2 2 0,-4-1-1237,0-12-851,0-15-2201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06.7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440 0 3697,'0'0'11106,"-11"4"-10728,2-2-383,1 2 0,-1-1 0,1 1 0,0 0 0,0 1 0,1 0 0,-1 0 0,1 1 1,0 0-1,1 0 0,-7 7 0,-11 17-9,1 1 0,1 2 1,2 0-1,2 1 0,-16 39 1,-58 188-16,64-156 89,5 0 0,-14 163 0,28-126 38,12 202 0,2-297-94,1 0 0,3 0 0,1-1 0,29 76 0,-6-40 7,69 122 0,-54-127-5,-48-77-4,1 1 0,-1-1 0,1 0 0,-1 1 0,0-1-1,1 0 1,-1 1 0,1-1 0,-1 0 0,1 0 0,-1 1 0,1-1-1,-1 0 1,1 0 0,0 0 0,-1 0 0,1 0 0,-1 1 0,1-1-1,-1 0 1,1 0 0,-1 0 0,1-1 0,0 1 0,-1 0 0,1 0-1,-1 0 1,1 0 0,-1 0 0,1-1 0,-1 1 0,1 0 0,-1-1-1,1 1 1,-1 0 0,1-1 0,15-13-489,3-16-1427,4-5-1955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28.69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44 4913,'0'0'11098,"-1"-7"-10233,-3-22-271,4 22 415,-2 7-973,1 0 1,0 0 0,-1 0 0,1 0-1,0 1 1,0-1 0,0 0-1,-1 1 1,1-1 0,0 1 0,0-1-1,0 1 1,0 0 0,0-1-1,0 1 1,0 0 0,0 0 0,0 0-1,0 0 1,0 0 0,0 0 0,1 0-1,-2 2 1,-10 32-617,8-19 576,-22 83-45,5 2 1,4 0-1,5 1 1,0 176-1,12-276 205,-1-34-4187,-4 12-1233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29.11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2 243 7242,'0'0'10315,"-2"0"-10018,35-2-249,38-8 0,-15 2-21,370-73 343,-6-32-298,-394 106-105,-11 2-144,0 0-1,0 2 1,1 0 0,28-2 0,-44 5 116,1 0 1,-1 0 0,1 0-1,-1 0 1,1 1-1,-1-1 1,0 0 0,1 0-1,-1 0 1,1 1 0,-1-1-1,0 0 1,1 1-1,-1-1 1,0 0 0,1 1-1,-1-1 1,0 0-1,0 1 1,1-1 0,-1 0-1,0 1 1,0-1 0,0 1-1,1-1 1,-1 1-1,0-1 1,0 0 0,0 1-1,0-1 1,0 1-1,0 0 1,0 20-774,0-14 255,-1 46-2002,-4 6-330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29.4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0 4137,'0'0'12236,"-2"1"-11948,-8 4-177,22-2-162,28-1-34,418-4 283,-160-3-1807,-214 7-572,-15 8-1765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2.10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71 1 120,'0'0'488,"-71"210"-488,71-202-480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2.5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291 85 1720,'-69'102'1625,"69"-102"-1597,0 0-1,0 1 1,0-1 0,0 0 0,-1 1 0,1-1 0,0 0 0,0 0 0,0 1-1,-1-1 1,1 0 0,0 0 0,0 0 0,-1 1 0,1-1 0,0 0-1,-1 0 1,1 0 0,0 0 0,0 0 0,-1 0 0,1 1 0,0-1 0,-1 0-1,1 0 1,0 0 0,-1 0 0,1 0 0,0 0 0,-1 0 0,1 0-1,0 0 1,-1-1 0,1 1 0,0 0 0,-1 0 0,1 0 0,0 0 0,-1 0-1,-6-15 893,1-28 775,6 39-1377,-2-82 4554,3 49-2302,-2 37-2507,1-1 0,0 1 0,-1 0 0,1-1 0,0 1 0,-1 0 0,1-1 0,-1 1 0,1 0 1,0-1-1,-1 1 0,1 0 0,-1 0 0,1-1 0,-1 1 0,1 0 0,-1 0 0,1 0 0,-1 0 0,1 0 0,-1 0 0,1 0 0,-1 0 1,1 0-1,-1 0 0,1 0 0,-1 0 0,1 0 0,-1 0 0,1 0 0,-1 0 0,1 1 0,-1-1 0,1 0 0,-1 0 0,1 1 0,-1-1 1,1 0-1,0 1 0,-1-1 0,-4 7-49,0 0 1,0 0-1,1 0 1,0 1-1,0 0 1,1-1-1,-5 18 1,-1-1-21,-23 60 39,3 2-1,-33 168 1,58-216-86,1 74 0,3-74 17,9-38-204,25-2 255,-1-1-1,1-1 1,-1-3-1,0 0 1,46-18-1,3 2-1,19-6-1490,-89 25 137,1-1-1,-2-1 1,1 0-1,-1 0 0,18-14 1,-4-4-5366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2.8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3881,'0'0'9434,"23"0"-9434,13 0 16,5 0-16,7 0-488,11 4-753,-11 0-1031,-13-4-2617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3.2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56 5817,'0'0'7178,"219"-36"-7162,-148 28-16,0 1-224,-6 3-1209,-17 4-1511,-25 0-4682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3.8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 1 6345,'0'0'9380,"-5"0"-9139,3 0-276,4 0 42,800 0 734,-455 0-6202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4.97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0 484 5265,'0'0'7239,"38"-22"-6726,118-77-103,-147 93-367,-1-1 1,0 1 0,0-1-1,-1-1 1,0 1-1,11-17 1,-14 18 4,-1-1 1,0 0-1,0 0 0,0-1 1,2-12-1,-3 12-6,3-17 153,-2 1 0,-1-1-1,0-1 1,-2 1 0,-4-36 0,3 59-176,1-1 0,-1 1 1,0-1-1,0 1 0,0 0 1,0-1-1,0 1 0,-1 0 0,1 0 1,0 0-1,-1 0 0,0 0 1,0 0-1,1 0 0,-1 0 1,0 1-1,0-1 0,-1 1 1,1 0-1,0-1 0,0 1 1,-1 0-1,1 0 0,-1 0 1,1 1-1,0-1 0,-1 1 1,0-1-1,1 1 0,-1 0 1,1 0-1,-1 0 0,1 0 1,-1 0-1,1 1 0,-1-1 0,1 1 1,-1 0-1,1-1 0,-1 1 1,1 0-1,-4 3 0,1-1-75,1 1 0,0 0 0,-1 0 0,2 1 0,-1-1 0,0 1 0,1 0 0,0 0 0,0 0 0,0 0 0,1 0 0,-4 11 0,-3 11-154,-6 36 0,14-57 204,-6 37-61,3 0 1,1 87 0,3-91 52,0-33 2,0 1 0,0-1 0,1 1 0,0-1 0,0 0 0,1 1 0,-1-1 0,1 0 0,1 0 0,-1 0-1,1 0 1,7 10 0,-7-12-12,1 0 0,0 0 1,0 0-1,0-1 0,1 1 0,-1-1 0,1 0 0,0 0 0,0-1 0,0 0 0,0 0 0,0 0 0,1 0 0,-1-1 0,9 2 0,-4-1-9,0 0-1,1-1 1,-1 0-1,1-1 1,-1 0-1,1-1 1,-1 0-1,1-1 1,-1 0-1,0 0 1,0-1-1,0 0 0,0-1 1,0 0-1,-1-1 1,1 0-1,-1 0 1,-1-1-1,1 0 1,9-9-1,4-5 32,-1-1 0,-1 0 0,-1-1 0,-1-2 0,-1 1 0,-1-2-1,-1 0 1,-1-1 0,-2-1 0,0 0 0,8-32 0,-19 57 14,-1 1 1,0-1-1,1 0 1,-1 0-1,1 1 0,0-1 1,0 0-1,-1 1 1,1-1-1,0 1 0,0-1 1,0 1-1,1-1 1,-1 1-1,0 0 1,1-1-1,-1 1 0,0 0 1,1 0-1,-1 0 1,4-1-1,-1 1-40,0 0 1,0 1-1,1 0 1,-1-1-1,0 2 1,0-1-1,1 0 1,5 2-1,3 1-163,0 0-1,0 1 1,0 1-1,0 0 1,-1 0 0,0 1-1,21 15 1,-6-3-58,-2 2 0,28 27 0,-41-35 219,-1 0-1,0 1 0,-1 0 0,0 1 1,13 24-1,-20-32 74,0 1 0,0 0 1,0 0-1,-1 0 0,0 0 1,0 0-1,-1 1 0,0-1 0,0 1 1,-1-1-1,0 1 0,0-1 1,-1 1-1,0-1 0,-1 8 1,1-13-8,0 0 1,0 0 0,0 0-1,0 0 1,0 0 0,0 0-1,-1 0 1,1 0 0,-1 0-1,1-1 1,-1 1 0,0 0-1,1-1 1,-1 0 0,0 1-1,0-1 1,-4 2 0,-37 10 463,40-12-466,-36 5 462,-2-1-1,1-2 1,-57-3-1,46 0-177,46 0-302,0 0 0,0 0 1,0-1-1,0 0 1,0 0-1,1 0 1,-1 0-1,0 0 0,1-1 1,-1 0-1,1 0 1,-5-3-1,7 3-67,0 1 1,1-1-1,0 1 1,-1-1-1,1 1 1,0-1-1,0 0 0,0 0 1,0 0-1,0 1 1,0-1-1,0 0 0,1 0 1,-1 0-1,1 0 1,-1 0-1,1 0 0,0 0 1,0-1-1,0 1 1,0 0-1,0 0 0,1 0 1,-1 0-1,0 0 1,1 0-1,0 0 0,-1 0 1,1 0-1,2-3 1,-2 3-51,0 1 0,0-1-1,0 1 1,0-1 0,0 1 0,1-1 0,-1 1 0,0 0 0,1-1 0,-1 1 0,1 0 0,0 0 0,-1 0 0,1 0 0,0 1 0,1-2 0,39-14-2949,59-13 0,-35 12-2514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5.31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 1 80,'0'0'12080,"-9"35"-12012,1-6-62,0-6-5,2 0 1,0 0 0,2 0 0,1 0 0,0 1 0,2 0 0,1-1 0,5 47 0,55 150 128,-13-62 236,46 276 525,-91-423-883,0-1-186,-1-2 236,1 1-1,0 0 1,0-1-1,5 10 0,-7-17-157,1 0 0,-1 1 0,1-1 0,-1 0 0,1 0-1,0 0 1,-1 0 0,1 0 0,0 0 0,0 0 0,0 0 0,0 0-1,0 0 1,0-1 0,0 1 0,0 0 0,0-1 0,0 1 0,0 0-1,1-1 1,-1 0 0,0 1 0,0-1 0,1 0 0,-1 1 0,0-1-1,0 0 1,1 0 0,-1 0 0,0 0 0,1 0 0,-1 0 0,0-1-1,0 1 1,2-1 0,15-9-5017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5.7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72 3305,'0'0'4929,"332"-72"-5689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6.3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74 520 4601,'0'0'8119,"16"-16"-7391,50-55-178,-61 64-510,-1 0 1,1 0-1,-1 0 0,-1-1 1,0 1-1,0-1 1,0 0-1,-1 0 1,0 0-1,0 0 1,-1 0-1,0-1 0,0 1 1,-1 0-1,0 0 1,-2-10-1,1-8 21,2 0-3,-1 5-20,0-1 0,-5-27 0,4 43-32,0-1-1,-1 0 1,0 0 0,0 1-1,-1 0 1,0-1 0,0 1-1,0 0 1,-1 0 0,0 1-1,-6-8 1,6 8-4,-1-1 0,1 1-1,-1 0 1,0 1 0,0-1 0,0 1 0,-1 0 0,0 1 0,0-1 0,0 1-1,0 0 1,0 0 0,0 1 0,-1 0 0,1 0 0,-1 0 0,0 1-1,0 0 1,-7 0 0,13 2-24,0-1 0,0 1 0,0-1 0,0 1 0,0 0 1,0 0-1,0-1 0,0 1 0,0 0 0,0 0 0,0 0 0,0 0 0,1 0 0,-1 0 0,0 0 0,1 0 0,-1 1 0,1-1 0,-1 0 0,1 0 0,-1 0 0,1 1 0,0-1 0,0 0 0,0 0 1,-1 1-1,2 0 0,-6 47-355,5-41 321,-1-3 38,-1 37-87,3 53-1,0-82 101,1 0 0,0-1 0,1 1-1,0 0 1,1-1 0,0 0 0,1 0-1,9 17 1,4-1-17,1-1-1,0 0 0,41 40 0,-44-52-10,0 0 0,1-1-1,1-1 1,0-1 0,0 0-1,33 14 1,-39-22-50,0 0-1,0-1 0,0 0 1,1-1-1,-1 0 0,1-1 1,-1 0-1,1-1 1,24-3-1,-33 2 84,-1 1 0,0-1 0,1 0 0,-1-1 0,0 1 0,0-1 0,1 1 0,-1-1-1,0 0 1,-1 0 0,1 0 0,0 0 0,0-1 0,-1 1 0,0-1 0,1 0 0,-1 1 0,0-1 0,0 0 0,-1 0 0,1-1 0,0 1 0,-1 0-1,0 0 1,1-6 0,3-9 31,-1 0 0,0 0 0,1-30-1,-5 42-27,6-282 79,-6 210 51,0 110-138,-1 13 0,8 55 1,-5-84 6,1 0 0,1 1 0,0-1 0,2-1 0,-1 1 0,2-1 0,8 15 0,-14-28 1,0 0-1,0-1 1,0 1-1,0 0 1,0-1-1,0 1 1,0-1-1,1 1 1,-1-1-1,0 1 0,1-1 1,-1 0-1,1 0 1,0 0-1,-1 0 1,1 0-1,0 0 1,0 0-1,0 0 1,-1-1-1,1 1 1,0-1-1,0 0 0,0 1 1,0-1-1,0 0 1,0 0-1,3 0 1,-3-1 22,1 0-1,0 0 1,0-1 0,-1 1 0,1-1 0,-1 1 0,1-1 0,-1 0-1,1 0 1,-1 0 0,0 0 0,0 0 0,0-1 0,0 1 0,-1-1-1,1 1 1,1-5 0,8-16 105,-1 0 1,10-37-1,-12 33-168,20-45 1,-28 72 36,0 0 0,0 0 0,0-1-1,0 1 1,0 0 0,0 0 0,0-1 0,0 1-1,1 0 1,-1-1 0,0 1 0,0 0 0,0 0-1,0 0 1,0-1 0,0 1 0,1 0 0,-1 0-1,0 0 1,0-1 0,0 1 0,1 0 0,-1 0-1,0 0 1,0 0 0,0-1 0,1 1 0,-1 0-1,0 0 1,0 0 0,1 0 0,-1 0 0,0 0-1,1 0 1,-1 0 0,0 0 0,0 0 0,1 0-1,-1 0 1,0 0 0,0 0 0,1 0-1,-1 0 1,0 0 0,0 0 0,1 0 0,-1 0-1,0 1 1,0-1 0,1 0 0,-1 0 0,0 0-1,0 0 1,0 0 0,1 1 0,-1-1 0,0 0-1,0 1 1,8 16-232,7 42-19,-12-41 236,1 0 1,0-1 0,2 0 0,0 0 0,1 0 0,0-1 0,18 27 0,-15-31-296,1 0 0,0-1 0,1 0 0,0-1 0,1 0 0,0-1 0,22 12 1,25 2-3361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6.8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0 234 4793,'0'0'4990,"5"-34"-4951,20-104-35,-25 135-5,1 0 0,0 0-1,0-1 1,0 1 0,0 0-1,0 0 1,1 1 0,-1-1-1,1 0 1,0 0 0,0 1 0,0-1-1,0 1 1,0 0 0,1-1-1,4-2 1,-4 3-6,0 1-1,-1 1 1,1-1-1,0 0 1,0 1 0,0-1-1,0 1 1,0 0-1,0 0 1,0 0-1,4 1 1,7 0-30,-11-1 46,0 1 1,0-1-1,0 1 0,0 0 1,0 0-1,0 0 0,0 0 1,0 0-1,-1 1 0,1-1 1,0 1-1,-1 0 0,1 0 1,-1 0-1,0 0 0,0 0 1,1 0-1,-1 1 0,-1-1 1,4 5-1,4 8 186,-1 0 0,11 27 1,-7-15 53,9 18 250,-8-15-297,1-2 1,1 1-1,1-2 1,33 43-1,-44-64-160,1 0-1,0 0 1,0-1 0,0 1 0,1-1-1,0-1 1,0 1 0,0-1 0,0 0-1,1-1 1,-1 0 0,1 0-1,0-1 1,0 0 0,0 0 0,0 0-1,1-1 1,-1-1 0,0 1 0,1-1-1,-1-1 1,0 0 0,9-1-1,-13 0-11,1 1 0,0-1 0,0 0 0,-1 0 0,1 0 0,-1-1 0,0 1-1,0-1 1,0 0 0,0 0 0,0-1 0,0 1 0,-1-1 0,0 0 0,0 0-1,0 0 1,0 0 0,0-1 0,-1 1 0,0-1 0,3-7 0,0-3 26,0 0 1,-1 0-1,-1 0 1,0-1-1,0-25 1,-1 5-17,0 15-19,-1 0 0,-1 0 0,0 0 0,-8-40 0,7 58-21,0-1 1,0 1-1,0 0 0,0 0 0,-1 0 1,0-1-1,0 2 0,1-1 0,-2 0 1,1 0-1,0 1 0,0-1 0,-1 1 1,0-1-1,1 1 0,-1 0 0,0 0 1,0 1-1,0-1 0,0 0 0,0 1 1,-1 0-1,1 0 0,0 0 1,-1 0-1,1 0 0,-1 1 0,1-1 1,0 1-1,-7 0 0,10 1-8,-1-1 0,0 0 1,0 0-1,1 0 0,-1 0 0,0 1 0,1-1 0,-1 0 1,0 1-1,1-1 0,-1 1 0,1-1 0,-1 0 0,0 1 1,1-1-1,-1 1 0,1 0 0,-1-1 0,1 1 1,0-1-1,-1 1 0,0 0 0,-2 7-58,-1 0 1,1 0-1,0 0 1,1 0-1,-1 0 1,2 0-1,-1 1 0,0 12 1,2 80-48,1-57 108,-1-28 6,0-1-1,1 1 1,1-1 0,5 20-1,-5-28 0,0-1 0,1 1 0,-1-1 0,1 0 0,1 0-1,-1 0 1,1-1 0,0 1 0,0-1 0,1 0 0,-1 0-1,8 6 1,-2-4-43,0-1 0,1 0 0,0 0 0,0-1 0,0 0 0,1-1 0,-1 0 0,1-1 0,0-1 0,0 1 0,0-2 0,1 0 0,-1 0 0,14-2 0,-21 2-30,1-1 1,0 0 0,0 0 0,0 0 0,0-1-1,0 0 1,-1 0 0,1-1 0,0 1-1,-1-1 1,1 0 0,-1-1 0,0 1-1,0-1 1,0 0 0,0-1 0,0 1-1,-1-1 1,1 0 0,-1 0 0,0 0-1,4-6 1,9-14-827,-2-1-1,-1 0 1,0-1-1,18-54 1,-10-8-2972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7.23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64 35 2865,'0'0'9343,"-11"-9"-8756,10 8-586,-2-2-24,0 0 0,0 0 1,0 1-1,-1 0 0,1-1 0,-1 1 0,1 0 0,-8-2 1,10 4 17,1 0 0,-1 0 0,1 0 1,-1 0-1,1 0 0,0 0 1,-1 0-1,1 0 0,-1 0 1,1 0-1,-1 1 0,1-1 1,-1 0-1,1 0 0,0 0 0,-1 1 1,1-1-1,-1 0 0,1 1 1,0-1-1,-1 0 0,1 1 1,0-1-1,0 0 0,-1 1 0,1-1 1,0 1-1,0-1 0,-1 0 1,1 1-1,0-1 0,0 1 1,-1 3-7,0 0 1,1 0-1,0 0 1,0-1-1,0 1 1,0 0-1,1 6 1,9 49 87,22 72 1,-7-33 336,-8-26 37,35 144 660,-35-159-873,40 92 0,-54-142-249,-1-2-56,0 1 0,0-1 0,1 1 0,0-1 0,1 0 1,-1 0-1,1 0 0,0 0 0,7 6 0,-11-11 44,0 0 0,1 1-1,-1-1 1,0 0 0,0 0-1,1 0 1,-1 0 0,0 0 0,1 0-1,-1 1 1,0-1 0,0 0 0,1 0-1,-1 0 1,0 0 0,1 0 0,-1 0-1,0 0 1,1 0 0,-1 0 0,0 0-1,0 0 1,1-1 0,-1 1 0,0 0-1,1 0 1,-1 0 0,0 0-1,0 0 1,1 0 0,-1-1 0,0 1-1,0 0 1,0 0 0,1 0 0,-1-1-1,0 1 1,0 0 0,0 0 0,1-1-1,-1 1 1,0 0 0,0-1 0,0 1-1,0 0 1,0 0 0,0-1-1,0 1 1,0 0 0,0-1 0,0 1-1,0 0 1,0 0 0,0-1 0,0 1-1,0 0 1,0-1 0,0 1 0,0 0-1,0-1 1,2-27-1280,-2-43 0,0 29 196,0-48-3335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8.14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1 450 3849,'0'0'5332,"22"-3"-5247,-1 1-72,27-4 12,57 1 0,190 5-4436,-294 14 5425,-3 41 1402,1-18-1123,4 46-1,-2-72-1116,1 0 0,0 0 0,0-1 0,1 1 0,0-1-1,1 0 1,1 0 0,9 17 0,-11-23-140,0 0 0,0-1 0,0 1 0,1-1 0,-1 0 0,1 0 0,-1 0 1,1-1-1,0 1 0,0-1 0,1 0 0,-1 0 0,0 0 0,1-1 0,-1 0 0,1 0 0,-1 0 0,1 0 0,0 0 0,-1-1 0,1 0 0,7-1 1,-11 1-15,0 0 0,1 0 0,-1 0 0,0 0 0,1-1 0,-1 1 1,0 0-1,0-1 0,0 1 0,1-1 0,-1 0 0,0 1 0,0-1 1,0 0-1,0 0 0,0 1 0,0-1 0,0 0 0,0 0 0,-1 0 1,2-2-1,0-1 23,0 1 0,0-1 0,-1 0 0,1 0 0,-1 1 0,0-1 0,1-5 0,0-12 80,0 1-1,-2-25 1,-1 29-98,1 0-8,1 1-1,-1-1 0,-1 0 0,-1 1 0,-3-19 1,3 29-26,1 0 0,-1 0 0,0 0 0,-1 1 0,1-1 0,-1 0 0,0 1 0,0 0 0,0 0 0,-1 0 0,1 0 0,-1 0 0,0 1 1,0-1-1,0 1 0,-7-4 0,9 6-28,-1-1 0,1 0 0,-1 1 0,1 0 1,-1-1-1,0 1 0,1 0 0,-1 1 0,0-1 0,0 0 1,0 1-1,0 0 0,0-1 0,0 1 0,1 0 1,-1 0-1,0 1 0,0-1 0,0 1 0,0-1 0,0 1 1,1 0-1,-1 0 0,0 0 0,0 1 0,1-1 0,-1 1 1,1-1-1,0 1 0,-1 0 0,1 0 0,0 0 0,0 0 1,0 0-1,0 0 0,0 1 0,1-1 0,-1 0 0,1 1 1,0 0-1,-1-1 0,0 6 0,-4 13-43,1 1-1,1-1 1,1 1 0,1 0-1,0-1 1,2 1-1,1 0 1,4 24 0,-4-40 75,1-1 1,0 1 0,0 0-1,0-1 1,1 1-1,0-1 1,0 0 0,0 1-1,1-2 1,0 1 0,-1 0-1,2-1 1,-1 0-1,1 0 1,-1 0 0,1 0-1,0-1 1,0 1 0,1-1-1,-1-1 1,7 3-1,-1-1 75,-1 0-1,1-1 0,0 0 0,0-1 0,0 0 1,1-1-1,-1-1 0,0 1 0,1-2 0,17-2 0,-21 1 6,0 0 0,1-1 0,-1 0 0,-1-1 0,1 0 0,0 0 0,-1-1 0,0 0 0,0 0 0,0 0 0,-1-1 1,8-9-1,9-11 82,32-48 1,-54 73-159,76-127 31,-76 126-36,0 0 0,0 0-1,0 0 1,1 1 0,-1-1 0,1 0 0,-1 1-1,1-1 1,0 1 0,0-1 0,-1 1 0,5-2-1,-5 3-6,0 0 0,0-1 0,-1 1-1,1 0 1,0 0 0,0 0-1,0 0 1,0 0 0,0 0 0,0 0-1,0 0 1,0 1 0,0-1 0,0 0-1,0 0 1,0 1 0,0-1-1,0 1 1,0-1 0,1 1 0,2 3-27,1 1 0,-1-1 1,0 1-1,0-1 1,-1 1-1,1 0 0,2 7 1,1-2 109,10 17-49,1-1 1,37 41-1,-48-60-19,0 0 0,1 0-1,0 0 1,0-1 0,1-1 0,0 1 0,0-1 0,0-1 0,0 1-1,1-2 1,0 1 0,15 2 0,-12-3-39,1-1 1,0-1-1,0 0 0,-1-1 0,1-1 1,20-2-1,-29 2 33,0 0 0,-1-1-1,1 1 1,0-1 0,-1 0 0,1 0 0,-1-1-1,0 1 1,0-1 0,0 0 0,0 0-1,0-1 1,-1 1 0,1-1 0,-1 1 0,0-1-1,0 0 1,0 0 0,-1-1 0,4-7 0,-1 0-31,-5 12 49,0-1 0,0 0 0,0 0 1,0 0-1,0 0 0,0 0 0,1 0 0,-1 1 1,0-1-1,1 0 0,-1 0 0,0 0 0,1 1 1,-1-1-1,1 0 0,0 1 0,-1-1 0,1 0 1,-1 1-1,1-1 0,0 1 0,0-1 0,-1 1 0,1-1 1,0 1-1,0-1 0,-1 1 0,1 0 0,0 0 1,0-1-1,0 1 0,0 0 0,0 0 0,0 0 1,-1 0-1,1 0 0,0 0 0,1 0 0,4 1-52,-1 1 0,1 0 0,-1 0 1,0 1-1,1-1 0,-1 1 0,0 0 0,4 4 0,20 11 34,-16-12 44,0 0-1,1-1 1,-1 0 0,1-2 0,0 1-1,1-2 1,-1 0 0,0 0 0,21-1-1,-32-1-11,-1 0 1,1 0-1,0 0 0,0-1 0,0 1 0,-1 0 0,1-1 0,0 0 0,-1 0 0,1 0 0,-1 0 0,1 0 0,-1 0 0,1-1 0,-1 1 0,0-1 0,0 0 1,0 0-1,0 0 0,0 1 0,0-2 0,0 1 0,0 0 0,-1 0 0,1-1 0,-1 1 0,0-1 0,0 1 0,0-1 0,0 1 0,0-1 0,0 0 0,-1 1 0,1-1 1,-1 0-1,0-4 0,2-5 80,-1 0 0,0 0 1,-1 0-1,-1 0 0,-3-25 1,3 33-96,0-1 1,-1 0 0,1 0 0,-1 1 0,0-1 0,0 1-1,-1-1 1,0 1 0,1 0 0,-1 0 0,-1 0-1,1 0 1,0 1 0,-1-1 0,0 1 0,-7-5 0,3 3 6,0 1 1,0 0-1,0 1 1,-1 0-1,1 0 1,-1 1-1,0 0 1,1 0-1,-1 1 1,0 0-1,0 0 1,-12 2-1,15-1-54,0 1 0,0 0 0,0 0 0,0 1 0,0-1 0,1 1 0,-1 0-1,0 1 1,1 0 0,0 0 0,0 0 0,0 0 0,0 1 0,0-1 0,0 1 0,1 1-1,0-1 1,-6 9 0,3-2-176,1 0-1,1 0 0,0 1 1,0 0-1,2 0 1,-1 0-1,1 0 1,1 0-1,0 1 1,1-1-1,0 1 0,2 18 1,-1-30 143,0 0-1,1 0 1,-1 0-1,0 0 1,1 0 0,-1 0-1,1 0 1,-1 0 0,1 0-1,-1 0 1,1 0-1,-1 0 1,1-1 0,0 1-1,0 0 1,-1 0 0,1-1-1,0 1 1,0-1-1,0 1 1,0-1 0,0 1-1,0-1 1,0 1 0,0-1-1,0 0 1,0 1-1,0-1 1,0 0 0,0 0-1,0 0 1,0 0 0,0 0-1,1 0 1,3 0-85,-1 0 0,1 0 0,-1-1 0,0 1 0,0-1 0,1 0 0,-1 0 0,6-3 0,-4 0 91,0 1 1,-1-1 0,1 0 0,-1-1-1,0 1 1,0-1 0,-1 0-1,1 0 1,-1-1 0,0 1-1,-1-1 1,6-11 0,3-8-225,14-46 1,-13 27-98,-2-1 1,-2 0 0,4-54-1,-5-137 2617,-8 169 2454,-1 178-4600,0 12 898,15 132-1,-9-215-784,1-1-1,3 1 1,1-1-1,2-1 0,1 0 1,2-1-1,28 49 1,-38-77-218,0-1 1,1 1-1,0-1 1,0 0 0,1 0-1,0-1 1,0 0-1,1 0 1,0-1-1,13 8 1,-18-12-166,1-1 0,-1 1-1,0-1 1,1 0 0,-1 0 0,1-1 0,-1 1 0,1-1-1,-1 1 1,1-1 0,-1 0 0,1-1 0,-1 1 0,1 0 0,0-1-1,-1 0 1,0 0 0,1 0 0,-1 0 0,0-1 0,1 1-1,-1-1 1,0 0 0,0 0 0,0 0 0,-1 0 0,1-1 0,0 1-1,-1-1 1,1 1 0,-1-1 0,2-3 0,34-53-7900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39.46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0 649 3897,'0'0'7727,"33"-42"-7391,216-267-93,-239 296-233,82-106 21,-80 102 50,-1-1 1,-1 0-1,0-1 0,13-39 1,-21 48 57,8-13 529,-8 23-665,0-1 1,1 0 0,-1 1-1,1 0 1,-1-1 0,1 1-1,-1 0 1,1 0 0,-1 1-1,1-1 1,-1 0 0,3 2-1,0-2-74,10 3-75,0 1 1,-1 0-1,1 1 0,-1 0 1,0 1-1,-1 1 1,1 0-1,23 18 1,-17-11 32,-1 2 0,-1 0 0,-1 1 1,31 37-1,-42-45 94,1 1 1,-2 0-1,1 0 1,-1 1 0,-1 0-1,0 0 1,0 0-1,3 21 1,-3-3 36,-1 1 0,-2 34 0,-1-61-11,0 1 0,0-1 0,0 0 0,0 1 0,0-1 0,-1 0 0,0 1 0,0-1 0,0 0 0,0 0 0,0 0 0,0 0 0,-1 0 0,0 0 0,1 0 0,-1 0 0,-5 4 0,4-4 20,-1-1-1,1 0 1,-1 0 0,0-1 0,1 1 0,-1-1 0,0 0 0,0 0 0,0 0 0,0 0 0,0-1 0,-1 0-1,1 1 1,-5-2 0,6 1-19,0 0 0,0 0 0,-1-1 0,1 1 1,0-1-1,0 0 0,0 0 0,0 0 0,0 0 0,1 0 0,-1 0 0,0-1 0,0 0 0,1 1 0,-1-1 0,-3-4 0,3 2-13,0 0-1,-1 0 0,1 0 0,1 0 0,-1-1 1,1 0-1,0 1 0,0-1 0,-2-6 1,0-8-47,0 0 0,2-1 1,0 1-1,1-27 1,1 31 42,1 0 0,0 0 0,1 0 0,4-19 0,-3 26 4,-1 0 1,2 1 0,-1-1 0,1 1 0,0-1 0,0 1 0,1 0 0,0 1 0,6-8 0,4-1-57,-1 1-1,2 0 1,0 1-1,25-16 1,-31 23-69,-1 1-1,1 0 1,0 1-1,0 0 1,0 0 0,0 1-1,1 1 1,-1 0-1,1 0 1,16 0-1,-24 2 104,0 0-1,-1 1 1,1-1-1,0 1 1,0-1-1,0 1 1,0 0-1,0 0 1,-1 1-1,1-1 1,0 0-1,-1 1 1,1 0-1,-1-1 1,0 1-1,1 0 1,-1 0-1,0 0 1,0 1-1,0-1 1,-1 0-1,1 1 1,-1-1-1,1 1 0,-1 0 1,2 3-1,2 8 49,-1 1-1,1-1 0,-2 1 0,2 16 0,-3-15-8,9 57 220,-8-40 78,3 1 1,16 58-1,-21-90-292,0 1 0,0-1 1,0 0-1,1 1 1,-1-1-1,1 0 1,-1 0-1,1 0 1,0 0-1,-1 0 0,1-1 1,0 1-1,1-1 1,-1 1-1,0-1 1,0 1-1,0-1 1,1 0-1,-1 0 0,1 0 1,-1-1-1,1 1 1,-1-1-1,1 1 1,-1-1-1,5 0 1,-4 0 8,1 0 1,0 0-1,-1 0 1,1-1 0,0 0-1,-1 0 1,1 0 0,0 0-1,-1 0 1,0-1-1,1 1 1,-1-1 0,0 0-1,0 0 1,0-1 0,0 1-1,0 0 1,3-5-1,8-12-9,-2 0 0,0-1-1,-2 0 1,0-1-1,-1 0 1,-1-1 0,-1 0-1,-1 0 1,-1 0-1,3-35 1,-8 117-299,9 64 0,-6-104 285,0 0 1,2-1 0,0 1-1,1-1 1,1 0-1,0-1 1,14 24-1,-18-38 12,-1 0-1,1 0 1,-1 0-1,1-1 0,0 0 1,0 1-1,1-1 0,-1 0 1,1 0-1,-1-1 1,1 1-1,0-1 0,0 0 1,0 0-1,0 0 1,1-1-1,-1 1 0,0-1 1,1 0-1,-1 0 0,1-1 1,-1 1-1,1-1 1,-1 0-1,1 0 0,-1 0 1,1-1-1,-1 0 1,1 0-1,-1 0 0,1 0 1,-1-1-1,0 1 0,0-1 1,0 0-1,0-1 1,0 1-1,0-1 0,-1 1 1,1-1-1,-1 0 0,4-4 1,1-5-6,0 0-1,-2-1 1,1 1 0,-2-1-1,1 0 1,-2-1 0,0 1-1,0-1 1,2-26 0,-1-12-138,-2-66 1,-3 105 105,0 10-56,0 6-127,3 20 132,1 0 1,1-1-1,1 1 0,0-1 0,2-1 0,15 31 1,-19-41 84,1 0 1,1-1 0,0 1-1,0-1 1,1 0 0,0-1 0,1 0-1,0 0 1,0 0 0,1-1-1,0-1 1,1 1 0,-1-1-1,2-1 1,-1 0 0,0 0-1,1-1 1,0-1 0,1 0 0,-1 0-1,0-1 1,1 0 0,0-1-1,23 1 1,41-4-1191,-69 0 739,0 0 0,0 0 1,0-1-1,0 0 0,0 0 1,0-1-1,-1 0 0,9-5 1,22-19-5301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0.26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 0 1432,'0'0'12751,"-3"32"-12728,1-11-24,-11 209 7,1 258 1392,12-469-1337,2 20 0,-2-37-59,1 0-1,-1-1 0,1 1 1,0-1-1,-1 1 0,1-1 1,0 0-1,0 1 0,0-1 1,0 0-1,0 0 0,0 1 1,1-1-1,-1 0 0,0 0 1,1 0-1,-1-1 0,0 1 1,1 0-1,-1 0 0,3 0 1,14 3 75,0 0 1,0-2-1,0 0 1,0-1 0,0-1-1,23-2 1,9 0 58,-29 2-151,1-1 0,-1-2 0,0 0 0,1-1 0,-1-1 0,33-13 0,-38 12-811,1-2-1,-1-1 1,-1 0-1,27-20 1,-16 5-3207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0.58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1 147 4425,'0'0'8754,"314"-59"-8754,-237 35-16,-6 0-1368,-24 4-1217,-23 0-2072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0.9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80 4673,'0'0'10330,"350"-64"-10074,-279 56-176,-6 4-16,-6 0-64,-11 4-248,-13 0-1096,-11 0-2609,-6 0-3408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1.28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0 103 7034,'0'0'8369,"367"0"-6880,-213-20-809,7-7-432,-7 3-248,0 4-656,-42 12-2129,-35 4-5425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2.2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282 45 1744,'0'0'5824,"-6"-1"-4850,-10-1-339,0 1 0,-1 0 0,1 1 0,-28 4 1,37-3-470,0 1 0,1-1 1,-1 2-1,1-1 0,0 1 1,0 0-1,0 0 0,0 0 1,0 1-1,1 0 0,0 0 1,-1 1-1,2-1 0,-1 1 1,-5 7-1,3-3-165,0 1-1,1 0 1,1 1 0,-1 0-1,2-1 1,-1 2 0,1-1-1,1 0 1,-3 16-1,3-1 2,1 0 1,0-1-1,4 35 0,-2-55-3,1 0 0,-1-1-1,1 1 1,0 0 0,0 0 0,1-1 0,0 1 0,0-1 0,0 1 0,0-1 0,0 0 0,1 0 0,0 0 0,0 0 0,6 6-1,-3-5-4,1 0 0,-1 0-1,1-1 1,0 0-1,0 0 1,0-1-1,0 0 1,15 4 0,7 0-16,-1-2 0,1-2-1,1 0 1,34-2 0,-51-1 1,0 0 1,0-1-1,0-1 0,0 0 0,-1 0 0,1-1 0,-1-1 0,0 0 0,0-1 0,0 0 0,0-1 0,-1 0 0,0 0 1,0-2-1,-1 1 0,0-1 0,0-1 0,16-18 0,-17 17-52,-1-1 1,0 0-1,-1-1 1,0 0-1,-1 0 0,0 0 1,-1-1-1,0 0 1,-1 0-1,-1 0 1,0 0-1,-1-1 0,0 1 1,-1-1-1,0 1 1,-2-1-1,1 0 1,-5-21-1,4 29 77,-1 1 0,0-1 0,0 1 1,0 0-1,-1 0 0,0-1 0,0 1 0,0 1 0,0-1 0,-1 0 1,0 1-1,0 0 0,0 0 0,-1 0 0,1 1 0,-1-1 0,0 1 1,0 0-1,0 0 0,-8-3 0,-2 0 84,-1 0-1,0 1 1,0 0-1,0 2 1,0-1 0,-18 0-1,9 2 64,0 1 1,-1 2-1,-46 5 1,59-3-144,1-1 0,0 2 0,0 0 0,0 0 0,0 1 0,1 1 1,0 0-1,0 0 0,-17 13 0,18-10-23,0 0 1,0 1-1,1 0 1,0 1-1,1 0 1,0 0-1,0 1 1,1-1-1,1 2 1,0-1-1,1 1 1,0 0-1,1 0 1,1 0-1,0 0 1,0 1-1,2 0 1,-1-1-1,2 1 1,0 0-1,0 0 1,2-1-1,2 15 1,-3-23-70,1 0 0,0 0 0,0 0 0,0 0 0,1 0 0,0 0 0,0-1 0,0 1 0,0-1 0,1 0 1,0 0-1,-1 0 0,1-1 0,1 1 0,-1-1 0,1 0 0,-1 0 0,1 0 0,0-1 0,0 0 0,0 0 0,6 2 0,-2-1-199,1 0 0,-1-1 0,1 0 0,-1-1 0,1 0 0,0-1 0,0 1 0,-1-2 0,1 0 0,0 0-1,0 0 1,11-5 0,-12 3 23,0-1-1,0 0 1,0-1 0,-1 0-1,0 0 1,10-8-1,-4 0-377,0-1 0,15-18 1,-29 31 602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2.5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42 113 4753,'0'0'9765,"-7"-24"-9440,3 11-313,-15-52 3,19 64-18,0 1 0,0-1 1,0 1-1,0-1 1,0 1-1,0 0 0,0-1 1,0 1-1,0-1 0,-1 1 1,1 0-1,0-1 1,0 1-1,0-1 0,-1 1 1,1 0-1,0-1 0,-1 1 1,1 0-1,0-1 1,0 1-1,-1 0 0,1 0 1,-1-1-1,1 1 0,0 0 1,-1 0-1,1 0 0,-1-1 1,1 1-1,0 0 1,-1 0-1,-3 30-206,6 32 169,3-1 0,16 78 1,39 121 385,-35-160-140,-19-76-161,55 209 305,-44-178-338,3 0 0,29 55 0,-45-102-76,0 0 0,0-1 0,0 1 0,1-1 0,1-1 0,-1 1-1,9 7 1,-10-11-203,-1 0-1,1-1 0,1 0 1,-1 0-1,0 0 0,0 0 1,1 0-1,-1-1 0,1 0 1,0 0-1,-1 0 0,1-1 1,-1 1-1,8-1 0,19 0-4073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2.97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3689,'0'0'7625,"18"350"-7433,-12-211-192,0-8-2392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3.9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0 643 4689,'0'0'7368,"14"-47"-6954,44-156-249,-48 165-112,-1 0 0,-2-1-1,-2-1 1,-1 1 0,-4-68 0,0 46 480,0 56-367,0 5-137,0-1 0,1 0 0,-1 0 0,0 0 0,0 1 0,0-1-1,0 0 1,0 0 0,0 0 0,0 0 0,0 1 0,0-1 0,0 0 0,-1 0 0,1 0 0,0 1 0,0-1 0,-1 0 0,1 0 0,-1 1 0,1-1 0,0 0 0,-1 1 0,0-1 0,1 0 0,-1 1 0,1-1 0,-1 1 0,0-1 0,1 1 0,-1-1 0,0 1 0,1-1 0,-1 1 0,0 0 0,0-1 0,0 1 0,1 0 0,-1 0 0,0 0 0,0 0 0,-1-1 0,0 1-6,-1 1-144,2 8-473,1 282-859,0-279 1447,0-1 0,0 1 0,2-1 0,-1 0 1,1 0-1,1 0 0,0 0 0,1 0 0,0 0 0,0-1 0,1 1 0,0-1 0,1-1 0,0 1 0,1-1 0,0 0 0,0 0 0,1-1 0,0 0 0,1 0 0,0-1 0,0 0 0,0-1 0,18 9 0,-11-8-111,-1 0 0,1-2 0,0 0 1,0 0-1,1-2 0,-1 0 0,1-1 0,0 0 0,-1-2 0,27-1 0,-38 0 97,1 1-1,-1-1 0,1 0 0,-1-1 0,0 1 0,1-1 0,-1 0 1,0 0-1,0-1 0,0 1 0,0-1 0,-1 0 0,1-1 1,-1 1-1,6-6 0,-5 2 9,1 0 1,-1 0-1,0-1 0,0 0 1,-1 0-1,0 0 0,0 0 1,4-15-1,-1-8 14,-1 1 0,-2-1 0,-1 0 0,-1-47 0,-2-130 420,0 208-418,0 0 0,0 0 0,0 0-1,0 0 1,0 0 0,0 0 0,-1 0 0,1 0 0,0 0 0,0 0 0,0 0 0,0 0 0,0 0 0,0 0 0,0 0 0,0 1 0,0-1 0,0 0 0,0 0-1,0 0 1,0 0 0,0 0 0,0 0 0,-1 0 0,1 0 0,0 0 0,0 0 0,0 0 0,0 0 0,0 0 0,0 0 0,0 0 0,0 0 0,0 0 0,0 0-1,0-1 1,0 1 0,0 0 0,-1 0 0,1 0 0,0 0 0,0 0 0,0 0 0,0 0 0,0 0 0,0 0 0,0 0 0,0 0 0,0 0 0,0 0 0,0 0-1,0 0 1,0 0 0,0 0 0,0-1 0,0 1 0,0 0 0,0 0 0,0 0 0,0 0 0,0 0 0,0 0 0,0 0 0,0 0 0,0 0 0,0 0-1,0 0 1,-3 11-98,2 32-58,5 95 33,-2-122 123,1 1 0,0-1 0,1-1 0,1 1-1,0 0 1,11 21 0,-12-29 7,2 3 20,0 0-1,14 19 0,-19-28-10,1 0-1,0 0 0,-1 0 1,1 0-1,0 0 1,0-1-1,1 1 1,-1-1-1,0 1 1,0-1-1,1 0 1,-1 0-1,1 0 1,-1 0-1,1 0 1,-1-1-1,1 1 1,4 0-1,-5-1 2,-1 0 1,1 0-1,-1-1 0,0 1 0,1 0 1,-1-1-1,0 1 0,1-1 0,-1 1 1,0-1-1,0 0 0,1 1 0,-1-1 0,0 0 1,0 0-1,0 0 0,0 0 0,0 0 1,0 0-1,0 0 0,0 0 0,-1 0 1,1 0-1,1-3 0,9-34 391,-9 30-340,13-63-397,-4-1 0,4-101 0,-13 214 243,2-1 0,1 0 0,2 0 0,24 74-1,-29-108 107,0-1 0,1 1-1,-1-1 1,1 0 0,1 0-1,4 6 1,-8-10-7,1-1 0,0 1-1,-1 0 1,1 0 0,0 0-1,0-1 1,-1 1 0,1 0-1,0-1 1,0 1 0,0-1-1,0 1 1,0-1 0,0 1 0,0-1-1,0 0 1,0 1 0,0-1-1,0 0 1,0 0 0,0 0-1,0 0 1,0 0 0,0 0-1,0 0 1,0 0 0,0 0 0,0 0-1,0-1 1,0 1 0,0 0-1,0-1 1,0 1 0,0-1-1,0 1 1,0-1 0,0 1-1,-1-1 1,1 0 0,0 1 0,0-1-1,0 0 1,0 0 0,5-8 132,-1-1 0,0 1 0,0-1 0,-1 1 0,5-22-1,-2 11-39,22-72 25,12-34-400,-40 125 264,-1 1 0,0-1 0,0 0 0,1 0 0,-1 1 0,0-1 0,1 0 0,-1 0 0,1 1 0,-1-1 0,1 1 0,-1-1 0,1 0 0,-1 1 0,1-1 0,0 1 0,-1-1 0,1 1 0,0 0 0,-1-1-1,2 0 1,-1 1-1,0 0 0,-1 1 0,1-1 0,0 0-1,-1 0 1,1 0 0,-1 1 0,1-1 0,-1 0-1,1 0 1,0 1 0,-1-1 0,1 1 0,-1-1-1,1 0 1,-1 1 0,0-1 0,1 1 0,-1-1-1,1 2 1,17 34-93,-16-31 98,17 42-151,2 6 524,46 81-1,-60-121-577,1 0 0,1-1-1,0 0 1,0-1-1,1 0 1,1 0-1,0-1 1,0-1 0,1 0-1,0 0 1,18 9-1,7-4-4677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5.7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142 611 4561,'0'0'6751,"-15"41"-6256,-49 132 6,62-165-458,-1 0-1,1 0 1,1 1 0,0-1 0,0 1-1,0-1 1,1 1 0,0-1-1,1 1 1,0-1 0,0 1-1,1-1 1,5 15 0,-4-17-17,0 1 0,1-1 0,0 1 0,0-1 1,0 0-1,1-1 0,0 1 0,0-1 0,0 0 0,1 0 0,0 0 1,12 7-1,-5-6-3,0 1 1,0-2 0,1 0 0,0 0-1,0-1 1,0-1 0,0-1-1,1 0 1,-1 0 0,1-2-1,-1 0 1,1 0 0,15-3 0,-22 1-21,-1 0 1,1 0-1,-1 0 1,0-1-1,1 0 1,-1 0-1,0-1 1,-1 0-1,1 0 1,-1-1-1,0 1 1,0-1 0,0-1-1,-1 1 1,1-1-1,-1 0 1,-1 0-1,1-1 1,-1 1-1,0-1 1,-1 0-1,1 0 1,2-11-1,1-3-56,-2-1 0,0-1 0,-1 1 0,-2-1 0,0 1 0,-2-42 0,-1 56 42,1 1-1,-1 0 1,-1-1 0,1 1 0,-1 0-1,0 0 1,-1 0 0,0 0-1,0 0 1,-1 0 0,1 1 0,-1 0-1,-1 0 1,-5-7 0,-2 1 14,1 1 0,-2 1 0,1 0 0,-2 1 0,-22-13 0,17 13 17,0 1 0,-1 0-1,1 1 1,-1 2 0,-1 0 0,1 1 0,-1 1-1,1 1 1,-1 0 0,0 2 0,-34 3 0,51-2-27,1-1 0,-1 1 0,1-1 0,-1 1 1,1 0-1,-1 1 0,1-1 0,0 0 1,0 1-1,-1 0 0,1 0 0,0 0 0,1 0 1,-1 0-1,-4 5 0,3-2-14,1-1 1,-1 1-1,1 0 1,0 0-1,1 1 0,-1-1 1,1 1-1,-3 9 1,1 8-31,0-1-1,2 1 1,0 43 0,2-62 56,0 5-8,1 0-1,0-1 1,0 1 0,0-1-1,1 1 1,1-1-1,-1 0 1,1 0 0,1 0-1,-1 0 1,2 0-1,6 10 1,-3-8-13,1 0 0,0 0 0,1-1 1,-1 0-1,2 0 0,-1-1 0,19 10 0,-15-10-76,0-1 1,1-1-1,0 0 0,1-1 0,-1 0 0,1-1 0,25 3 0,8-3-99,56-3 0,-70-1 277,-26 0 2,-1 0-1,1-1 0,-1 0 0,0-1 0,0 0 1,0 0-1,0-1 0,0 1 0,0-2 0,0 1 1,-1-1-1,0-1 0,11-7 0,-8 3-5,-1 1 0,0-2 0,-1 1 0,1-1 0,-2 0 0,0-1 0,0 0 0,6-14 1,-1-2-23,-2-1 1,-1 0 0,-1 0 0,-1-1 0,-2 0 0,4-57 0,-8-126 255,0 233-481,1 1-1,2-1 0,-1 0 0,2-1 0,10 26 1,44 102 322,-48-123-184,-1-1 37,20 42 84,-29-62-84,2 0-1,-1-1 1,0 1 0,1-1-1,-1 0 1,1 0 0,0 0-1,0 0 1,1 0 0,-1 0-1,0-1 1,8 4 0,-10-5 11,0-1 0,0 1 1,0-1-1,0 0 0,0 0 1,0 0-1,1 0 0,-1 0 1,0 0-1,0 0 1,0 0-1,0 0 0,0 0 1,0-1-1,0 1 0,1 0 1,-1-1-1,0 1 0,0-1 1,0 1-1,0-1 0,-1 1 1,1-1-1,0 0 1,0 0-1,0 1 0,0-1 1,-1 0-1,1 0 0,0 0 1,-1 0-1,1 0 0,0-1 1,16-41 407,-12 29-359,64-181-961,-69 194 856,1 0-1,-1-1 1,0 1-1,1 0 1,-1 0-1,1-1 0,0 1 1,-1 0-1,1 0 1,0 0-1,-1 0 1,1 0-1,0 0 1,0 0-1,0 0 0,0 0 1,2-1-1,-2 2 2,-1 0-1,1 0 0,0 0 1,-1 0-1,1 0 1,-1 0-1,1 0 0,0 0 1,-1 0-1,1 1 0,-1-1 1,1 0-1,0 0 1,-1 1-1,1-1 0,-1 0 1,1 1-1,-1-1 0,1 0 1,-1 1-1,1-1 1,-1 1-1,0-1 0,1 1 1,0 0-1,3 6-181,1 0-1,-1 1 1,0 0 0,3 8-1,-4-9 312,-1-2-108,7 18 12,2-1 0,0 0 0,27 39 0,-34-56 23,0 1 1,1-1 0,-1-1 0,1 1 0,0-1 0,1 0-1,-1 0 1,1 0 0,-1-1 0,1 0 0,0 0-1,0 0 1,0-1 0,1 0 0,-1 0 0,1-1-1,-1 1 1,1-1 0,10 0 0,-8-1 90,1 0 1,-1-1 0,0 0-1,14-3 1,-19 3-87,-1 0 1,0-1-1,1 1 0,-1-1 1,0 0-1,0 0 1,0 0-1,0-1 1,0 1-1,-1 0 1,1-1-1,-1 0 1,5-6-1,-2 0 12,0 0 0,0 0-1,-1-1 1,0 1 0,-1-1 0,0 0 0,-1 0-1,0 0 1,0-1 0,-1 1 0,-1 0-1,0-13 1,0 21 129,0 24-294,0-19 123,0 0 1,0 1 0,0-1-1,0 0 1,1 0 0,-1 0-1,1 0 1,0 0 0,0 0-1,0 0 1,0 0 0,1 0-1,-1 0 1,1 0 0,0-1-1,-1 1 1,1-1 0,1 1-1,-1-1 1,0 0 0,0 1-1,1-1 1,-1 0 0,1-1-1,0 1 1,-1 0 0,1-1-1,0 0 1,0 1 0,0-1 0,0 0-1,0-1 1,0 1 0,4 0-1,-1 0 48,-1 0 0,0 0 0,0-1 0,0 0 0,0 0 0,0 0-1,0 0 1,1-1 0,-1 0 0,0 0 0,0 0 0,-1-1 0,1 0 0,0 0-1,0 0 1,-1 0 0,1-1 0,-1 0 0,0 0 0,0 0 0,0 0 0,0-1 0,0 1-1,-1-1 1,0 0 0,1 0 0,-1 0 0,-1-1 0,1 1 0,-1-1 0,4-8 0,0-7 0,0 0 0,-1-1 0,-1 0 0,-2 1 0,1-1 0,-2 0 0,-2-31 0,0 30-11,1 20-33,0-1 0,-1 0-1,1 0 1,-1 0-1,0 1 1,0-1 0,0 1-1,0-1 1,0 0 0,-1 1-1,1 0 1,-1-1 0,0 1-1,0 0 1,1 0 0,-1 0-1,-1 0 1,1 0-1,0 0 1,0 1 0,-1-1-1,1 1 1,-1 0 0,1-1-1,-1 1 1,1 0 0,-1 1-1,0-1 1,0 0-1,1 1 1,-6-1 0,2 0-86,1 0 1,-1 1 0,0 0-1,1 0 1,-1 0 0,1 1-1,-1-1 1,1 1 0,-1 1-1,1-1 1,0 1-1,-1 0 1,1 0 0,0 0-1,0 1 1,-5 3 0,5-1-92,0 0 1,1 0-1,-1 0 1,1 1 0,0-1-1,1 1 1,-1 0 0,-4 10-1,7-12-76,-1 0-1,1 0 1,-1 0 0,1 0-1,0 0 1,1 1 0,-1-1-1,1 0 1,0 0 0,0 0-1,0 1 1,0-1 0,1 0-1,0 0 1,2 9 0,0-10 186,0 1 1,0-1-1,0 1 1,0-1-1,0 0 0,1 0 1,0-1-1,-1 1 1,1-1-1,0 0 1,0 0-1,6 2 1,21 14 18,31 28 208,-2 3 0,63 67 0,-91-82 316,-1 2 0,-2 2 0,-1 0 0,41 77 1,-58-89-132,-1 0 1,0 0-1,-2 1 0,-1 0 1,5 45-1,-1 140 1364,-11-200-1617,-1 0 0,1 1-1,-2-1 1,0 0 0,0-1-1,-1 1 1,-1 0 0,-5 11-1,7-18-55,0-1 1,-1 1-1,1-1 0,-1 0 1,-1 0-1,1 0 0,0 0 0,-1-1 1,0 1-1,0-1 0,0 0 0,0 0 1,0 0-1,-1-1 0,1 1 0,-1-1 1,0 0-1,1-1 0,-1 1 0,0-1 1,-7 1-1,2 0 20,0-2 0,-1 1-1,1-1 1,0-1 0,0 0 0,0 0 0,-1-1-1,1 0 1,0-1 0,1 0 0,-1-1 0,1 1 0,-1-2-1,1 0 1,0 0 0,1 0 0,-1-1 0,1-1-1,0 1 1,1-1 0,-11-13 0,8 9-76,1-1 0,0-1 1,1 1-1,1-2 0,0 1 1,1-1-1,0 0 0,1 0 1,0 0-1,1-1 0,1 0 1,1 1-1,0-1 0,0-19 1,1 23 10,1 0 0,1 1 1,0-1-1,0 0 0,1 0 1,0 0-1,1 1 0,0-1 1,1 1-1,0 0 0,0 0 1,1 0-1,1 0 0,0 1 1,0 0-1,0 0 1,1 1-1,14-13 0,99-95-11,-47 49 14,-3-4-1,64-84 1,-116 131 6,-1-2 0,0 0 0,-2-1 1,-1 0-1,-1-1 0,-2-1 1,-1 0-1,-1 0 0,-1-1 1,-2 0-1,3-31 0,-6 28 8,-1-1 0,-2 0 0,-1 0-1,-10-63 1,9 88 4,-1 0 0,0 0 0,0 0 0,-1 0 0,0 0 0,0 1 0,-1 0-1,0 0 1,-10-12 0,10 15 7,0 1 0,0-1 0,0 1 0,-1 0 0,1 1 0,-1-1 0,0 1 0,0 0 0,0 1 1,0 0-1,-1 0 0,1 0 0,-1 0 0,1 1 0,-9-1 0,11 2-16,1 0 1,-1 0-1,1 0 1,-1 0-1,0 1 1,1-1-1,-1 1 1,1 0-1,-1 0 1,1 0-1,0 1 1,-1-1-1,1 1 1,0 0 0,0 0-1,0 0 1,0 0-1,0 0 1,1 1-1,-1-1 1,1 1-1,-1-1 1,1 1-1,0 0 1,0 0-1,0 0 1,1 1-1,-1-1 1,1 0-1,-2 4 1,-2 9-41,0 1-1,2 0 1,-1-1 0,2 1 0,-1 21-1,1 2 23,4 74 0,0-98 26,0 0-1,1-1 1,1 0-1,0 1 1,1-1-1,1-1 1,14 28-1,-4-17 83,1-1 0,1-1-1,1 0 1,1-2 0,1 0-1,1-1 1,0-1-1,2-1 1,0-1 0,1-1-1,1-1 1,0-2 0,1 0-1,0-2 1,1-1 0,0-1-1,45 7 1,-44-12-21,0-1 0,0-2 0,0 0 0,37-6 0,-55 4-51,-1-1-1,1 0 1,0-1 0,-1 0-1,1-1 1,-1 0 0,0-1 0,0 0-1,-1 0 1,1-1 0,-1 0 0,-1-1-1,1 0 1,9-10 0,-10 7-64,0-1 0,-1 0 0,0 0 0,-1 0 1,0-1-1,-1 0 0,0 0 0,-1-1 0,0 1 0,-1-1 0,-1 0 1,2-19-1,-8 104-752,1-49 619,1 0 0,1 0 0,2 0 0,0 0 0,6 30 1,-5-48-25,0 0 0,0 0 0,0 0 0,1 0 1,0 0-1,0 0 0,0-1 0,0 0 1,1 1-1,0-1 0,-1-1 0,2 1 0,-1 0 1,0-1-1,1 0 0,-1 0 0,1 0 1,10 3-1,28 6-4698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7.1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185 4 1408,'0'0'7479,"-25"-4"-3962,22 5-3467,0-1-1,1 1 1,-1 0 0,0 0 0,0 0-1,1 0 1,-1 0 0,0 1 0,1-1-1,-1 1 1,1 0 0,0-1 0,0 1-1,0 0 1,0 1 0,0-1 0,0 0-1,0 0 1,0 1 0,1-1 0,-2 4-1,-5 8-68,2 0 0,-10 25 1,4 3 19,1 0 0,2 1 1,2 0-1,2 1 0,2 0 1,3 47-1,0-83-4,0 0-1,0-1 1,1 1 0,0 0 0,1-1 0,-1 1 0,2-1-1,-1 0 1,1 0 0,3 7 0,-3-9-5,1 0 0,-1-1 1,1 1-1,0-1 0,0 0 1,0 0-1,0-1 0,0 1 0,1-1 1,0 0-1,0 0 0,0-1 1,0 1-1,8 1 0,-4 0 8,1-1 1,0 0-1,0-1 0,1 0 1,-1 0-1,0-1 0,1-1 1,-1 1-1,1-2 0,-1 0 1,0 0-1,1-1 0,-1 0 0,0 0 1,0-1-1,0-1 0,-1 0 1,1 0-1,-1-1 0,0 0 1,0 0-1,0-1 0,-1 0 1,0-1-1,11-12 0,-7 4 8,-1 0 0,0-1 1,-2 0-1,0-1 0,0 0 0,-2-1 0,0 0 0,-1 0 0,-1 0 1,0-1-1,-2 0 0,0 0 0,-1 0 0,-1 0 0,-1 0 0,-1 0 1,0 0-1,-5-21 0,4 33 30,0 1-1,-1-1 1,1 1 0,-1-1 0,-1 1-1,1 0 1,-1 0 0,0 1 0,-1-1-1,1 1 1,-1 0 0,0 0 0,-1 1-1,1-1 1,-1 1 0,1 0 0,-1 1-1,0-1 1,-1 1 0,1 0 0,-1 1-1,1-1 1,-8 0 0,-3-2 54,1 1-1,-1 1 1,1 1 0,-1 1-1,0 0 1,0 1 0,1 0-1,-27 5 1,34-2-101,0-1 0,0 1 0,0 1-1,1-1 1,-1 2 0,1-1 0,0 1 0,0 0 0,1 1 0,0 0 0,0 0-1,0 0 1,-11 14 0,12-12-84,-1 1-1,1 0 1,1 0-1,0 0 1,0 1-1,1-1 1,0 1-1,0 0 1,1 0-1,1 1 1,-3 18-1,5-24-17,-2 77-1480,3-75 1212,0 1 1,0 0-1,1-1 0,0 1 1,0-1-1,1 1 0,0-1 1,4 8-1,25 30-4158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7.7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302 1 1840,'0'0'11771,"-4"16"-11576,-31 144-19,-58 219 49,-11-104 15,70-191-103,26-65-101,4-11-29,0 1 0,0 0 0,1 0 0,1 0 0,0 0 0,0 0 0,-1 16 965,10-25-967,19-1 14,46 7-1,-63-5-17,0 1 0,0 0 0,-1 1-1,1 0 1,-1 0 0,0 1 0,0 0-1,14 10 1,-10-5-12,0 0 0,0 1 0,-1 1 0,-1 0 1,0 0-1,0 1 0,-1 0 0,0 1 0,-1 0 0,9 20 0,-10-15-1,-1 0 0,0 1 0,-1 0 0,-2 0 0,1 0 0,-2 1 0,0 32 0,-1 5-8,1-31-189,-1 0 1,-6 49 0,2-68-332,2-9-584,0-16-1108,1-18-2452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8.66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11 229 4233,'0'0'2985,"-2"39"-1720,-6 124-346,7-144-654,1 0-1,5 30 1,-4-42-187,0 0 0,1-1 0,0 1 0,0-1 1,0 0-1,1 0 0,5 9 0,-4-10-23,-1-1-1,1 0 0,1 1 1,-1-2-1,1 1 1,-1 0-1,1-1 1,0 0-1,0 0 1,1 0-1,-1-1 1,0 0-1,1 0 1,0 0-1,-1 0 0,1-1 1,0 0-1,9 0 1,0 1 59,0 0-1,0-2 1,0 0 0,0 0-1,0-1 1,19-4 0,-25 2-61,0 1-1,-1-2 1,1 1 0,0-1 0,-1 0 0,0 0-1,0-1 1,-1-1 0,1 1 0,-1-1 0,7-7 0,-5 3 24,0 0 1,-1 0 0,0-1-1,-1 0 1,0-1 0,-1 1 0,-1-1-1,1 0 1,-2-1 0,0 1-1,0-1 1,1-14 0,1-13 92,-3 0 1,-2-63-1,-2 55-48,1 42 44,0 1 0,0-1 1,-1 1-1,0 0 1,0-1-1,-1 1 1,1 0-1,-1 0 0,0 0 1,-1 0-1,-2-5 1,1 1 225,1 3-319,0 0 0,0 0-1,-1 0 1,0 0 0,0 0-1,0 1 1,0 0 0,-1 0 0,0 0-1,0 1 1,0-1 0,-1 1-1,-6-3 1,5 3-72,-1 1-1,0-1 1,-1 2 0,1-1-1,0 1 1,-1 1-1,0-1 1,-15 1 0,22 1-26,-1 0 0,0 0 0,0 0 1,0 0-1,0 1 0,0 0 0,0-1 0,1 1 1,-1 0-1,0 1 0,1-1 0,-1 0 0,0 1 1,1-1-1,0 1 0,-1 0 0,1 0 0,0 0 1,0 0-1,0 0 0,0 0 0,0 0 0,1 1 0,-1-1 1,1 1-1,-1 0 0,1-1 0,-2 6 0,-3 21-66,2 0 0,1 0 0,0 0 0,5 55 0,-1-27 86,3 130-2,0-148 10,1-1 1,18 68-1,77 155 152,-84-224-126,-8-14 43,-1 1-1,0-1 1,-2 1 0,-1 1-1,-1-1 1,0 0 0,-3 39-1,0-61-101,8-2-664,14-7-481,-1-8-307,-1-1 0,31-30-1,-47 42 1229,48-43-3906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9.17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173 5 5937,'0'0'9678,"-2"-4"-9389,1 4-289,1 0-1,-1 0 0,1 0 0,0 0 1,-1 0-1,1 0 0,0 0 0,-1 0 0,1 0 1,0 0-1,-1 0 0,1 0 0,0 0 1,-1 0-1,1 0 0,0 1 0,-1-1 1,1 0-1,0 0 0,-1 0 0,1 1 0,0-1 1,0 0-1,-1 0 0,1 1 0,0-1 1,0 0-1,-1 1 0,1-1 0,0 0 1,0 0-1,0 1 0,0-1 0,0 1 0,-1-1 1,-7 16-12,1 1 0,1 0 0,0 0 0,1 0 0,-4 23 0,-9 29 25,-5 1 13,-3 7 2,-24 119-1,50-193-18,-1 1 0,1-1 0,0 0 0,0 1 0,0-1 0,0 1 0,0-1 0,1 0 0,-1 1 0,1-1 0,0 0 0,0 1 0,0-1-1,1 0 1,2 5 0,0-3-25,1 1 1,0-1-1,0 0 0,0 0 0,9 6 0,4 4 42,133 127 34,-126-115-97,-1 1 0,-2 1 0,32 52 0,-52-77-514,2 3 917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9.5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4297,'0'0'8298,"130"203"-7610,-77-136-200,-5 1-240,-7-5-128,-5-11-48,-6-12-72,-13-17-216,-5-11-728,-12-43-3353,0-13-1632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49.92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1 4065,'0'0'6377,"-1"19"-6242,-1-2-47,1 9 187,0-1 0,1 0 0,6 34 0,4 10 769,2 106-1,-9-101-434,-1-47-1504,-1-71-8254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50.2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95 3441,'0'0'7400,"22"-5"-7091,158-27 210,-61 14-226,134-17 34,-249 34-325,15-1-2,-1 1 0,1 0 0,0 1 0,27 5 0,-43-4 0,-1 0 0,1 1 0,0-1 0,-1 1 0,0 0 1,1 0-1,-1 0 0,0 0 0,0 0 0,0 0 0,0 0 0,0 1 1,-1-1-1,1 1 0,-1 0 0,1-1 0,-1 1 0,0 0 1,1 4-1,16 61 21,-18-65-19,26 202 112,-15-102-84,-5 51-978,-6-134-176,0-7-1711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50.64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48 1736,'0'0'11427,"231"-24"-11219,-171 12-120,-1 0-88,0 12-712,-12 0-1577,-17 0-2144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51.0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0 113 2961,'0'0'10236,"5"-13"-10083,-2 5-146,-2 3-7,0 1 0,0-1-1,1 1 1,0-1 0,0 1-1,0 0 1,0 0 0,1 0 0,-1 0-1,1 0 1,0 0 0,0 1-1,1 0 1,-1-1 0,1 1-1,-1 0 1,1 1 0,0-1-1,0 1 1,7-4 0,0 3-22,1 1 0,-1-1 1,0 2-1,1 0 0,-1 0 0,1 1 0,-1 0 1,14 3-1,-23-3 22,-1 1 1,1-1-1,-1 1 0,1 0 1,-1-1-1,1 1 0,-1 0 1,0 0-1,1 0 0,-1 0 1,0 0-1,0 1 1,1-1-1,-1 0 0,0 0 1,0 1-1,-1-1 0,1 1 1,0-1-1,0 1 0,-1-1 1,1 1-1,-1-1 1,1 1-1,-1 0 0,1 2 1,2 50 69,-3-42-39,0-12-31,1 59 72,-3 1 0,-2-1 1,-15 73-1,7-89-53,8-30 227,0 0 0,1 0 0,0 0-1,-1 24 1,17-38 508,2-1-761,0-2 0,-1 0 1,1 0-1,-1-2 0,0 0 1,-1 0-1,1-1 0,-1-1 1,-1 0-1,1-1 0,-1 0 1,20-21-1,-30 27-282,1-1 0,-1 1 0,0-1 0,1 0 0,-2 0 0,1 0 0,0 0 0,-1 0 0,0 0 0,0 0 0,0 0 0,0-1 0,-1 1 0,0 0 0,0-6 0,0-11-5332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6:51.40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 1 5873,'0'0'11040,"-1"2"-10769,0-1-276,1 0-1,0-1 1,0 1 0,0 0 0,0 0 0,0-1 0,0 1 0,0 0 0,0-1-1,0 1 1,0 0 0,0-1 0,0 1 0,0 0 0,1-1 0,-1 1 0,0 0-1,0-1 1,1 1 0,-1 0 0,1-1 0,-1 1 0,0-1 0,2 2 0,12 13-3,1 0-1,1-1 1,1 0 0,26 16 0,20 17 113,-5 2 76,98 107 0,-148-146-398,1-1-1,0 0 1,1 0-1,16 11 1,-21-16-492,1-1 0,-1 0 1,1-1-1,0 1 1,0-1-1,10 2 0,14-2-6284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14.30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3533 144 3721,'0'0'12189,"-14"0"-11419,-281-15-377,158 6-248,-472-54 952,361 23-1037,145 29-51,-168 5 1,181 7-8,37 2-77,-101 18 0,55-5-26,22-1-200,-114 36 1,102-25 224,-162 58 120,99-29-39,132-48-12,0 0-1,1 2 0,0 0 1,1 2-1,0 0 1,0 1-1,1 0 1,-24 24-1,-48 43-60,69-60 70,0-2-1,-1 0 1,-28 16 0,47-31-2,-8 6-2,1 0-1,0 1 1,1 0 0,0 0 0,-10 16 0,-3 3-4,0-1-8,0 1 0,2 2-1,2 0 1,1 0 0,-14 38 0,17-39 10,2 1 1,2 0-1,0 0 1,-4 36-1,-8 56-52,3 59 114,15-154-44,1 1 0,4 48 0,0-15 1,-8 184 266,8-240-273,1 1 0,0-1 0,0 0 0,1-1 0,-1 1 0,1 0 0,0-1 0,7 7 0,-2-2 4,-2-1 21,0-1-1,0 1 0,1-1 0,0 0 1,0-1-1,1 0 0,-1-1 0,1 1 1,1-2-1,17 8 0,117 40 115,91 28 86,-171-63-229,-1 3-1,95 45 1,16 11 21,-10-5-2,-34-12-4,195 61 1,-217-81-28,182 92 1,-212-94-3,-33-16-5,0 1 0,65 46 0,237 171 125,-315-217-97,141 102 154,28 28 21,-118-86-154,261 175 261,-283-205-258,85 35-1,-34-26-15,115 52 6,-49-29 32,-86-36-46,-59-20-13,37 13-15,125 66 0,-171-79 18,1-1-1,-1 0 1,35 8 0,83 16 22,-113-29-19,193 26 89,-191-28-97,841 40 554,-840-46-531,0-1 0,36-8 1,-29 3-8,85-7 43,-73 10-43,0-2 1,62-17-1,-52 8 56,-36 10-29,0-1-1,0-1 0,-1 0 0,34-19 0,38-21 96,-60 31-39,53-32 1,-24 7 196,67-48-121,-115 76-91,0 0 0,-1-1 0,-1-1 1,-1 0-1,17-24 0,-2-9 143,-2-1-1,25-68 1,-48 108-120,1-4-71,-1-1-1,0 0 1,-2 0 0,0-1 0,0-15 0,2-9 19,-1 0 348,-3-62 0,-2 38-286,1 54-71,0 1 0,-1 0-1,0 0 1,0 0-1,-1 0 1,-1 0 0,-7-14-1,-10-33-5,12 27-38,-24-53 0,3 7 0,13 31 29,-13-48 109,22 66-61,-1 1-1,-22-41 1,14 29 18,-36-59-11,-3 5 36,11 20-125,-64-95 82,70 110 14,-107-130-56,68 90-21,-219-253 22,260 301 11,-2 2 0,-2 2-1,-2 1 1,-51-39 0,30 31-18,2-3 1,3-3 0,-60-75-1,90 99-22,-1 1 0,-2 2 0,-1 1 0,-1 2 0,-57-35 0,58 44-4,-49-19 0,7 4 4,39 17-14,-1 2-1,-69-18 1,-82-6-59,105 23 46,-11 3-44,-1 4 0,-165 6 0,123 4-55,-170 14 117,213-14 8,-103-5 9,190 3-18,0-2-1,-1 1 1,1-1-1,0 0 1,0-1 0,0 1-1,0-1 1,0-1-1,1 0 1,-1 1 0,1-2-1,0 1 1,-6-6-1,-3-6-22,0-1 0,-25-36 0,-8-9 1,45 59-66,1 0 0,-1 0 0,0 0 0,-1 0 0,1 1-1,0-1 1,-1 1 0,0 0 0,1 0 0,-1 0 0,0 0-1,0 1 1,0 0 0,0 0 0,0 0 0,-8-1 0,-64-5-3976,24 6-2339,28 1-344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16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21 190 5297,'-4'-7'14163,"2"-3"-14535,2-2 374,4-46-118,-4 54 93,1 0 0,1 0 0,-1 0 0,1 0 0,-1 0 0,1 1 0,0-1 0,0 1 0,1-1 0,-1 1 1,6-6-1,-2 4-60,1-1 1,0 1 0,0 0 0,1 0 0,-1 1-1,1 0 1,0 1 0,0-1 0,1 2-1,-1-1 1,0 1 0,1 0 0,-1 1 0,1 0-1,0 0 1,13 1 0,-16 0-11,1 1 0,0-1 0,0 1 0,0 1 0,0-1 0,0 1 0,-1 0 0,1 1 0,-1 0 0,1 0 0,-1 0 0,0 1 0,0-1 0,-1 1 0,1 1 0,-1-1 0,0 1 1,0 0-1,0 0 0,5 10 0,-3-3 45,-1 0 1,0 1-1,-1 0 1,-1 0-1,0 1 1,-1-1 0,4 28-1,-4 6-40,-3 48-1,0-46 76,-1-24 13,-1-1-1,0 0 1,-2 0-1,-1 0 1,-1 0-1,-1-1 1,-1 1-1,-1-2 1,-1 1-1,-1-2 1,-1 1-1,0-2 1,-18 22-1,19-27 7,-1 0 0,-1 0-1,-17 15 1,26-26 78,-1 0-1,1 0 1,-1-1-1,0 0 1,0 0-1,-1 0 1,1 0-1,-1-1 1,1 0-1,-1 0 0,0 0 1,0-1-1,1 0 1,-10 1 568,16-3-669,-1 0 1,1-1-1,0 1 1,-1 0-1,1 0 1,0 0-1,0 0 1,0 0-1,0 0 1,0 0-1,0 0 1,0 0-1,0 0 1,0 0 0,0 1-1,1-1 1,-1 0-1,0 1 1,0-1-1,1 1 1,1-1-1,37-9-188,-31 8 91,30-5-223,0 2 0,0 1 0,0 2-1,0 1 1,66 8 0,-91-4 275,0 0-1,0 1 1,0 0 0,-1 1-1,1 1 1,-1 0 0,0 1 0,-1 0-1,1 1 1,-2 0 0,1 1-1,-1 0 1,0 1 0,17 22-1,-17-19 54,-1 0 0,-1 1 0,-1 0 0,0 1 0,0-1 0,-2 2 0,0-1 0,0 1 0,-2 0 0,0 0 0,0 0 0,1 30 0,-4-23 8,0-3 23,0-1 0,-4 28 0,3-41-12,-1 0 0,-1 0-1,1-1 1,-1 1 0,0 0-1,0-1 1,-1 1-1,1-1 1,-1 0 0,0 0-1,-1 0 1,-5 6-1,-2-1 63,0-1-1,0 0 0,-1 0 0,-1-1 1,1-1-1,-1 0 0,0-1 0,-1 0 0,0-1 1,0-1-1,0 0 0,-26 3 0,-16 0 642,-108-1-1,161-6-694,-66 2 437,39 0-274,0-2 1,0 0-1,1-2 1,-1-1 0,1-2-1,-31-8 1,50 8-782,36 2-7101,-24 3 7712,38 0-5032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16.5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5673,'0'0'11915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1.1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1 3745,'0'0'11265,"-4"0"-11018,3 0-242,0 0 1,0-1-1,0 1 1,0 1-1,0-1 1,0 0-1,0 0 1,0 0 0,0 0-1,1 1 1,-1-1-1,0 0 1,0 1-1,0-1 1,0 1-1,0-1 1,0 1-1,1-1 1,-1 1 0,0 0-1,0 0 1,1-1-1,-1 1 1,0 0-1,0 1 1,-6 31-67,6-22 44,-14 164-36,11 210 0,5-219-926,-1-166 889,0 1 1,0-1 0,0 1 0,0-1 0,0 1-1,0-1 1,0 1 0,0-1 0,0 1-1,0-1 1,0 1 0,-1-1 0,1 1 0,0-1-1,0 0 1,0 1 0,-1-1 0,1 1-1,0-1 1,-1 0 0,1 1 0,0-1 0,-1 0-1,1 1 1,0-1 0,-1 0 0,1 0-1,-1 1 1,1-1 0,-1 0 0,-18-3-3463,-8-13-2808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1.4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0 191 1872,'0'0'12468,"18"-5"-12342,301-65 828,23 23-183,-210 30-665,484-34-1911,-626 55-1037,-20 15-2,-6 5-2209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1.84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71 4121,'0'0'10802,"41"12"-10794,30-12 224,12 0 120,12 0-160,18 0-88,5 0-104,7-8-144,35-19-560,-24 3-1232,-29 0-2409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2.4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15 203 6433,'0'0'6084,"-2"35"-5998,0-14-81,-6 238 30,7-177-23,0 12 329,20 178 1,-15-261-349,-2-27-2,-2-102 293,4-211-194,1 269-128,2 0 1,2 1-1,26-86 1,-31 130 27,1 1 1,1-1 0,1 1 0,0 0 0,1 1-1,0-1 1,13-15 0,-16 24-23,0 0 0,0-1-1,1 2 1,-1-1 0,1 1 0,0-1-1,1 2 1,-1-1 0,0 1 0,1 0 0,0 0-1,0 1 1,0 0 0,0 0 0,0 0 0,1 1-1,8 0 1,-7 0-121,0 1 0,1 0-1,-1 0 1,0 1 0,14 3 0,-19-3 126,-1 0 1,0 1 0,0-1 0,-1 1 0,1 0-1,0 0 1,0-1 0,-1 2 0,1-1-1,-1 0 1,0 1 0,1-1 0,-1 1 0,0-1-1,-1 1 1,1 0 0,0 0 0,1 4-1,3 12 28,0 0-1,-2 0 0,0 0 0,-1 0 0,-1 1 0,0-1 1,-3 36-1,1-35 13,-1-2 9,-1 0 0,-1 1 0,0-1 1,-1 0-1,-1 0 0,-1-1 0,-1 1 0,0-1 0,-1-1 0,-1 1 0,0-1 0,-1-1 1,-1 0-1,0 0 0,-1-1 0,-1-1 0,0 0 0,-18 14 0,25-23 14,0 0 1,-1 0-1,1 0 0,-1-1 0,1 0 0,-1 0 0,0-1 1,0 0-1,0 0 0,0 0 0,-1-1 0,1 0 0,0-1 1,-1 0-1,-13-1 0,21 1-38,0 0 1,-1 0-1,1 0 0,0 0 0,-1 0 1,1 0-1,0 0 0,0 0 1,-1 0-1,1 0 0,0 0 1,-1 0-1,1 0 0,0 0 0,0 0 1,-1 0-1,1-1 0,0 1 1,0 0-1,-1 0 0,1 0 0,0 0 1,0-1-1,-1 1 0,1 0 1,0 0-1,0-1 0,0 1 1,0 0-1,-1 0 0,1-1 0,0 1 1,0 0-1,0 0 0,0-1 1,0 1-1,0 0 0,0-1 1,0 1-1,0 0 0,0 0 0,0-1 1,0 1-1,0-1 0,0 1-11,1-1-1,-1 0 1,0 1-1,1-1 1,-1 1 0,1-1-1,0 1 1,-1-1-1,1 1 1,-1 0-1,1-1 1,0 1-1,-1-1 1,1 1-1,0 0 1,-1 0-1,1 0 1,0-1-1,-1 1 1,1 0 0,0 0-1,0 0 1,-1 0-1,1 0 1,1 0-1,16 2-55,-1 0 0,1 1-1,-1 0 1,1 2 0,-1 0 0,-1 1-1,1 1 1,-1 0 0,0 1 0,26 18-1,-15-8 152,-1 2 0,-1 1 0,0 0 0,-2 2 0,24 30 0,-42-48-172,-1 0 1,0 1 0,0 0 0,-1 0 0,0 0 0,0 0 0,0 0 0,-1 1 0,4 12 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4.6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3529,'0'0'9579,"0"8"-9251,6 259-220,-6 79 343,0-344-441,0-1 0,1 0 1,-1 0-1,0 0 0,0 0 0,1 0 0,-1 1 1,1-1-1,-1 0 0,1 0 0,-1 0 0,1 0 1,0 0-1,-1 0 0,1 0 0,0 0 0,0-1 1,0 1-1,-1 0 0,1 0 0,0-1 0,0 1 1,0 0-1,0-1 0,0 1 0,1-1 0,-1 1 1,0-1-1,0 0 0,0 0 0,0 1 1,0-1-1,2 0 0,47 0 616,-32-1-419,52 1 451,108-15-1,-169 13-1030,0 0-1,0 1 0,1 0 1,-1 1-1,0 0 0,0 0 1,0 1-1,1 0 0,-1 1 1,0 0-1,9 3 1,12 13-3960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5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1 171 1280,'0'0'14475,"320"-47"-13963,-172 15-239,12 0-145,-18 5-80,-11 7-32,-25 8-16,-5 12-1185,-24 4-1911,-30 24-4402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9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1 490 5409,'0'0'7726,"8"-4"-7514,8-4-116,0 0 0,-1-1 0,-1-1 1,1 0-1,-2-1 0,1-1 0,-2 0 0,1 0 0,-2-2 1,0 1-1,0-2 0,-1 1 0,-1-1 0,-1-1 1,0 1-1,-1-1 0,0-1 0,-1 1 0,-2-1 0,1 0 1,-2-1-1,0 1 0,-1-1 0,0-20 0,-2-73 214,-1 110-313,1 1 0,-1-1 0,1 1 0,0-1 0,-1 1 0,1-1 0,-1 1 0,1 0 0,-1-1 1,1 1-1,-1 0 0,1-1 0,-1 1 0,0 0 0,1 0 0,-1-1 0,1 1 0,-1 0 0,0 0 0,1 0 0,-1 0 0,0 0 1,1 0-1,-1 0 0,1 0 0,-1 0 0,0 0 0,1 0 0,-1 1 0,1-1 0,-1 0 0,0 0 0,1 1 0,-1-1 0,1 0 1,-1 1-1,-26 11-409,21-5 274,1 0-1,0 0 1,0 0 0,1 1 0,0-1 0,0 1 0,-4 12-1,-17 65-472,21-70 565,-5 27 0,1 1 1,3 0 0,1 0 0,3 1 0,5 71 0,-3-109 42,-1 1 0,1-1-1,1 1 1,-1-1 0,1 0 0,0 0 0,1 0-1,-1 0 1,1 0 0,0 0 0,1-1 0,-1 1-1,1-1 1,0 0 0,0 0 0,1-1 0,0 1-1,0-1 1,0 0 0,9 6 0,-5-5-39,0-1 0,1 0 0,-1-1 0,1 0 0,0 0 0,0-1 0,0 0 0,0-1 0,0 0 0,1-1-1,-1 0 1,17-2 0,-21 1 31,-1 0 0,1-1 0,0 1 0,0-1-1,-1 0 1,1-1 0,-1 1 0,0-1 0,1 0 0,-1-1-1,7-5 1,-3 1 8,-1 0-1,0-1 1,-1 0-1,0 0 1,9-16-1,-2-1 22,-1 0 1,-2-1-1,16-56 0,-10 1 4,-13 54-17,13-40 0,-17 67-30,1-1 0,0 1 0,0 0 0,0-1 0,0 1 0,0 0 0,0 0 0,0 0 0,1 0 0,-1 0 0,0 0 1,1 0-1,-1 0 0,0 0 0,1 0 0,-1 1 0,1-1 0,-1 1 0,1-1 0,0 1 0,-1 0 0,1-1 0,-1 1 0,1 0 0,0 0 0,-1 0 1,1 0-1,-1 0 0,1 1 0,0-1 0,-1 0 0,3 2 0,2-1-157,1 0 1,-1 1-1,0 1 1,1-1-1,-1 1 1,9 5-1,0 3 95,-1 1-1,0 0 1,-1 0 0,-1 2 0,0-1 0,-1 2-1,0-1 1,-1 2 0,-1-1 0,0 1-1,8 21 1,-14-27 131,0 1 0,0 0 0,-1 0 0,0 0 0,-1 1 1,0-1-1,-1 0 0,-1 18 0,0-24-7,0 0 0,0 0 0,0 0 0,-1 0 0,1 0 0,-1 0 0,0-1 0,-1 1 0,1-1 0,-1 1 0,0-1 0,0 0 1,0 0-1,0 0 0,-1 0 0,0-1 0,0 0 0,0 1 0,0-1 0,-6 3 0,-4 0 143,0-1 1,0 0-1,-1-1 1,0-1-1,1 0 1,-1-1-1,-1-1 1,1 0-1,-27-2 1,23 1-18,16 0-146,0 0-1,0 0 1,0 0 0,0 0-1,0-1 1,0 0-1,0 1 1,0-1-1,1 0 1,-1 0-1,0 0 1,1-1-1,-1 1 1,1-1-1,-1 1 1,1-1-1,-1 0 1,1 0 0,0 0-1,-2-3 1,2 2-79,1 0 0,-1 0 1,1 0-1,0 0 0,0-1 1,0 1-1,0 0 1,1-1-1,-1 1 0,1 0 1,0-1-1,0 1 0,0-1 1,1 1-1,-1 0 0,1-1 1,0 1-1,0 0 1,1-5-1,2 1-316,-1 0 1,1 0-1,0 0 0,0 0 1,1 1-1,0 0 0,0 0 1,1 0-1,-1 0 1,1 1-1,12-8 0,34-23-3889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9.5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 0 3081,'0'0'10702,"-7"27"-10763,5-16 49,-5 13 9,1 1 0,1 0-1,1 0 1,2 0-1,0 1 1,2-1-1,4 34 1,11 13 13,39 111 0,-16-59 51,87 345 298,-122-455-368,-1-4-47,0 0 0,1 0 0,0-1 0,0 1 0,1-1 1,0 0-1,1 0 0,7 12 0,-12-20 15,1-1 0,-1 1-1,0-1 1,1 0 0,-1 1 0,0-1 0,1 0-1,-1 1 1,0-1 0,1 0 0,-1 1 0,1-1-1,-1 0 1,0 0 0,1 0 0,-1 1 0,1-1-1,-1 0 1,1 0 0,-1 0 0,1 0 0,-1 0-1,1 0 1,-1 0 0,1 0 0,-1 0 0,1 0-1,-1 0 1,1 0 0,-1 0 0,1 0 0,-1 0 0,1-1-1,-1 1 1,0 0 0,1 0 0,-1-1 0,1 1-1,-1 0 1,0 0 0,1-1 0,-1 1 0,1 0-1,-1-1 1,0 1 0,0-1 0,1 1 0,-1 0-1,0-1 1,0 1 0,1-1 0,-1 1 0,0-1-1,0 0 1,8-29-2417,-6-33-1820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29.8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0 104 856,'0'0'9450,"326"-84"-9450,-237 72-1152,-12 4-3417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0.39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107 469 6905,'0'0'7477,"17"-39"-7147,50-128-143,-63 158-172,0-1 0,-1 0 0,-1 0 1,1 0-1,-2 0 0,1 0 0,-1-1 0,-1 1 0,0 0 0,0-1 0,-1 1 0,-3-11 0,3 14-7,0 2 7,0 0 0,-1 0 0,1-1-1,-1 1 1,0 1 0,0-1 0,-1 0-1,0 0 1,0 1 0,0 0 0,0-1 0,-1 1-1,1 0 1,-1 1 0,0-1 0,0 1-1,0-1 1,-9-4 0,4 4 20,1 0 1,-1 1-1,0-1 1,0 2-1,0-1 0,0 1 1,-1 1-1,1 0 1,-17-1-1,25 3-70,-1-1 1,0 0-1,1 1 0,-1-1 0,1 1 1,-1-1-1,1 1 0,-1 0 1,1 0-1,0-1 0,-1 1 0,1 0 1,0 0-1,0 0 0,-1 1 0,1-1 1,0 0-1,0 0 0,0 1 1,1-1-1,-1 0 0,0 1 0,0-1 1,1 1-1,-1-1 0,1 1 0,-1-1 1,1 1-1,0 0 0,-1-1 1,1 4-1,-2 8-167,1 1-1,1 26 1,1-23 136,-2 18 9,6 117-72,-3-132 123,1-1 0,1 0 0,1 0 0,0 0 0,15 32 0,-5-22 10,1 1 0,1-2 0,40 50-1,-45-64-5,1 0-1,0-1 1,0-1-1,2 0 1,-1-1-1,2 0 0,-1-1 1,26 11-1,-36-18-16,1-1-1,-1-1 0,1 1 1,0-1-1,0 0 1,-1 0-1,1-1 0,0 0 1,8 0-1,-13 0 24,0 0 0,0 0 0,1-1 0,-1 1 0,0 0 0,0-1 0,0 1 0,0-1 0,0 1 0,0-1 0,0 1 0,0-1 0,0 1 0,0-1 0,-1 0 0,1 0 0,0 0 0,0 1 0,0-1 0,-1 0 0,1 0 0,-1 0 0,2-2 0,5-27 186,-5 18-101,5-48 32,-2 1 0,-4-105 1,-2 75-370,1-165-623,-1 243 906,-1 11 20,-1 22-172,2 13-87,0-3 164,1 0 0,2-1 0,1 1-1,12 54 1,-5-53 50,1-1 1,16 31-1,-22-53 23,-1-1-1,2 0 1,-1 0-1,2-1 0,-1 0 1,1 0-1,0 0 1,1-1-1,-1 0 1,18 12-1,-22-17 4,0 0-1,0-1 0,0 1 1,0 0-1,1-1 1,-1 0-1,0 0 1,1 0-1,-1 0 1,1-1-1,-1 1 1,1-1-1,0 0 0,-1 0 1,1 0-1,-1-1 1,1 1-1,-1-1 1,1 0-1,-1 0 1,6-2-1,-5 1 0,0-1 0,0 0 0,0 0 0,0 0-1,-1 0 1,1-1 0,-1 1 0,0-1 0,0 0 0,0 0 0,-1 0-1,1 0 1,-1 0 0,3-9 0,14-42-355,-3 0 1,19-115-1,-36 192 410,0 0 0,2 0-1,0 0 1,8 37 0,27 103-143,-32-145 59,1-1 1,0 0-1,2 0 0,0 0 0,9 15 0,-12-25-76,0 0 0,1 0 0,-1 0 0,1-1 0,0 0 0,1 0 0,-1 0 0,1 0 0,0-1 0,0 0 0,1-1 0,-1 1 0,1-1 0,7 3 0,-2-3-763,0 0-1,1 0 1,13 1 0,29-2-5568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1.2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36 493 5721,'0'0'5613,"-6"-35"-5314,-2-5-263,0-1-26,2 0-1,2 0 0,0-50 1,4 65-11,7-48 0,-5 63-3,0 1 0,1 0 0,0-1-1,0 1 1,1 0 0,1 1 0,7-13 0,-12 21-5,1 1 0,-1-1 1,1 0-1,0 0 0,-1 1 1,1-1-1,0 0 0,-1 1 0,1-1 1,0 1-1,0-1 0,-1 1 1,1-1-1,0 1 0,0 0 0,0-1 1,0 1-1,0 0 0,0 0 1,0 0-1,-1-1 0,1 1 0,0 0 1,0 0-1,0 0 0,0 0 1,0 1-1,0-1 0,0 0 1,0 0-1,0 1 0,0-1 0,-1 0 1,1 1-1,0-1 0,0 1 1,0-1-1,0 1 0,-1-1 0,1 1 1,0-1-1,-1 1 0,1 0 1,0 0-1,-1-1 0,1 2 0,15 27 22,-1 0 0,-1 1-1,-2 0 1,8 33 0,27 63 133,-37-105-93,0 0 0,2 0 0,0-1 1,2-1-1,0 0 0,20 20 0,-28-33-27,1 0 1,0 0-1,0-1 0,0 0 1,1 0-1,0 0 0,0-1 0,0 0 1,0-1-1,1 0 0,-1 0 0,1-1 1,0 0-1,0-1 0,0 0 0,0 0 1,0 0-1,0-2 0,9 0 0,-13 0-13,0 1-1,0-2 1,0 1-1,0 0 0,0-1 1,-1 0-1,1 0 0,0 0 1,-1-1-1,0 0 1,0 0-1,0 0 0,0 0 1,5-6-1,-3 2-13,0 0 1,-1 0-1,0-1 0,0 0 0,-1 0 0,0 0 0,5-14 1,-3-1-73,0 0 0,-1 0 0,-1-1 0,-2 0 0,1-33 0,-3 32 28,1 10 18,-1-1 0,0 1-1,-1 0 1,-4-16-1,5 29 41,-1-1-1,1 0 0,-1 0 1,0 1-1,0-1 0,0 1 1,0-1-1,-1 1 0,1-1 1,-1 1-1,1 0 0,-1 0 1,0 0-1,0 0 0,0 0 1,0 0-1,0 0 0,0 0 1,0 1-1,-1-1 0,1 1 1,-1 0-1,1 0 0,-1 0 1,1 0-1,-1 0 0,-5-1 1,8 2-5,-1 0 0,0 0 1,0 0-1,1 0 1,-1 0-1,0 0 0,1 0 1,-1 0-1,0 0 0,0 0 1,1 0-1,-1 1 1,0-1-1,1 0 0,-1 0 1,0 1-1,1-1 1,-1 1-1,1-1 0,-1 0 1,1 1-1,-1-1 0,0 1 1,1-1-1,-1 1 1,1-1-1,0 1 0,-1 0 1,1-1-1,0 1 1,-1 0-1,-3 25-127,4-20 111,-1-4-4,-1 20-73,1 0 1,1 0-1,0 0 1,2 0-1,6 35 1,-6-52-20,0 1 0,0-1 0,0 1 0,0-1 1,1 1-1,0-1 0,0 0 0,1 0 0,-1-1 1,1 1-1,0-1 0,0 0 0,1 0 0,-1 0 1,1 0-1,0-1 0,0 0 0,0 0 0,0 0 1,0 0-1,1-1 0,-1 0 0,1 0 0,0-1 1,-1 1-1,12 0 0,3 0-715,1 0 0,0-1 0,0-1 1,38-6-1,1-14-1340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1.5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1 208,'0'0'5701,"16"50"-4522,99 330 1867,-60-180-1222,95 284 21,-149-479-1864,2 3-148,0 0 0,1 1 0,0-1 0,0-1 0,0 1 0,7 8 0,-8-14-746,-3-8-269,0-33-1722,0-18-7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2.4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58 1144,'0'0'4891,"57"-5"-4845,174-15-23,-217 18-7,0 2 1,1 0-1,21 2 1,-34-2 1,-1 1 1,0-1-1,1 1 1,-1-1-1,0 1 1,1-1-1,-1 1 0,0 0 1,0 0-1,1 0 1,-1-1-1,0 1 1,0 0-1,0 0 1,0 1-1,0-1 1,0 0-1,0 2 1,7 6 188,-3-1 42,1 0-1,-1 1 1,0-1 0,-1 1 0,0 0-1,0 1 1,-1-1 0,4 19-1,9 84 1113,-11-69-1067,-5-42-285,3 28 347,1 1 0,2-1 1,1 0-1,14 37 1,-18-59-275,0 1 1,1-1 0,0 0 0,1 0 0,0 0 0,0-1 0,0 0 0,12 11 0,-12-13-50,0-1 1,0 0 0,0 0-1,0 0 1,0-1-1,1 1 1,-1-1 0,1-1-1,-1 1 1,1-1-1,0 0 1,0 0-1,-1-1 1,7 1 0,-9-1-18,-1-1 1,0 1 0,0 0 0,1 0 0,-1-1 0,0 0-1,0 1 1,0-1 0,0 0 0,0 0 0,0 0 0,0 0-1,0 0 1,0-1 0,-1 1 0,1 0 0,0-1 0,2-2-1,-1 0 20,0-1 0,-1 1 0,1 0 0,-1-1 0,0 0-1,0 1 1,0-1 0,1-5 0,1-13 117,0 1 0,0-45 0,-3 56-130,-1 2-7,1-18 38,-1-1 0,-3-27 0,2 45-41,-1 1-1,0 0 1,-1 1 0,1-1 0,-2 0-1,1 1 1,-1-1 0,-1 1-1,-9-14 1,6 12 20,0 0 0,-1 0-1,0 1 1,0 0 0,-1 0-1,0 1 1,-23-13 0,26 17-27,-1 1 0,0-1 1,0 1-1,1 1 0,-2 0 0,1 0 1,0 1-1,0-1 0,-1 2 0,1-1 1,0 1-1,-1 1 0,-13 2 1,19-3-54,0 1-1,1 0 1,-1 0 0,1 0 0,-1 0 0,1 1 0,0-1 0,-1 1 0,1 0 0,0-1 0,0 1-1,0 0 1,0 0 0,0 0 0,1 0 0,-1 1 0,0-1 0,1 0 0,0 1 0,0-1-1,-1 1 1,1 0 0,1-1 0,-1 1 0,-1 5 0,0 7-162,0 1 0,1-1 1,0 24-1,2-25 55,-2 9-69,3 39-513,-1-57 661,0-1-1,0 1 1,0-1 0,0 0 0,1 1 0,0-1-1,0 0 1,0 0 0,0 0 0,1 0-1,3 4 1,3 2-59,1-1 1,-1 0-1,2-1 0,-1 0 1,1-1-1,0 0 0,0-1 0,1 0 1,0-1-1,0 0 0,14 4 1,-1-3 335,0-1-1,1-1 1,0-1 0,39-1 0,-59-1-92,-1-2 0,0 1 0,0-1-1,1 0 1,-1 0 0,0 0-1,0 0 1,0-1 0,0 0 0,0 0-1,0-1 1,-1 1 0,1-1 0,-1 0-1,0 0 1,6-6 0,-2 1 67,-1-1 0,-1 0 0,1 0 0,-1-1 0,-1 0 0,9-18 0,-2-8-61,0-1 1,-3 1-1,-1-2 0,-1 1 1,-2-1-1,-2 0 0,-3-70 1,6 153-214,2-1 0,2 0 1,2 0-1,1-1 0,34 70 1,-40-99 67,2 1 1,0-1 0,0-1 0,1 1-1,1-2 1,23 23 0,-27-29-146,1 0 1,0-1 0,0 0 0,0 0 0,0 0 0,1-1 0,0 0 0,0-1-1,0 0 1,0-1 0,1 0 0,-1 0 0,14 1 0,-15-3-69,-1 1-1,1-1 1,0-1 0,0 1 0,0-2 0,-1 1 0,1-1-1,13-4 1,-17 4 191,0-1 0,-1 1-1,1-1 1,-1 1 0,1-1-1,-1 0 1,0 0 0,0-1-1,0 1 1,-1-1 0,1 1-1,-1-1 1,0 0 0,0 0-1,0 0 1,-1 0 0,2-4-1,-1 0 263,0 0 0,0 1-1,-1-1 1,0 0 0,-1 0-1,0-11 1,0 8 3023,2 21-2956,0-5-296,1 0 1,0 0-1,-1-1 1,2 1-1,-1-1 1,0 0-1,1 0 0,0 0 1,0 0-1,0-1 1,0 1-1,1-1 1,-1 0-1,1-1 1,0 1-1,0-1 0,7 3 1,-2-2 42,1 0 0,0-1 0,1 0 1,-1-1-1,0 0 0,1 0 0,17-3 0,-23 2 3,-1-1-1,1 0 0,0-1 0,-1 0 1,1 0-1,-1 0 0,1 0 1,-1-1-1,0 0 0,0 0 1,0 0-1,0-1 0,-1 0 1,0 0-1,1 0 0,-1 0 1,-1 0-1,1-1 0,-1 0 1,1 0-1,-1 0 0,-1 0 0,1 0 1,3-11-1,0-3 35,-1 0 0,0 0 0,-1 0 0,-1 0 0,-1 0 0,-1-28-1,-1 39-10,0 1 0,0-1 0,-1 0 0,0 0 0,-1 1 0,0-1 0,0 1 0,0-1 0,-6-9 0,5 12 16,1 1-1,-2-1 0,1 1 0,0 0 1,-1 1-1,0-1 0,0 0 1,0 1-1,0 0 0,0 0 1,-1 0-1,1 1 0,-1-1 0,-8-2 1,6 2-31,-1 0 0,1 1 1,-1-1-1,0 2 0,0-1 1,0 1-1,0 0 0,0 1 1,0-1-1,0 2 1,0-1-1,0 1 0,0 1 1,0-1-1,1 1 0,-1 0 1,0 1-1,1 0 0,-1 0 1,1 1-1,0 0 0,0 0 1,1 0-1,-1 1 0,1 0 1,0 1-1,-7 8 0,5-4-233,2 0 0,-1 1-1,1 0 1,1 0-1,0 1 1,0-1 0,1 1-1,1 0 1,0 0 0,1 1-1,0-1 1,1 0-1,0 1 1,1-1 0,0 1-1,3 16 1,-2-27 122,-1-1 0,0 0-1,0 0 1,1 0 0,-1 0 0,0 0 0,1 0-1,-1 0 1,1 0 0,0 0 0,-1 0 0,1 0 0,0-1-1,-1 1 1,1 0 0,0 0 0,0-1 0,0 1-1,0 0 1,-1-1 0,1 1 0,0-1 0,0 1 0,0-1-1,0 1 1,1-1 0,-1 0 0,0 1 0,0-1-1,1 0 1,2 0-92,-1 0 0,1 0-1,-1-1 1,0 1 0,1-1 0,-1 0-1,1 0 1,-1 0 0,4-2-1,3-3-120,1-1 0,-1 0-1,0-1 1,-1 0 0,0 0-1,0-1 1,0 0-1,-1-1 1,-1 0 0,0 0-1,0 0 1,5-13 0,32-70-1678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2.79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36 0 1776,'0'0'11387,"-36"286"-10851,48-131 376,30 11 152,-1-7-464,7-20-247,-1-20-233,0-24-96,-11-27-24,0-44-873,-13-20-1231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3.90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0 617 912,'0'0'9361,"16"-24"-8798,-8 12-486,93-148 820,-79 123-713,-2-1 0,29-78 1,-42 86-83,-1 0 1,-2-1 0,-1 1 0,-2-62 0,-1 76-63,0 16-41,1 0 0,-1 0 0,0 0 0,0 0-1,0 0 1,0 0 0,0 0 0,0 0-1,0 0 1,0 0 0,0 1 0,0-1-1,0 0 1,0 0 0,0 0 0,0 0 0,0 0-1,1 0 1,-1 0 0,0 0 0,0 0-1,0 0 1,0 0 0,0 0 0,0 0-1,0 0 1,0 0 0,0 0 0,1 0 0,-1 0-1,0 0 1,0 0 0,0 0 0,0 0-1,0 0 1,0 0 0,0 0 0,0 0-1,0 0 1,0 0 0,0 0 0,1 0 0,-1 0-1,0 0 1,0 0 0,0-1 0,0 1-1,0 0 1,0 0 0,0 0 0,0 0-1,0 0 1,0 0 0,0 0 0,0 0 0,0 0-1,0 0 1,0 0 0,0-1 0,0 1-1,0 0 1,0 0 0,0 0 0,10 7-131,-1 0 1,-1 0-1,1 1 1,-1 1-1,0-1 0,-1 1 1,0 0-1,10 19 1,4 3 56,-19-28 73,50 68-26,59 107 0,-99-154 20,0 0 0,-2 0 0,-1 1 1,0 1-1,-2 0 0,-1 0 0,-2 0 0,0 0 1,0 30-1,-3-39-17,-3 20-12,2-36 35,-1 0 1,1 0-1,-1 0 1,1 0-1,-1 0 0,1 0 1,-1 0-1,0 0 1,1 0-1,-1 0 0,0 0 1,0-1-1,0 1 0,0 0 1,0-1-1,0 1 1,0 0-1,0-1 0,0 1 1,0-1-1,0 1 1,0-1-1,0 0 0,0 0 1,0 1-1,-3-1 0,0 1 6,-1-1 0,0 1 0,0-1 0,0 0 0,0 0 0,1-1 0,-1 1 0,0-1 0,0 0 1,1-1-1,-1 1 0,1-1 0,-1 0 0,-8-5 0,9 4-2,0-1 0,-1 0 1,1 0-1,1 0 1,-1 0-1,1-1 1,-1 1-1,1-1 1,1 0-1,-1 0 1,1 0-1,0-1 1,-2-4-1,-1-10-5,1 0 0,1-1-1,1 1 1,0 0 0,2-1 0,2-32-1,-1 38-2,0 1-2,1-1 1,1 1-1,0 0 1,1 1 0,0-1-1,1 1 1,1-1-1,11-19 1,-7 15-66,2 1-1,0 0 1,1 1 0,0 0-1,22-19 1,-33 33 0,0 0 1,0 0-1,0 1 0,1-1 1,-1 1-1,0-1 0,1 1 0,-1 0 1,1 0-1,-1 0 0,1 0 1,-1 0-1,1 0 0,0 1 1,0-1-1,-1 1 0,1 0 0,5 0 1,-6 1 35,0-1 0,1 1 1,-1 0-1,0 0 0,0 1 1,0-1-1,0 0 0,0 1 1,0-1-1,0 1 0,0-1 1,0 1-1,-1 0 1,1 0-1,-1 0 0,1 0 1,-1 0-1,0 0 0,0 0 1,1 3-1,15 35 1,15 59 0,-22-65 56,1-1 0,1 0 0,19 34 0,-28-62-11,0 0 0,0 1 0,1-2 0,-1 1 0,1 0 1,0-1-1,1 0 0,-1 0 0,1 0 0,5 4 0,-6-6-9,0-1 1,0 1-1,0 0 0,0-1 0,1 0 1,-1 0-1,0 0 0,1-1 0,-1 1 1,0-1-1,1 0 0,-1 0 0,0-1 1,8-1-1,-9 2 0,0-1-1,0 0 1,-1 0 0,1 0-1,0 0 1,-1-1 0,1 1-1,-1-1 1,1 1 0,-1-1-1,0 0 1,0 0 0,0 0-1,3-4 1,-1 0 1,0 0 1,0 0-1,0-1 0,-1 1 0,4-11 1,1-10-98,-1 1 1,4-34 0,-9 47-18,4-34-1257,0-87-1,-6 131 1725,-1 9 124,-5 47-371,1 0-1,5 70 1,0-65-45,0-50-33,1 1 0,0-1 1,0 1-1,0-1 0,1 0 1,0 0-1,1 0 0,0 0 1,6 11-1,-7-15 22,1 1-1,0-1 1,0 1 0,0-1-1,1 0 1,0 0-1,0-1 1,0 1 0,0-1-1,0 0 1,1 0-1,-1 0 1,1 0 0,0-1-1,0 0 1,7 2-1,-5-2-28,0 0 0,-1 0 0,1-1-1,0 0 1,1 0 0,-1-1 0,0 0-1,0 0 1,0-1 0,0 1-1,0-2 1,0 1 0,0-1 0,-1 0-1,1 0 1,0-1 0,-1 0 0,0 0-1,1-1 1,-1 0 0,-1 0 0,1 0-1,0 0 1,-1-1 0,0 0-1,5-6 1,-2-1-89,-1 1-1,0-2 0,-1 1 1,0 0-1,0-1 1,-2 0-1,1-1 0,2-18 1,-2 0 429,-2-1 1,0-45-1,-4 117 40,1-4-269,4 53 0,-3-78-144,1 0 1,0 0-1,0-1 1,1 1 0,1-1-1,-1 1 1,1-1 0,1 0-1,0-1 1,6 10-1,-4-10-276,0-1-1,0 1 0,0-2 0,1 1 0,0-1 1,1 0-1,-1-1 0,1 1 0,17 6 0,17-4-6373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4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1 464,'0'0'14421,"-1"18"-14527,-1 19 15,-7 173 14,5-113 164,-21 118 1,7-83 357,18-129-441,-1-1-1,1 0 1,0 0-1,-1 0 0,1 1 1,0-1-1,0 0 1,0 0-1,1 0 0,-1 1 1,0-1-1,1 0 1,0 0-1,-1 0 1,1 0-1,0 0 0,0 0 1,0 0-1,0 0 1,0 0-1,1 0 0,-1-1 1,1 1-1,1 1 1,2 0 1,0-1 1,0 0-1,1 0 1,-1-1 0,1 0-1,-1 0 1,1 0-1,7 0 1,-7 0 6,65 4-135,111-6 0,-175 0-198,0-1 1,0 1 0,-1-1-1,1 0 1,-1-1 0,0 0 0,0 0-1,0 0 1,0-1 0,0 0 0,0 0-1,-1 0 1,0-1 0,0 1 0,0-1-1,-1-1 1,1 1 0,-1 0-1,4-9 1,13-25-6831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4.80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64 5137,'0'0'4217,"350"-36"-5049,-291 8-1537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35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350 469 2761,'0'0'10146,"273"4"-9978,-184-16-168,-12-12-568,-6-4-737,-24 5-1591,-29 3-5378</inkml:trace>
  <inkml:trace contextRef="#ctx0" brushRef="#br0" timeOffset="1">1 1 5249,'0'0'11155,"373"24"-10507,-255-24-280,-11 0-216,-6-12-72,-24 4-80,-6 4-1168,-24 4-1561,-11 0-3400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1.73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316 0 4041,'0'0'4378,"-16"37"-4046,-47 115-88,61-148-232,0 1 1,1-1-1,-1 1 0,1 0 0,0-1 1,0 1-1,0 0 0,1 0 0,-1 0 0,1 0 1,1 0-1,0 8 0,0-11-2,0 0 0,0 0-1,0 0 1,1 0 0,-1 0-1,1-1 1,-1 1 0,1 0-1,-1-1 1,1 1 0,0-1 0,0 1-1,0-1 1,0 0 0,2 1-1,7 5 51,4 2 6,0 0 0,0-2 0,0 0 0,1 0 0,1-2 0,-1 0 0,1-1 0,-1 0 0,1-2 0,0 0 0,1 0 0,-1-2 0,0 0 0,29-5 1,-42 5-44,0-1 0,0 0 0,-1 0 1,1 0-1,0 0 0,-1-1 0,0 1 1,1-1-1,-1 0 0,0 0 0,0-1 1,0 1-1,0 0 0,0-1 1,0 0-1,-1 0 0,1 1 0,-1-2 1,0 1-1,0 0 0,0 0 0,0-1 1,1-5-1,0 2 26,-1-1 1,-1 1-1,1 0 0,-1-1 1,-1 1-1,1-1 1,-1 1-1,-1-1 0,1 1 1,-1-1-1,-2-8 0,1 11-8,-1 0 0,1 0-1,0 1 1,-1-1 0,0 1-1,0-1 1,-1 1 0,1 0-1,-1 0 1,0 0 0,0 1-1,0-1 1,0 1 0,-1 0-1,1 0 1,-1 1 0,0-1-1,0 1 1,-7-2 0,-14-6 69,0 2 0,-39-7 1,58 14-93,-41-7 52,0 3 0,-86 1 0,124 3-127,1 2-1,0-1 1,-1 1 0,1 1 0,-1 0-1,1 0 1,0 1 0,0 0 0,-13 6 0,17-6 9,0 1 0,0-1 0,1 0 0,-1 1 1,1 0-1,0 0 0,0 1 0,1-1 1,-1 1-1,1-1 0,0 1 0,0 0 0,1 0 1,-1 1-1,1-1 0,0 0 0,-1 7 0,-1 11-227,1 0-1,1 0 1,0 0-1,4 29 1,-2-13-261,0-34 469,4 42-726,-4-45 734,1 1 0,0-1 1,-1 0-1,1 0 0,0 0 0,0 0 0,0 0 0,1 0 0,-1-1 1,0 1-1,1 0 0,-1-1 0,1 1 0,-1 0 0,1-1 1,0 0-1,-1 1 0,5 1 0,4 0-390,1-1 0,0 0 0,0 0 0,0-1 0,0 0 0,21-2 0,-14 1-473,32 0-2572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2.1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0 119 2657,'0'0'9271,"0"-25"-8603,0-51-557,0 58-132,0 59-30,2 47 63,4-1-1,27 144 1,-18-164 28,2-2 0,4 0 1,2-1-1,33 62 0,-41-98-23,0-1-1,2-1 1,1 0 0,39 43 0,-46-58-15,0 0 1,0-1-1,1-1 1,1 0 0,-1 0-1,1-1 1,1-1-1,-1 0 1,1-1-1,1 0 1,24 5-1,-27-8-8,1-1 0,1 0 0,-1-1 0,0-1 0,22-1 0,-30 0 4,1 0 1,-1 0-1,0 0 1,0-1 0,0 0-1,0 0 1,-1 0-1,1 0 1,0-1-1,-1 1 1,0-1-1,0 0 1,1-1-1,-2 1 1,1-1 0,5-6-1,-2-1 5,0 0 1,-1-1-1,0 0 1,-1 0-1,0 0 0,-1 0 1,-1-1-1,1 1 1,1-26-1,-2-3-51,-3-74-1,0 109 50,-1 1-1,1-1 0,-1 1 0,0 0 1,0-1-1,-1 1 0,1 0 1,-1 0-1,-1 0 0,1 0 0,-4-6 1,3 8 8,1 0-1,-1 0 1,1 1 0,-1-1 0,0 1 0,0 0 0,0 0 0,0 0 0,0 0 0,-1 1 0,1-1 0,-1 1 0,1 0 0,0 0 0,-1 0 0,0 1 0,-5-2-1,6 2-2,1 0 0,0 0-1,-1 0 1,1 0-1,-1 0 1,1 1-1,0-1 1,-1 1 0,1-1-1,0 1 1,0 0-1,-1 0 1,1 0-1,0 0 1,0 0-1,0 0 1,0 1 0,0-1-1,0 1 1,1-1-1,-1 1 1,0 0-1,1 0 1,-1-1 0,1 1-1,0 0 1,0 0-1,0 1 1,0-1-1,-1 3 1,-2 5-25,1 1 0,0-1 1,1 1-1,1 0 0,-1 16 0,1 162-78,1-179 93,0 0 0,1 1 0,1-1-1,-1 0 1,2 0 0,4 14 0,-5-19-5,1 0 1,0 0-1,0 0 0,0-1 1,0 1-1,1-1 0,0 0 0,0 0 1,0 0-1,0 0 0,1-1 1,0 1-1,7 3 0,8 2-318,1-1-1,0 0 1,0-2-1,1 0 1,0-1-1,0-2 0,36 2 1,34-3-2520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2.9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87 36 1840,'0'0'6166,"-9"43"-5583,-23 139 1,31-175-543,1 0 0,-1 0 0,1 0 0,1 1 1,-1-1-1,1 0 0,0 0 0,1 0 0,0 0 1,4 10-1,-3-11 4,0-1 0,1 0 1,-1 0-1,1 0 0,1-1 1,-1 1-1,8 5 0,0 0 41,-2 0 0,0-1 1,1 0-1,0-1 0,0-1 0,1 1 0,0-2 1,1 0-1,-1 0 0,1-1 0,0-1 1,0 0-1,1-1 0,-1 0 0,1-1 0,0-1 1,20 0-1,-29-1-52,0 0 0,1 0 0,-1-1 0,0 0 0,0 0 1,0 0-1,0 0 0,0-1 0,0 0 0,0 0 0,0-1 0,-1 1 0,1-1 1,6-6-1,-5 4 10,0-2 1,0 1-1,-1 0 0,0-1 1,-1 0-1,1 0 1,-1-1-1,-1 1 1,4-10-1,-1-3 10,-1 0-1,-1 0 1,0 0 0,-2-1-1,0 1 1,-2-1-1,0 1 1,-5-37 0,4 51-43,0 0 1,-1-1 0,0 1 0,0 0-1,0 0 1,0 0 0,-1 0-1,0 0 1,-1 1 0,1-1-1,-1 1 1,0 0 0,-9-8-1,5 5 70,0 2 1,-1-1-1,0 1 0,0 1 0,-1 0 0,1 0 0,-19-6 0,1 3 83,-1 2 0,0 0 0,-1 2-1,1 1 1,-41 0 0,63 3-180,-1 0 0,1 1 0,-1-1 1,1 1-1,0 1 0,0-1 0,-1 1 1,1 0-1,0 0 0,0 1 0,1 0 0,-1 0 1,-6 4-1,8-3-63,0-1 0,0 1 0,1 0 0,-1 0 0,1 1 0,0-1 0,0 1 0,1-1 0,-1 1 0,1 0 0,0 0 0,0 0 0,1 0 0,0 0 0,0 0 0,-1 9-1,-3 64-1908,5-69 1492,0-1 0,1 0 1,0 1-1,0-1 0,1 0 0,0 0 1,5 12-1,-3-13-435,0 0 0,1-1 0,0 1 0,7 7 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3.4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287 0 3577,'0'0'8155,"-22"40"-8100,-71 132-39,-21 84 144,77-163-16,28-73-246,7-18 130,1 0-1,0-1 1,0 1-1,0 0 1,0 0-1,0 0 1,0 0 0,0 1-1,1-1 1,-1 0-1,1 0 1,-1 0-1,1 1 1,0-1 0,0 0-1,0 0 1,0 0-1,0 1 1,1-1-1,-1 0 1,1 0 0,-1 0-1,1 0 1,0 1-1,0-1 1,0 0-1,0 0 1,0-1 0,2 4-1,182 203-45,-140-161 40,-13-13-18,2-2 0,2-1 0,1-2 0,76 46 0,-112-74-65,0-1 0,-1 1-1,1-1 1,0 1 0,-1-1 0,1 0 0,0 1-1,-1-1 1,1 0 0,0 1 0,0-1 0,-1 0-1,1 0 1,0 0 0,0 0 0,0 0 0,-1 0-1,1 0 1,0 0 0,0 0 0,-1 0 0,1 0-1,0 0 1,0-1 0,0 1 0,-1 0 0,1-1-1,0 1 1,-1 0 0,1-1 0,0 1 0,-1-1-1,1 1 1,0-1 0,-1 1 0,1-1 0,-1 0-1,1 1 1,-1-1 0,0 0 0,1 1 0,-1-1-1,1 0 1,-1 1 0,0-1 0,0 0 0,1 0-1,-1 1 1,0-1 0,0 0 0,0 0 0,0 0-1,0 1 1,0-2 0,6-21-4188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3.7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1 1696,'0'0'11742,"-3"8"-11708,2-5-31,0-1 0,1 1 0,-1-1-1,1 1 1,-1 0 0,1-1 0,0 1-1,0 0 1,0 0 0,0-1 0,0 1 0,1 5-1,1-5 11,0 1 0,-1-1 0,1 0 0,0 1 0,1-1 0,-1 0 0,0 0 0,1 0 0,0 0 0,0-1 0,3 4 0,247 195 718,-247-196-1035,0 0-1,-1 0 1,1 1 0,-1-1 0,0 1-1,-1 0 1,1 1 0,-1-1-1,0 1 1,5 13 0,-2-2-3967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4.8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26 48 5097,'0'0'8111,"-4"6"-7909,0 2-198,1-1 0,0 1 0,0 0 0,1 0 0,0 0 0,1 0 0,-1 0 0,1 11 0,1 78-9,1-47 10,-1-28-3,1 1-1,1 0 1,1-1 0,1 0 0,1 1 0,15 40 0,-14-49-4,0-1 0,1 0 1,1 0-1,0-1 0,0 0 0,1-1 0,1 0 0,0 0 0,0-1 0,1 0 0,22 15 0,-21-18-10,0 0 0,1 0 0,0-1-1,0-1 1,0 0 0,28 6 0,-15-7-6,1 0-1,45-1 1,-59-3 9,0-1-1,0 0 0,0-1 1,-1 0-1,1-1 0,-1 0 0,1-1 1,-1-1-1,0 0 0,-1 0 1,1-1-1,-1 0 0,0-1 1,0-1-1,-1 0 0,0 0 1,-1-1-1,0 0 0,11-14 1,-8 9-51,-1-2 0,-1 1 0,0-1 0,-1-1 0,-1 0 0,0 0 0,-1-1 0,-1 1 0,5-27 0,-4 2-115,-1-1-1,-1-85 1,-5 121 195,-1 0 0,1 0 0,-1 0 0,0 0 0,-1 0 0,1 0 0,-2 0-1,1 0 1,-1 0 0,0 1 0,0 0 0,0-1 0,-1 1 0,0 0 0,-1 1 0,1-1 0,-1 1 0,0 0-1,0 0 1,-1 0 0,1 1 0,-1 0 0,0 0 0,0 0 0,0 1 0,-10-4 0,11 4-6,-1 1 1,1-1 0,-1 1 0,1 0-1,-1 1 1,0 0 0,0-1 0,0 2-1,0-1 1,0 1 0,0 0 0,0 0-1,0 0 1,1 1 0,-1 0 0,0 0-1,0 1 1,0 0 0,1 0 0,-1 0-1,1 0 1,0 1 0,-1 0 0,1 0 0,0 1-1,1-1 1,-1 1 0,1 0 0,-1 0-1,1 1 1,-5 6 0,-2 9-40,1 0 1,1 1-1,1 0 0,0 0 1,2 0-1,-5 25 0,-14 136 15,12 467 133,20-557 101,4 0 0,27 107 0,-24-135-101,-11-39-88,-3-20-29,1 0 0,-1 0 0,1 0-1,0 0 1,1 0 0,1 5 0,-4-22-869,1-1 0,-1 0 0,4-22 0,-2 17-824,4-33-3867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5.1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4153,'0'0'10610,"30"218"-10610,-24-63-784,-1-20-2097,-5-20-6673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7.7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450 0 4841,'0'0'5245,"-16"29"-5135,-53 96 122,25-55 491,-3-2-1,-95 106 1,10-14-67,132-160-648,0 1-1,0-1 1,0 0-1,0 1 1,0-1-1,0 0 1,0 1 0,0-1-1,0 0 1,1 1-1,-1-1 1,0 0-1,0 1 1,0-1-1,0 0 1,0 1 0,1-1-1,-1 0 1,0 1-1,0-1 1,1 0-1,-1 0 1,0 1-1,0-1 1,1 0-1,-1 0 1,0 0 0,1 1-1,-1-1 1,0 0-1,1 0 1,-1 0-1,0 0 1,1 0-1,-1 0 1,0 1 0,1-1-1,-1 0 1,0 0-1,1 0 1,-1 0-1,0 0 1,1-1-1,4 3-4,67 28-6,-1 4 0,-2 2-1,-2 4 1,63 48 0,-126-86 9,-2-1-5,-1 0 0,1 1 0,0-1 0,-1 0 0,1 0 0,-1 1 0,0-1 0,1 1 0,-1-1 0,0 1 0,0-1 0,0 1 0,0 0 0,0 0 1,1 1-1,-2-2-221,0 12-1640,0 1-685,0-1-1735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48.1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2721,'0'0'10850,"266"107"-10138,-183-72-128,-12 5-304,-11-4-208,-7 8-72,-18 15-248,-5-7-1328,-18-13-2825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51.53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113 1 6641,'0'0'7539,"-11"22"-7311,-1 1-216,5-11-16,1 0 0,0 0-1,0 1 1,1-1 0,1 1 0,0 1 0,1-1 0,1 0 0,-2 24 0,2 240-2770,3-153 890,-20-134-4387,-4-21 2989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51.9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12 3777,'0'0'4824,"37"1"-4474,241 2 646,-143-2-619,238-9-107,-176-1-399,-197 9 112,1 1 0,-1-1 0,0 1 0,1-1 0,-1 0 0,1 1 0,-1-1 0,1 1 0,-1-1 0,0 1 0,1-1 0,-1 1 0,0-1 0,0 1 0,1 0 0,-1-1 0,0 1 0,0-1 0,0 1 0,0-1 0,0 1 0,0 0 0,0-1 0,0 1 0,0 0 0,0 0 0,0 25-51,-1-18 61,1 31 11,-11 300 833,5-186-1645,6-142 197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52.3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77 4017,'0'0'10707,"7"0"-10464,55 0 625,118-17 1,-155 13-819,84-17-153,2 5 0,123-1 0,-226 16-529,-1 1 1,1 0-1,0 0 1,0 1 0,0 0-1,-1 0 1,1 1-1,0 0 1,-1 1-1,0 0 1,1 0-1,-1 0 1,10 7-1,4 13-5556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7:52.7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55 239 4281,'0'0'9601,"-12"-25"-9552,1 4-47,2-1 0,-12-38 1,20 58-4,1 0 1,-1-1 0,1 1 0,0 0-1,0 0 1,0-1 0,0 1-1,1 0 1,-1-1 0,1 1 0,-1 0-1,1 0 1,0 0 0,0 0 0,0 0-1,0 0 1,0 0 0,0 0 0,0 0-1,2-2 1,1 0-5,0 0 0,1 1 0,-1-1 0,1 1 0,8-5 0,-5 4-5,2-2-15,0 2 0,0-1-1,0 1 1,1 1 0,-1 0-1,1 0 1,0 1 0,0 0-1,0 1 1,0 0 0,13 2-1,-22-1 6,0 0-1,0 0 1,-1 0 0,1 0-1,0 1 1,-1-1-1,1 1 1,0-1-1,-1 1 1,1 0-1,0 0 1,-1-1 0,1 1-1,-1 0 1,0 1-1,1-1 1,-1 0-1,0 0 1,0 0 0,1 1-1,-1-1 1,0 1-1,0-1 1,-1 1-1,1-1 1,0 1 0,0-1-1,-1 1 1,1 0-1,-1-1 1,1 1-1,-1 2 1,2 8 7,-1 0 0,0-1 0,-1 1 0,-1 12 0,0 1 7,2-6 13,-1 1 1,-1-1 0,0 1 0,-2-1-1,0 0 1,-1 0 0,-1 0-1,-9 23 1,-60 142 70,66-158-24,1 1 0,1 0-1,1 0 1,2 0 0,-1 32-1,5-57-46,-1 0 1,0 0-1,1 0 0,-1 0 0,1 0 1,0 0-1,0 0 0,-1 0 0,1 0 1,1 0-1,-1-1 0,0 1 0,0 0 1,1-1-1,-1 1 0,0-1 0,1 1 0,0-1 1,-1 0-1,1 0 0,0 0 0,-1 0 1,1 0-1,0 0 0,0 0 0,0 0 1,0-1-1,0 1 0,4 0 0,7 1 39,1 1-1,-1-2 0,20 1 0,-28-2-33,22 1 51,0-1 0,0-1 0,0-1 0,0-2 0,0 0 0,0-2 0,26-10 0,256-100-1381,-234 90-2260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25.08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351 405 1592,'0'0'6255,"-31"-24"-2538,30 22-3580,-1 0 1,0 0-1,0 0 0,0 0 1,0 0-1,0 0 1,0 1-1,0-1 1,0 1-1,-1-1 0,1 1 1,-1 0-1,1 0 1,-1 0-1,1 0 1,-1 0-1,0 1 0,1-1 1,-1 1-1,0 0 1,-3 0-1,-99 4 153,104-5-289,-1 1 0,1-1 0,0 1 0,0-1 0,-1 1 0,1-1 0,0 0 0,0 1 0,0-1 0,0 0 0,0 0 0,0 0 0,0 0 0,0 0 0,0 0 0,0 0 0,0 0 1,0 0-1,1-1 0,-1 1 0,1 0 0,-1 0 0,1-1 0,-1 1 0,1 0 0,-1-3 0,-8-45-167,8 38 127,-3-26 45,2-60-1,2 69 23,0 23-37,0 1-1,1 0 1,-1 0-1,1 0 0,0 0 1,1 0-1,-1 0 1,1 0-1,-1 0 1,1 1-1,0-1 1,1 1-1,-1-1 1,1 1-1,-1 0 0,1 0 1,0 0-1,0 0 1,0 0-1,1 1 1,-1-1-1,0 1 1,1 0-1,4-2 1,1 0-166,-1 0 0,1 1 0,-1 1 0,1-1 0,0 1 1,0 1-1,0 0 0,0 0 0,0 0 0,12 2 0,-19 0 157,1-1 0,0 1-1,-1 0 1,1 0 0,-1 0-1,1 1 1,-1-1 0,0 1-1,1-1 1,-1 1 0,0 0-1,0 0 1,0 0 0,0 0-1,0 0 1,-1 0 0,1 0-1,-1 1 1,1-1 0,-1 0-1,0 1 1,0-1 0,0 1-1,0 0 1,0-1 0,-1 1-1,1 3 1,2 10 59,0-1-1,-2 1 1,1 24 0,-2-18 36,1-8-52,-1-1 0,-1 1-1,0-1 1,0 1 0,-6 19-1,6-30 14,0 0-1,0 1 0,-1-1 1,0 0-1,1 0 0,-1 0 1,0 0-1,-1 0 1,1 0-1,0-1 0,-1 1 1,0-1-1,1 0 1,-1 1-1,0-1 0,0 0 1,0-1-1,0 1 1,-1 0-1,1-1 0,0 0 1,-1 0-1,1 0 0,-1 0 1,-6 0-1,4 0 109,0 0 0,1 0 0,-1-1 0,0 0 0,0 0 0,0-1 0,1 1 0,-11-4 0,13 3-139,0 0 0,0-1 0,1 1 1,-1-1-1,1 0 0,-1 0 0,1 0 0,0 0 0,0 0 1,-1-1-1,2 1 0,-1-1 0,0 1 0,0-1 1,1 0-1,0 0 0,-2-2 0,-1-8-44,0-1 0,0 1 0,2-1 0,-1 1 0,2-1 0,0 0 0,1 1 0,1-19 0,-1 3 33,0 28-15,0 0 0,0 0 0,0 0 1,0 0-1,0 1 0,1-1 0,-1 0 0,0 0 1,0 0-1,1 0 0,-1 0 0,0 1 1,1-1-1,-1 0 0,1 0 0,-1 1 0,1-1 1,-1 0-1,1 1 0,0-1 0,-1 0 0,1 1 1,0-1-1,-1 1 0,1-1 0,0 1 1,1-1-1,0 0-73,0 1 0,0-1 0,0 1 0,0 0 0,-1 0 0,1 0 0,0 0 0,0 0 0,0 0 0,0 1 0,0-1 0,0 1 0,2 0 0,-3 0 77,0 0 0,1-1 1,-1 1-1,0 0 0,0 0 0,0 0 0,0 1 0,0-1 1,0 0-1,0 0 0,0 0 0,0 1 0,-1-1 0,1 0 1,-1 1-1,1-1 0,-1 1 0,1-1 0,-1 1 0,0-1 1,1 1-1,-1-1 0,0 3 0,0 43 21,0-31-15,0-2 43,-2 35 79,1-46-97,1 0-1,-1 0 1,0 0-1,0 0 1,0 0-1,0 0 1,0-1-1,-1 1 1,1 0-1,-1-1 1,0 1-1,0-1 1,-3 4-1,4-5 28,0 0 0,0-1 0,0 1 0,0 0 0,0 0 0,0-1-1,0 1 1,0-1 0,0 1 0,0-1 0,0 1 0,0-1 0,-1 0 0,1 1-1,0-1 1,0 0 0,0 0 0,-1 0 0,1 0 0,0 0 0,0 0 0,0 0-1,-1-1 1,1 1 0,0 0 0,0-1 0,0 1 0,0-1 0,-1 1-1,1-1 1,0 1 0,0-1 0,0 0 0,0 1 0,1-1 0,-3-2 0,0 0-18,0 0 0,1-1 1,-1 1-1,1-1 1,-1 0-1,1 0 1,0 0-1,-1-5 0,0-1-39,1-1 0,0 1-1,1 0 1,0-1 0,0 1-1,1-1 1,1 1-1,3-21 1,-3 29-13,-1 0-1,1-1 1,0 1-1,0 0 1,1 0 0,-1 0-1,0 0 1,1 0-1,-1 1 1,1-1 0,0 0-1,-1 1 1,1-1-1,0 1 1,0 0 0,0-1-1,0 1 1,0 0-1,0 0 1,0 0 0,1 0-1,-1 1 1,0-1-1,0 1 1,4-1-1,6-1-262,-1 1-1,0 1 1,0 0-1,13 1 0,-21 0 262,0-1 0,0 1-1,-1-1 1,1 1 0,0 0 0,-1 0-1,1 1 1,0-1 0,-1 0-1,0 1 1,1-1 0,-1 1-1,0 0 1,0 0 0,0 0 0,0 0-1,0 0 1,0 0 0,-1 1-1,1-1 1,-1 0 0,1 1 0,-1-1-1,0 1 1,0 0 0,0-1-1,0 1 1,0 3 0,2 9 15,-1 1-1,0-1 1,-1 0 0,-1 16 0,-1-20 17,1-7 6,0 0 1,0-1-1,-1 1 1,1 0 0,-1-1-1,0 1 1,0-1-1,0 1 1,-1-1-1,1 0 1,-1 1 0,0-1-1,0 0 1,0 0-1,0 0 1,-5 4 0,2-2 35,0-1 0,0 0 1,-1-1-1,1 1 1,-1-1-1,0 0 0,0 0 1,-11 3-1,-3-1 351,0 0-1,-1-2 0,0 0 1,-40 0-1,59-3-359,-1 0-1,1 0 1,-1 0 0,1 0-1,-1-1 1,0 1-1,1-1 1,-1 1 0,1-1-1,0 0 1,-1 0-1,1 0 1,0 0 0,-1 0-1,1-1 1,0 1-1,0-1 1,-3-2 0,3 1-80,0 0 0,1 0 1,-1-1-1,1 1 1,0 0-1,0 0 1,0-1-1,0 1 1,1 0-1,-1-1 1,1 1-1,0-1 1,0-4-1,0 5-91,1 0 0,-1 0 0,0 0 0,1 0 1,0 0-1,0 0 0,0 0 0,0 0 0,0 0 0,1 0 0,-1 1 0,1-1 0,0 0 0,0 1 1,0 0-1,2-3 0,4-3-661,1 1 0,-1 0 1,12-6-1,-10 7-207,38-26-5393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26.06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42 385 1592,'0'0'5814,"-7"2"-5636,-21 6 144,21-6 1992,7-3-2257,1-1 0,-1 1-1,1-1 1,-1 1 0,1-1 0,-1 1 0,1-1 0,0 1 0,0 0 0,0-1 0,0 1 0,0 0 0,0 0 0,0 0 0,2-2 0,4-4 80,44-53 575,-7 11-561,-3-2 1,-1-1 0,51-93 0,-89 137-131,-2 6-104,1 5-166,9 26-7,6 43 0,-1-8 313,55 259 95,-67-298-169,0 1 1,-2 35-1,-1-49-47,0-11 63,-1 0 0,1 0 1,0-1-1,-1 1 1,1 0-1,-1-1 0,1 1 1,-1 0-1,1-1 1,-1 1-1,1-1 1,-1 1-1,0-1 0,1 1 1,-1-1-1,0 1 1,1-1-1,-1 0 0,0 1 1,0-1-1,1 0 1,-1 0-1,0 1 1,0-1-1,0 0 0,1 0 1,-3 0-1,-27 2 13,25-1-9,-158 0 193,90-2 1675,97-5-2131,76-20 49,187-44 465,-221 65-914,-66 5 590,1 0 0,-1 0 0,1 0 0,-1 0 0,1 0 0,-1 0 0,1 0 0,-1 0 0,1 0 0,-1 0 1,1 0-1,-1 0 0,1 0 0,-1 0 0,1 1 0,-1-1 0,1 0 0,-1 0 0,1 1 0,-1-1 0,1 0 0,-1 0 0,0 1 0,1-1 0,-1 1 1,1-1-1,-1 0 0,0 1 0,1-1 0,-1 1 0,0-1 0,0 1 0,0-1 0,1 1 0,-1-1 0,0 1 0,0-1 0,0 1 0,0-1 0,0 1 1,0-1-1,0 1 0,0-1 0,0 1 0,0-1 0,0 1 0,0-1 0,0 1 0,0 0 0,-1 4-589,1 22-3207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29.826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2022 453 1464,'0'0'2265,"0"0"-649,0 0-336,0 0-383,0 0-217,0 0 0,0-1-40,-1-1-120,-1 1-32,1-1-64,0 1-64,0 1-56,1-1-31,0 1 95,-1 0 32,1 0 40,0 0 48,1 0 48,-1 0 16,0 0-88,-1 0 0,-3 0-24,-2-2-120,-3-4-239,-4-2-33,-5-3 0,-2-2-40,-4-3 56,-4-1-48,-5 0 32,-4-1 32,-5 1 0,-5 2 32,-3 1-48,-2 3-64,-3 3 0,0 2-8,-3 3-40,-2 1 32,-3 2 8,-3 0 0,-2 4-40,-1 2 48,1 4 0,4 2-16,5 2 8,8 1 8,7 0-8,7-1 0,6 0-64,6-1 64,2 0 8,2 1-8,1 1 8,-3 3 8,-2 1-8,-2 3 0,-2 2 0,-2 3-8,1 1 8,-1 3-8,0 0 8,2 1 0,2 0 0,0-1 0,2-1-8,1-1 16,0-1-8,1-1 0,0-1 0,3-2 8,2 0-8,1-1-8,2 2 0,1 1-40,0 3 48,0 2 0,-1 1 0,-1 1 0,0 1 0,-1 0 0,1-1 0,2 1 0,0-1-8,4 0 8,3 0-80,3 1 72,2 1-40,1 3 48,1 2 8,-1 2 0,0 1 72,-2 0-32,-2 1 0,1-1-32,1-1-8,1 2 0,0 0 0,1 2-8,1 1 8,0 2-8,0 0 8,0 1 0,2 0 0,1-1 8,3 0-8,2 0-8,0-1 16,2 0-8,1 0 0,1 1 64,1 1-64,0 0 96,1 0-24,1 0-8,0 0 56,0-1-112,0 2-8,1 1 64,0 1-72,2 1 0,2 1 8,2 1-8,3-2 0,3-1 0,3-3-8,2-3 8,2-3 0,4-3 48,3-3 24,3-4 8,2-2 8,2-3-32,4-3-48,2 0 56,3-2-56,3-1 64,2-2-64,2-3 56,3-2 24,4-2-72,2-3 32,3-1 0,1-2-40,2-2 192,-1-1-104,-2-3-88,-3 0 0,-5-2-8,-4 0 8,-3 0 0,-2 0 0,-1-1 72,0 1-72,0-2 8,0-2-8,-1-2 8,-2-1 32,-2-1-40,-2-1 80,-2-1 0,-1-2 0,-2 0 32,1-4 104,1-1 0,-1-3-8,0-2-72,0-1-8,0-3 0,0-3-16,2-2-24,1-5 16,1-2-24,-1-1-8,-4 2-16,-4 2-56,-6 2 72,-4 3-8,-6 0 24,-4 0 9,-3 0 7,-2 0-32,-2-1 32,-1-1-56,-2 2 40,-1-1-24,-1 3 8,-2 0 104,-1 1-8,0-1-64,-1-1-112,1-2 8,-2 0-8,1-1 8,0 0 0,0 0 0,0 1 0,0 0-8,0 1 8,-1 2 64,0 2 8,0 3-8,0 1-56,-1 2 40,-2 1-40,1 1 64,-2 0 64,0-1-48,0-2-32,0-1-64,-1-2 0,0-1 0,1-1 8,0 0-8,-1 1 16,0-2-8,0-2 56,-1-2-64,0-5 0,0-2 8,0-2 0,0-1 8,-1 0 32,-2 1-40,-4 1 64,-3 3-16,-1 1-48,-2 2 0,1 1-8,-1 2 0,0 0 0,1 1 0,0 2 0,0 0 0,1 1 0,0-1 8,0-2 8,-1-2 40,-2-4 8,-1-3-64,-2-1 56,-2-1 8,-3 1-16,-3 0-40,-2 1 40,-1 0-32,-2 0-16,1-2-16,0 0 16,2 0-8,-1 1 8,1 1 8,1 2-8,1 2 48,0 3 0,0 0-48,-1 1 0,-1 0 0,-1-1-8,0 1 0,1 0 8,2 2 8,1 2 8,2 2-16,1 3 16,2 1-16,0 2 8,0-1 0,0 1 0,-3-1-8,-1-1 0,-1 0 8,-1 0 0,1 0-8,-1 1 8,2 2 64,1 1-72,1 3 48,3-1-48,1 1 0,1 0 0,-1-1 0,0-1 0,0 0-8,0 1 16,0-1-8,0 0 0,2 2 0,-1 2 8,2 0 0,0 1-8,0 0 8,0 0-8,0-1 0,0 0 0,-1 0 0,0-1 0,2 1 0,-2 1 0,1 1 48,1 1-48,-2 2 8,1 1-8,-2 2-8,-2 0 0,-1 1 8,-4 0-64,-2 2 56,-1-1-88,-3 1 80,0 0 8,0 0 0,2 1 8,4-1-8,2 1-40,2 2-24,-1 4-96,-2 3-32,-2 3-24,-2 3-8,0 0 40,3-1-56,3-2-216,5-3-216,4-3-297,4-3-215,3-1-152,3 0-305,0 1-511,2-1-2785,0 0-4025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40.58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5716 2257 856,'0'0'10061,"-18"3"-7423,-92 30-1715,-129 22 0,-119 1-762,170-28 395,28-4 189,-243 7 0,-534-27 1329,677 6-1654,0 0 317,127-11-283,-416 18 143,401-4 496,-237-7 0,252-17-1091,-78-1 45,147 12-13,0-3 0,0-2 0,-64-15 0,52 0-30,0-4 0,2-3 0,-109-56 0,129 57-28,-42-23-99,85 42 106,1 0 0,0-1 0,0 0 0,1 0 0,-1-1 0,-11-17-1,-65-106-295,19 27 373,16 19 34,37 60-28,8 13-99,1 0-1,0-1 0,1 1 1,1-1-1,0 0 1,-1-25-1,-3-12-18,2 7 48,1 0 0,5-84-1,1 43-30,-2-159 113,2 220-84,1 0 0,0-1 1,10-29-1,1-6-2,-12 5 35,-2 46-27,0-1 1,1 1-1,-1-1 1,4-10-1,4-15-53,-5 16 32,2 1 0,0-1 0,1 1 0,0 1 0,2-1 0,17-29 0,18-20-55,-18 28-2,1 0 0,38-42 0,-55 70 69,-7 9 2,0-1 0,0 0 0,1 0 0,-1 1 0,1-1 1,0 1-1,-1 0 0,1 0 0,0 0 0,6-3 1,-1 2-11,0 0 1,-1-1 0,1 0 0,12-9 0,-1 0 6,36-14-29,0 3 0,2 1 1,97-24-1,-53 18 50,-5 4-100,182-22 1,-77 16 82,-96 11-24,184-30-281,-213 43 90,127 7 0,-87 2 203,-21-3 3,96 0-22,245 30 1,-79 5 27,-177-20 16,-12 6-9,74 4-18,512-12 68,-628-12-68,233 31 1,-267-16 37,203 39-178,-218-36 30,134 50-1,-199-62 121,0 0-1,0 1 1,-1 0 0,0 1-1,0 0 1,-1 1-1,0 0 1,0 1-1,-1 0 1,-1 0 0,1 1-1,-2 0 1,1 1-1,-2-1 1,0 1 0,7 19-1,5 17 25,-3 2 0,17 97 0,-32-145-13,10 76 58,-3 0 0,-5 104 0,-2-121 125,-6-8-116,-12-9 199,18-44-266,0 0-1,0 0 0,1 0 1,-1 0-1,0 1 0,0-1 0,0 0 1,0 0-1,0 0 0,0 0 0,0 0 0,0 1 1,0-1-1,0 0 0,0 0 0,0 0 1,0 0-1,0 0 0,-1 1 0,1-1 1,0 0-1,0 0 0,0 0 0,0 0 1,0 0-1,0 0 0,0 1 0,0-1 1,0 0-1,0 0 0,0 0 0,-1 0 1,1 0-1,0 0 0,0 0 0,0 0 1,0 0-1,0 0 0,0 0 0,-1 0 1,1 1-1,0-1 0,0 0 0,0 0 1,0 0-1,0 0 0,-1 0 0,1 0 1,0 0-1,0 0 0,0 0 0,0 0 1,0 0-1,-1-1 0,1 1 0,0 0 0,0 0 1,0 0-1,0 0 0,0 0 0,-1 0 1,0 0 4,0-12-4069,0 9 4056,0 0 1,0 0-1,0 0 1,0 0-1,0 1 1,-1-1-1,1 0 1,-4-2-1,-3-11 4,-29-66 166,-2 2-1,-80-118 1,110 181-69,7 13-12,1 1-1,-1 0 1,0-1 0,0 1-1,0 0 1,0 0 0,-5-5-1,6 8 75,0 42-405,2 1 105,2 0-1,2 0 1,17 67-1,-5-51 258,2-1 0,51 106 0,-67-158-87,0 0 1,1-1-1,0 1 1,0-1-1,0 1 1,0-1-1,9 7 1,-11-11 20,0 0-1,0 1 1,0-1 0,0 0-1,1-1 1,-1 1 0,0 0-1,0-1 1,1 1 0,-1-1-1,0 0 1,0 1 0,1-1-1,-1 0 1,0-1 0,1 1-1,-1 0 1,0-1 0,1 1 0,-1-1-1,0 0 1,0 1 0,0-1-1,0 0 1,0-1 0,0 1-1,3-2 1,36-24 104,-1-2 0,-2-2-1,0-1 1,-3-2 0,35-42 0,-65 71-256,0-1 0,0 0 0,-1 0 1,1 0-1,-2 0 0,1 0 0,-1-1 0,0 0 0,0 1 1,0-1-1,-1 0 0,0-1 0,1-8 0,-9 18-1335,-27 17-1512,-17 14-2803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4.5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42 1 6457,'0'0'10869,"0"3"-10727,0 1341-1500,-3-1307 980,-4-21-192,7-16 532,-1 1-1,1-1 1,0 0-1,-1 0 1,1 0-1,-1 0 1,1 1-1,0-1 1,-1 0-1,1 0 1,-1 0-1,1 0 1,0 0-1,-1 0 1,1 0-1,-1 0 1,1 0-1,0 0 1,-1-1-1,1 1 1,-1 0-1,1 0 1,0 0-1,-1 0 1,1 0-1,0-1 1,-1 1-1,1 0 1,0 0-1,-1-1 1,1 1-1,0 0 1,0-1-1,-1 1 1,1 0-1,0-1 1,-11-22-2736,4-14-2541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4.96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0 522 2881,'0'0'8096,"0"-45"-7078,0-6-806,11-87 1,-9 130-202,-1 0 1,2 0-1,-1 1 0,1-1 0,0 1 1,1-1-1,0 1 0,0 0 0,0 0 1,1 1-1,7-9 0,-1 5-5,0 1 1,0 0-1,0 0 0,17-7 0,-8 3-5,9-5-92,0 2 1,1 2-1,1 0 0,0 2 1,0 1-1,63-12 1,-46 16-110,0 1 0,1 3 1,-1 2-1,56 5 0,-82-2 134,-1 2-1,0 0 0,0 1 0,-1 1 0,0 0 1,0 2-1,0 1 0,-1 0 0,32 21 1,-41-23 69,1 1 1,-2-1-1,1 2 0,-1-1 1,0 2-1,-1-1 1,0 1-1,-1 0 1,0 1-1,0-1 1,-1 1-1,-1 1 1,1-1-1,-2 1 1,0 0-1,0 0 0,3 22 1,-6-20 28,1 0 1,-2 0-1,0 1 1,-1-1-1,-4 28 1,3-35-4,-1 1 0,1-1 0,-1 0 0,0 0-1,-1 0 1,1-1 0,-1 1 0,-1-1 0,1 1 0,-1-2 0,0 1 0,-8 6 0,-2 0 177,0 0 0,-1-1 0,0 0 1,-1-2-1,0 0 0,-1 0 0,0-2 1,0 0-1,-1-2 0,-28 6 0,-6-3 371,0-2 0,-83-2 0,136-4-695,-1 0 0,1 0 0,0 0 0,-1 0 0,1 0 0,-1 0 0,1 1 0,0-1 0,-1 0 0,1 0 0,0 0 0,-1 0 0,1 1 0,0-1 0,-1 0 0,1 0 0,0 1 0,-1-1 0,1 0 0,0 1 0,0-1 0,-1 0 0,1 1 0,0-1 0,0 0 0,0 1-1,0-1 1,-1 0 0,1 1 0,0-1 0,0 0 0,0 1 0,0-1 0,0 1 0,0-1 0,0 0 0,0 1 0,0-1 0,0 1 0,0-1 0,0 0 0,1 1 0,-1-1 0,0 1 0,0-1 0,0 0 0,0 1 0,1-1 0,-1 0 0,0 1 0,0-1 0,0 0 0,1 1 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5.4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106 1 1608,'0'0'7690,"8"21"-7518,-4-10-139,5 12 113,-2 0 0,0 1 0,-1 0 0,-2 0 0,3 39 1,-3 174 1555,-7-172-1157,-16 105-1,-62 213 679,57-276-933,20-90-167,0-1 0,-1 0 0,-1 0 0,-10 21 0,29-35 21,0 0-1,0-1 0,0-1 0,17-1 1,-21 1-49,93 1-33,271-6-437,-368 5 131,0-1 1,-1 1-1,1-1 1,-1 0-1,1 0 1,-1 0-1,1-1 1,-1 1-1,8-5 0,-9 4-322,0 0 0,-1 0 0,1-1 0,-1 1 0,1-1 0,-1 1-1,0-1 1,3-5 0,8-18-5717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5.8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4001,'0'0'8876,"6"49"-8804,21 164-25,25 107 62,-24-165 74,22 96-6,-5-32-63,-40-196-283,-5-23 157,0 0 1,0 0-1,0-1 0,0 1 0,0 0 0,0 0 1,0 0-1,0 0 0,0 0 0,0 0 1,0 0-1,0 0 0,0 0 0,0-1 0,0 1 1,0 0-1,0 0 0,0 0 0,0 0 1,0 0-1,1 0 0,-1 0 0,0 0 0,0 0 1,0 0-1,0 0 0,0-1 0,0 1 1,0 0-1,0 0 0,0 0 0,0 0 0,0 0 1,0 0-1,1 0 0,-1 0 0,0 0 1,0 0-1,0 0 0,0 0 0,0 0 0,0 0 1,0 0-1,0 0 0,0 0 0,1 0 1,-1 0-1,0 0 0,0 0 0,0 0 0,0 0 1,0 0-1,0 0 0,0 0 0,0 0 1,0 0-1,0 0 0,1 0 0,-1 1 0,0-1 1,0 0-1,2-37-1464,-2-7-885,0 0-417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6.1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1 849 2601,'0'0'7793,"278"-285"-6497,-171 170-431,-1 0-505,-11 7-240,-12 21-56,-24 20-56,-17 27-8,-12 16 0,-19 16-208,-11 20-2065,0 28-823,0-1 663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6.52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3081,'0'0'7021,"31"47"-6159,2 2-547,175 241 1573,-120-180-1036,261 347 372,-331-433-1248,-18-24 19,0 0-1,0 0 1,0 0-1,0 0 1,0 0-1,0 0 1,0 1-1,1-1 1,-1 0-1,0 0 1,0 0-1,0 0 1,0 0-1,0 0 1,0 0-1,0 0 1,0 0-1,1 0 1,-1 0-1,0 0 1,0 0-1,0 0 1,0 0-1,0 0 1,0 0-1,1 0 1,-1 0 0,0 0-1,0 0 1,0 0-1,0 0 1,0 0-1,0 0 1,0-1-1,0 1 1,1 0-1,-1 0 1,0 0-1,0 0 1,0 0-1,0 0 1,0 0-1,0 0 1,0 0-1,0 0 1,0-1-1,0 1 1,0 0-1,0 0 1,0 0-1,0 0 1,0 0-1,0 0 1,0 0-1,0-1 1,0 1-1,0 0 1,0 0-1,0 0 1,0 0-1,0 0 1,0-1-1,3-14-165,-2-23-340,-1 36 391,0-56-2309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7.3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85 540 3849,'0'0'6935,"29"-41"-6626,90-134-125,-115 170-172,-1-1 1,1 0-1,-1-1 1,0 1-1,-1 0 1,1-1-1,-1 1 0,-1-1 1,1 0-1,-1 0 1,0 0-1,-1-9 0,1 6 45,-2 0-1,0-1 0,0 1 0,0 0 0,-1 0 0,-4-11 0,4 16 9,-1-1-1,0 1 0,0-1 1,0 1-1,0 0 0,-1 0 0,0 1 1,0-1-1,0 1 0,0 0 0,-8-5 1,-3-3 100,-1 1 0,-1 1 0,0 0 0,0 2 0,0 0 0,-1 1 0,-1 0 0,-27-5 0,46 12-188,-1 0 1,0 0-1,0 0 0,1 0 0,-1 0 0,0 0 0,0 0 0,0 0 1,1 1-1,-1-1 0,0 0 0,1 1 0,-1-1 0,0 0 0,1 1 1,-1-1-1,0 1 0,1-1 0,-1 1 0,1-1 0,-1 1 0,1-1 1,-1 1-1,1 0 0,-1-1 0,1 1 0,-1 0 0,1-1 0,0 1 1,0 0-1,-1 0 0,1-1 0,0 1 0,0 0 0,0 0 0,0-1 1,0 1-1,0 1 0,0 39-459,1-23 447,-1-11 29,6 152-7,-3-141 12,0 0 0,1 0 0,1 0 0,1 0 0,0-1-1,15 27 1,-5-15-13,0-1 0,3-1-1,0 0 1,1-1 0,2-2-1,0 0 1,2-1-1,28 21 1,-44-39-71,1 1 0,-1-1 0,1-1 0,0 0-1,12 4 1,-19-7 41,0 0 0,0 0 0,0-1 0,0 1-1,0-1 1,1 1 0,-1-1 0,0 0 0,0 0-1,1 0 1,-1 0 0,0-1 0,0 1 0,0 0-1,1-1 1,-1 0 0,0 1 0,0-1 0,0 0-1,0 0 1,0 0 0,0 0 0,0-1 0,-1 1 0,1 0-1,0-1 1,-1 1 0,1-1 0,1-2 0,3-10 63,1-1 1,-2 0-1,0 0 1,-1 0-1,4-31 1,-8 43-15,21-126 419,7-259 0,-28 388-420,0 0-1,0 0 1,-1 0-1,1 0 0,0-1 1,0 1-1,0 0 1,0 0-1,0 0 1,0 0-1,0 0 0,0 0 1,0 0-1,0-1 1,0 1-1,0 0 0,0 0 1,0 0-1,0 0 1,0 0-1,0 0 0,0 0 1,0 0-1,1-1 1,-1 1-1,0 0 0,0 0 1,0 0-1,0 0 1,0 0-1,0 0 0,0 0 1,0 0-1,0 0 1,0 0-1,0-1 0,1 1 1,-1 0-1,0 0 1,0 0-1,0 0 0,0 0 1,0 0-1,0 0 1,0 0-1,0 0 0,1 0 1,-1 0-1,0 0 1,0 0-1,0 0 0,0 0 1,0 0-1,0 0 1,0 0-1,1 0 0,-1 0 1,0 0-1,0 0 1,6 5-123,1 5 11,0 0-1,-1 0 1,0 0 0,-1 1 0,5 12-1,1 0 99,194 495 1230,-203-513-1190,0-1 1,0 1-1,0 0 0,0-1 1,1 1-1,0-1 0,0 0 1,5 6-1,-7-9-24,-1-1 0,1 1 0,-1-1 0,1 1-1,0-1 1,-1 0 0,1 1 0,0-1 0,0 0 0,-1 1 0,1-1 0,0 0-1,0 0 1,0 0 0,-1 0 0,1 1 0,0-1 0,0 0 0,0-1-1,-1 1 1,1 0 0,0 0 0,1 0 0,0-1 17,0-1-1,-1 1 1,1 0 0,0 0 0,-1-1-1,1 1 1,-1-1 0,0 1-1,1-1 1,-1 1 0,0-1 0,0 0-1,2-3 1,15-35 415,-2 0-1,21-78 0,-16 47-539,62-254-2224,-77 311 2243,-1 15-94,4 25-69,109 358 757,-115-377-610,0 1 0,1-1 0,0 1-1,0-1 1,1-1 0,-1 1 0,2-1 0,-1 1 0,1-2-1,0 1 1,0-1 0,0 1 0,1-2 0,0 1-1,0-1 1,0 0 0,1 0 0,-1-1 0,1 0-1,0 0 1,0-1 0,0 0 0,15 1 0,41 1-4053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7.91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1 531 5401,'0'0'7458,"12"-36"-7033,80-233-824,-87 257 329,4-13-33,0 0 0,-2 0 0,-1-1 0,-1 1 0,-1-1 0,1-36 1,-4 70 16,0 0 1,0 0-1,1 0 1,0-1-1,0 1 1,5 9-1,1 4 52,220 513 86,-221-520-52,-1 0-54,0 1-1,0 0 1,-1 0-1,-1 0 1,-1 1-1,0-1 1,-1 1-1,0 0 0,-2 0 1,-1 23-1,1-36 13,-1 0-1,0 1 1,0-1-1,0 0 1,0 0 0,0 1-1,0-1 1,-1 0-1,0 0 1,1-1-1,-1 1 1,0 0-1,-1 0 1,1-1-1,0 0 1,-5 4-1,-3 2-89,-1-1 0,0 0-1,-13 6 1,4-3-92,-6 5-69,0-2 0,-1-1-1,-1-1 1,0-2 0,-47 10-1,52-15 1827,0-1-1,-29-1 531,59-2-1941,467-21 1536,-158-5-4965,-188 14-1500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8.27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7242,'0'0'8529</inkml:trace>
  <inkml:trace contextRef="#ctx0" brushRef="#br0" timeOffset="1">155 493 4889,'0'0'12107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8.76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84 1 2841,'0'0'8737,"-48"290"-7888,36-191-81,0 0-328,7-4-224,-1-15-112,6-13-104,0-23-232,0-24-776,0-32-1409,11-40-1456,-5-15 969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9.11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1 195 5921,'0'0'8474,"308"-104"-8394,-160 73-72,0 3-8,-5 8-56,-19 8-696,0 12-432,-35 0-809,-23 16-2384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9.4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20 2665,'0'0'10410,"148"8"-9706,-35-8-152,5 0-296,7 0-256,-1-8 0,36 0-1056,-30 4-1337,-23-4-2640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39.8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220 1 2617,'0'0'6308,"0"39"-5824,0 131 126,-1-134-238,-1 0 0,-2 0 0,-1 0 0,-2-1 0,-2 0 0,-12 35 0,-12 45 565,31-103-882,0 1 0,0-1-1,1 25 1,1-37-59,0 1-1,0-1 1,0 1 0,0-1-1,1 1 1,-1-1 0,0 1-1,0-1 1,0 1 0,1-1-1,-1 1 1,0-1 0,0 1 0,1-1-1,-1 1 1,0-1 0,1 0-1,-1 1 1,1-1 0,-1 1-1,0-1 1,1 0 0,-1 0-1,1 1 1,-1-1 0,1 0-1,-1 0 1,1 1 0,-1-1-1,1 0 1,-1 0 0,2 0-1,21 1-84,-14-2 72,-2 1 5,32 1-296,0-1 0,0-2 1,0-2-1,0-2 0,39-11 1,-5-6-2419</inkml:trace>
  <inkml:trace contextRef="#ctx0" brushRef="#br0" timeOffset="1">1 259 1744,'0'0'8986,"302"-40"-8986,-225 16-1656,-18 4-2793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0.20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60 232,'0'0'12579,"296"0"-12579,-189-8-192,5-12-881,-23 5-1631,-30-1-3393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0.53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 3473,'0'0'7289,"314"63"-5840,-142-59-153,23-4-680,1 0-312,-6 0-136,-19-4-160,-28-4-16,-1 4-584,-35 1-888,-36 3-1713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1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 3273,'0'0'12018,"356"-47"-11898,-226 27-120,-5 4-184,-19 12-680,-5 4-1104,-30 0-1945,-29 0-1704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1.4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2865,'0'0'10074,"302"8"-10074,-166-8-104,54 0-920,-24 0-1169,-24-8-2560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1.8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646 282 4401,'0'0'5025,"-6"207"-3897,6-108-248,0 8-311,0 4-81,0-8-80,0-11-152,0-21-152,0-19-104,0-80-9010</inkml:trace>
  <inkml:trace contextRef="#ctx0" brushRef="#br0" timeOffset="1">0 155 1744,'0'0'12083,"439"-71"-11819,-285 51-136,6-4-120,-12 4-8,18 8-512,-36 4-1529,-29 8-2567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2.1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 4537,'0'0'10330,"420"44"-9658,-265-44-416,-1-20-256,-6-4-400,24 4-1256,-42 5-1305,-29 7-2928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2.646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0 386 2785,'0'0'2780,"0"44"-1277,0 287 1388,0-324-2815,18 495 4504,-7-441-4228,-8-64 230,0-11-100,0-281 1179,-5 152-1895,23-226-2399,-11 301 1610,2 0 0,4 1 0,32-88 0,-47 152 1001,4-13-100,1 1-1,0-1 1,2 1-1,0 0 1,0 0 0,15-17-1,-22 31 120,0-1-1,1 0 1,-1 1 0,1-1-1,0 1 1,-1-1 0,1 1-1,0 0 1,0 0 0,0-1-1,-1 2 1,1-1 0,0 0-1,0 0 1,1 0 0,-1 1-1,0-1 1,0 1 0,0 0-1,0 0 1,0 0 0,1 0-1,-1 0 1,0 0 0,0 0-1,0 1 1,0-1 0,0 1-1,1-1 1,-1 1 0,0 0-1,0 0 1,-1 0 0,1 0-1,2 2 1,1 1 27,0 0 0,-1 1 1,0-1-1,0 1 0,0 0 0,-1 0 0,1 0 0,-1 1 0,0-1 0,3 12 0,1 8 77,-2 0-1,0 1 0,-2 0 0,-1 0 1,-1 0-1,-3 30 0,1-8 29,1-31-98,0-1-1,-1 1 1,-1-1-1,-1 1 1,0-1-1,-2 0 1,1 0 0,-2 0-1,0-1 1,-1 0-1,0 0 1,-2 0-1,1-1 1,-2 0-1,0-1 1,0 0-1,-23 21 1,29-30 60,-1-1 0,1 1 0,-1-1 0,0 0 0,1 0 0,-1-1 0,-1 1 0,1-1-1,0 0 1,0-1 0,-1 1 0,1-1 0,-1 0 0,0 0 0,1-1 0,-1 0 0,1 0 0,-10-1 0,13 1-75,0 0 1,0 0-1,0 0 0,0-1 0,1 1 0,-1-1 0,0 0 1,0 1-1,0-1 0,1 0 0,-1 0 0,0 0 1,1 0-1,-1 0 0,1 0 0,-1-1 0,1 1 1,-1 0-1,1-1 0,0 1 0,0-1 0,0 1 1,0-1-1,0 0 0,0 0 0,0 1 0,1-1 0,-2-3 1,0-4-74,1 0 1,0 0 0,0 0 0,1 0 0,0-9-1,1 2-75,-2 15 118,1-1-1,0 0 1,0 1 0,0-1-1,1 1 1,-1-1-1,0 0 1,1 1 0,-1-1-1,1 1 1,-1-1-1,1 1 1,-1-1-1,1 1 1,0 0 0,0-1-1,0 1 1,0 0-1,0 0 1,0-1 0,0 1-1,0 0 1,1 0-1,-1 0 1,3-1 0,0 0-17,1 1 1,0 0-1,-1 0 1,1 0 0,0 0-1,9 1 1,-10 0 18,4-1 0,0 1 0,-1 0 0,1 1 0,0 0 0,0 0-1,0 0 1,-1 1 0,1 0 0,-1 1 0,1 0 0,-1 0 0,0 0-1,0 1 1,0 0 0,-1 0 0,0 1 0,1 0 0,-2 0-1,1 0 1,0 1 0,-1 0 0,0 0 0,-1 0 0,1 1 0,-1 0-1,6 12 1,-3-3 67,1 0 0,-2 0-1,0 1 1,-1 0 0,4 30-1,2 89 783,-7-63-523,-4-69-305,0-1 0,0 1 0,1 0-1,-1-1 1,1 1 0,0-1 0,0 1 0,0-1 0,0 0-1,1 1 1,-1-1 0,3 3 0,-3-5-112,1 0 0,0 1 0,-1-1 0,1 0 0,0-1 1,0 1-1,0 0 0,0 0 0,0-1 0,0 1 0,0-1 0,0 0 1,0 0-1,0 1 0,0-1 0,0 0 0,0-1 0,0 1 0,0 0 1,0-1-1,3 0 0,19-6-3911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3.0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41 0 5537,'0'0'10205,"-9"2"-9922,-1 0-171,-11 4-447,46-4-377,36-3 429,-36-1 164,0 1 0,1 1 0,-1 2 0,0 0 0,37 9 1,-57-9 81,0 0 1,0 0 0,-1 0-1,1 0 1,-1 0 0,1 1-1,-1 0 1,0 0 0,0 0-1,0 1 1,-1-1-1,1 1 1,-1 0 0,0 0-1,0 0 1,3 5 0,-3-3 23,0 1 1,-1 0-1,0-1 1,0 1 0,0 0-1,-1 0 1,0 0-1,0 0 1,-1 1-1,0 9 1,-2-1 112,0 0 0,-1 0 0,0 0 0,-2 0 0,0-1 0,0 0 0,-1 0 0,-1 0 0,-11 17 0,-15 17 305,-30 51-34,56-88-311,1 1 0,0 0 0,1 0-1,1 0 1,0 0 0,-2 18 0,4-26-3,2-5-47,0 1 1,0-1 0,-1 1-1,1-1 1,0 1-1,0-1 1,0 1 0,0-1-1,0 1 1,0-1 0,0 1-1,0-1 1,0 1-1,0-1 1,0 1 0,0-1-1,0 0 1,0 1 0,0-1-1,0 1 1,0-1 0,1 1-1,-1-1 1,0 1-1,0-1 1,0 1 0,1-1-1,-1 0 1,0 1 0,1-1-1,-1 0 1,0 1 0,1-1-1,-1 0 1,1 1-1,-1-1 1,0 0 0,1 0-1,-1 1 1,1-1 0,-1 0-1,1 0 1,-1 0 0,1 0-1,-1 0 1,1 0-1,-1 0 1,1 0 0,-1 0-1,1 0 1,-1 0 0,1 0-1,-1 0 1,1 0 0,-1 0-1,1-1 1,23 0 130,-1-1 0,1-1 0,-1-1 0,0-1 0,0-1-1,0-1 1,-1-1 0,0-1 0,20-12 0,-14 5-893,-1 0 0,-1-2 0,0-1 0,-1-1 1,-2-1-1,29-32 0,-12-3-6302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3.50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56 3697,'0'0'7361,"338"24"-5712,-160-24-449,6 0-392,-1-4-480,-17-16-256,-12 0-72,0 4-768,-41 4-1736,-30 4-4434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4.3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60 119 3529,'0'0'12292,"0"-24"-11451,0-71-413,-16 302-1275,3-76 951,-14 306 155,24-261-4337,3-210 1327,0-6-2481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4.73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64 4505,'0'0'9130,"95"-8"-8914,0 1 328,12-5-248,-1 0-224,7-4-64,-12 8-8,11 8-1208,-29 0-2705,-12 0-2336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5.11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126 1 5313,'0'0'7432,"-4"35"-7278,-28 241 447,15-110-213,-24 160 123,12-152-743,27-153-1082,2-40-2290,0-28 1100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5.48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76 5433,'0'0'8290,"373"-35"-7722,-225 23-288,6 0-200,1 4-32,-19 4-40,-12 0-8,-17 4-80,-24 0-816,-12 0-944,-30 0-1065,-17 0-1432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5.81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95 0 1816,'0'0'10383,"-17"13"-9694,-49 41-190,54-41-285,21-8 36,34 4 692,2-2-1,58 1 1,98-5 735,-128-4-1373,26-4 163,195-36-1,-187 23-2631,142-8-1,-190 24-2817,-20-1-2948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6.6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89 135 2937,'0'0'11553,"-3"5"-11204,0 1-364,1 0-1,0 0 0,0 0 1,0 0-1,0 0 1,1 0-1,0 1 0,1-1 1,-1 1-1,1-1 1,1 11-1,-1 0 14,0 584 598,-3-590-515,3-11-68,0 0 0,-1 0 0,1 0 0,0 0 0,-1 0 0,1 0 0,-1 0 0,1 0 0,0 0 0,-1 0 0,1 0 0,0 0 0,-1 0 0,1 0 0,0 0 0,-1 0 0,1 0 0,0 0 0,0-1 0,-1 1 0,1 0 0,0 0 0,-1 0 0,1-1 0,0 1 0,0 0 0,-1 0 0,1-1 0,0 1 0,0 0 0,0 0 0,-1-1 0,1 1 0,0 0 0,0-1 0,0 1 0,0 0 0,0-1 0,0 1 0,-6-11 154,0 1 0,1-1 0,1 0 0,0 0-1,0 0 1,-2-15 0,-9-75-100,8-11-690,7-127-1,1 215 424,1 0 0,1-1 0,1 1 0,10-32 0,-11 46 181,1 0 0,-1 0 0,2 0 0,-1 1 0,1 0-1,1 0 1,0 0 0,0 1 0,1 0 0,0 0 0,0 0 0,13-9 0,-14 13 6,0 1 1,0-1-1,0 2 1,1-1-1,-1 1 0,1 0 1,0 0-1,-1 0 0,1 1 1,0 0-1,0 1 1,0-1-1,0 2 0,0-1 1,0 1-1,8 1 0,-7 0-25,0-1-1,0 1 0,-1 1 0,1 0 1,-1 0-1,1 0 0,-1 1 0,0 0 1,-1 0-1,1 1 0,-1 0 0,0 0 0,8 9 1,-7-6-2,-1 1 1,-1 0-1,1 0 1,-1 0-1,-1 1 1,0 0 0,0 0-1,-1 0 1,0 0-1,2 17 1,-2-3 31,-2 0 0,0 0 0,-5 38 0,3-52 11,-1-1-1,0 0 1,-1 0 0,0 0-1,-1 0 1,0 0 0,0-1-1,-1 1 1,0-1 0,0 0-1,-1-1 1,-10 11 0,7-8 14,0-1 0,-1 0 1,0-1-1,-1 0 0,1 0 1,-2-1-1,1-1 1,-21 9-1,23-13 106,0 1-1,0-2 1,0 1 0,0-1 0,0-1 0,-13 0-1,15 0 12,6 0-70,4-6-445,0 3 321,1 0-1,0 0 1,0 0-1,0 1 1,1-1-1,-1 1 1,1 0-1,-1 0 1,1 1-1,0-1 1,0 1-1,-1 0 1,8 0-1,70-4-493,-75 5 487,4 0 11,6 0-31,1 1 1,18 2-1,-30-2 81,0 1 1,0-1-1,-1 1 1,1 0-1,-1 0 1,0 1-1,1 0 1,-1 0-1,9 7 1,-5-2 68,-1 0 0,1 0 1,-1 1-1,-1 1 0,0-1 0,0 1 0,-1 0 0,0 1 1,-1-1-1,0 1 0,0 0 0,5 22 0,-5-10-509,-1 0 0,2 35-1,-5 13-5064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7.30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54 10 2721,'0'0'8291,"0"-6"-8275,0 3-14,0 4 4,0 595 2937,-3-550-2564,-1 0 0,-16 67-1,12-70-267,8-34-84,0-8-24,0-1 1,0 0 0,0 1-1,0-1 1,0 0-1,0 1 1,0-1 0,0 0-1,0 1 1,0-1 0,0 1-1,0-1 1,0 0-1,0 1 1,0-1 0,0 0-1,0 1 1,0-1 0,0 0-1,0 1 1,-1-1 0,1 0-1,0 1 1,0-1-1,0 0 1,-1 0 0,1 1-1,0-1 1,0 0 0,-1 0-1,1 1 1,0-1 0,0 0-1,-1 0 1,1 0-1,0 0 1,-1 1 0,1-1-1,-1 0 1,0 0 267,-6 0 1385,3 0-1564,3 0-56,60 0-357,1 2 303,-1-3 0,0-3 0,111-20 0,-34-11 120,-125 31-275,-10 1-725,-19-5-1865,-15-2-2667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8:48.1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92 76 304,'0'0'11623,"-10"-3"-10781,-2 0-553,8 2-130,-1 0 1,1 0-1,0-1 1,-1 1 0,1-1-1,0 0 1,0 0-1,-5-4 1,-8 1 1254,7 3-160,26 1-1180,162 1-290,800-24 637,-909 17-401,145-6 1044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4.636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48 96 2457,'0'0'3912,"0"0"-1935,0 0-529,0 0-288,0 0-103,0 0-113,-6-15-56,-2-5 112,0 0-48,2 4-151,2 4-201,1 5-248,1 3-256,2 3-40,0 1-48,0 0-8,0 1-48,1 3-96,-1 10 0,0 16 144,0 22 0,0 24 72,-1 26-24,-1 24 24,0 21 0,-1 14 24,1 9 32,1 1-72,1-7-48,0-14 0,3-20-8,3-25 8,3-27 0,-1-25-8,-1-22 88,-3-16 304,-1-13 80,-1-11-472,-1-14-104,-1-16-1288,-1-13-1497,-1-10-6201,-1 5 3665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5.162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0 50 3345,'0'0'5945,"0"0"-2960,0 0-553,0 0-647,0 0-793,0 0-616,0 0-328,23 2 8,29 1 368,34-1 120,34 0-88,28 0-152,21-5-192,14-3-56,4-4-8,-2-1-48,-8 1 0,-16 1 0,-20 4 0,-24 1 0,-25 2 0,-25 1-88,-24 1-40,-18 1-24,-14-1-16,-9 0-120,-5 1-312,-3 2-904,-8 8-1265,-9 7-4168,-1 0-337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5.508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0 117 6249,'0'0'3081,"0"0"-729,0 0-655,0 0-465,0 0-472,0 0-184,0 0-168,30 0 601,33 0-65,33-2-184,30-4-272,22-8-312,13-6-112,1-3-64,-11 0-160,-16 6-584,-23 5-768,-23 12-1217,-24 12-3128,-24 4-2937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6.326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137 1 7154,'0'0'3264,"0"0"-695,0 0-1241,0 0-1080,0 0-240,-2 39 56,1 35 32,2 30 288,5 23-40,2 12 72,0 4-32,0-7-183,-2-14-113,-2-23-24,-1-25-56,-1-25 152,-2-24 328,0-29 216,-3-30-704,-2-30-144,-1-30-120,1-22-208,6-14 184,10-5 48,13 5 39,12 12-103,13 19-32,11 21-40,11 24-272,6 21 16,1 21 136,-7 23 192,-14 23 200,-17 22 104,-20 19 80,-26 13 88,-30 9 160,-27-1 64,-21-4 80,-13-13 240,-3-16 88,4-18 9,12-17-313,15-15-224,16-14-272,17-11-16,15-7-104,11-4 16,11 1 0,14 2-72,16 6-48,16 4 24,13 5 48,9 7 80,4 9 56,-1 12 16,-6 9 0,-9 8 8,-10 5 88,-12 2-40,-8-2-8,-9-3-48,-4-5-72,-4-8-681,-1-7-1047,1-8-1217,2-6-2072,-2-4-896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6.670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42 0 3593,'0'0'4817,"0"0"-2473,0 0-1047,0 0-737,0 0-288,0 0 272,0 39-56,0 30 216,0 22-80,-1 14-16,-4 8 177,-2-2-241,-2-6-112,2-13-120,1-17-112,2-18-80,1-16-40,6-15 16,10-12 80,15-9 0,17-7 40,17-10-216,13-9-120,10-7-688,1-6-873,-6-3-1551,-12-1-3778,-18 6 873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7.301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12 64 5721,'0'0'5521,"0"0"-2552,0 0-608,0 0-841,0 0-560,0 0-392,0 0-280,-5-1-152,-2 0-136,8 0-64,17 0-56,26 0 120,32 0 72,32 0-72,28 0 8,22 1 0,14-1 0,7-2 56,-2-1-64,-8-2-296,-16-4-496,-22 1-536,-28 0-937,-29 3-2520,-28 1-4945,-21 2 8906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8.187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1 676 1536,'0'0'3057,"0"0"-560,0 0-161,0 0-1176,52-31-752,33-28-408,13-19-568,-6-11-328,-17-4 424,-21 5 472,-23 9 392,-25 14 768,-21 18 105,-18 17 71,-11 14-984,-7 18-248,-1 18-104,3 17 8,9 16-16,10 12 8,11 8 0,11 3 72,16 0 160,18-5 120,20-11-144,18-14-48,17-16 8,13-17-112,8-23 40,2-22-96,-1-19-104,-8-16-64,-11-11-8,-13-3 88,-14 1 40,-13 10 0,-9 12 40,-6 18-128,2 16-160,7 21 120,8 25 8,6 24 112,1 21 56,-6 16 0,-11 12 80,-12 4 104,-17-1-16,-20-8 32,-22-14 8,-19-17-24,-13-18-32,-5-19-152,2-23-464,13-34-960,17-33-2777,20-27-3321,13 4 6418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8.519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16 0 3449,'0'0'5505,"0"0"-2296,0 0-897,0 0-904,0 0-1272,0 0-128,-11 35-8,6 50 56,17 58 16,21 49-8,17 28-16,8 0 0,-1-22-40,-5-28 0,-7-29-8,-5-27-296,-6-31-1192,-6-28-360,-9-36 615,-7-37-1671,-7-36-313,-14-28 2457,-14-16 760,-13-3 2889,-8 5 1352,-2 12-2073,7 13-424,8 12-743,20 9-681,30 4-216,35 3-104,43 1-192,34 4-1177,17 4-3264,-17 9-6225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6:59:59.455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168 755 6105,'0'0'1801,"0"0"-321,0 0 120,0 0-135,0 0-673,40-35-512,19-26-160,3-17-112,-9-10 40,-13 0 32,-17 4 48,-21 9-32,-23 10 24,-18 10 88,-16 11 152,-10 10-120,-1 10-112,5 9-72,11 6-56,11 9-216,13 14-80,10 19 192,8 20 88,10 18 16,14 16 72,18 9 128,15 4-104,15-3-40,11-8-56,6-15 0,0-19-104,-3-19 104,-8-24 8,-9-25 144,-13-26-56,-11-24 0,-12-18-48,-10-12-48,-7-7 8,-6 1-8,-2 6 0,-2 13 8,0 16-8,1 19 0,2 16-104,6 19-120,7 21 224,5 24 8,5 24 240,2 20 8,0 15 72,-1 9 88,-5-1-79,-3-10-177,-5-17-112,-2-22 0,0-23 280,3-29 208,4-31-536,5-29-24,4-23-464,1-12 136,-1 0 280,-6 10 24,-4 19 48,-6 21-80,-2 24-377,-1 30 337,1 29 120,3 25 8,4 18 8,9 11-16,18 2-120,21-5-1616,17-15-3073,-4-18-4513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0.360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84 1713 8874,'0'0'3049,"0"0"-785,0 0-1000,0 0-736,-22-43-448,-7-31-80,5-18 0,15-9-200,21 0 24,16 7-56,12 12-8,9 19-200,3 19-184,0 18 192,-1 22 128,-4 27 232,-5 27 72,-5 23 120,-1 20 0,0 10 16,4 5-16,9-5 16,9-13 368,11-18 8,8-22-472,5-25-40,1-33-104,-4-31-296,-13-30-280,-16-21 328,-17-15 352,-22-3 0,-21 5 240,-19 14 344,-14 20 184,-9 22-288,-3 28-480,2 33-72,6 32 64,11 30 8,13 22 0,17 13 48,22 3 8,22-7 48,17-12-56,14-23 56,12-22-96,10-33-8,7-43 0,5-52-568,-3-58-656,-13-49-32,-20-27 384,-23-2 335,-19 19 465,-20 23 72,-17 23 505,-12 19 183,-7 19 80,1 20 0,4 23-336,6 24-432,7 23-56,5 30-144,7 34 200,8 40 0,7 36 328,4 30 88,2 21 232,1 9-120,0 1-376,3-7-80,1-16-72,2-23 0,0-29-584,1-32-912,-2-36-456,-1-36 103,-6-32-4232,-6-10 1672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0.529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1 108 1304,'0'0'5313,"0"0"-2488,0 0-657,0 0-655,0 0-609,0 0-648,0 0-256,26-22-40,22-7-728,15 0-1025,7 8-999,1 15-1201,-8 14-904,-13 6 4897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1.074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301 361 3593,'0'0'2208,"0"0"241,0 0-353,0 0-327,0 0-609,0 0-376,0 0-408,9 22-160,8-1 152,3-14 56,3-23-248,-3-22-176,-5-20-40,-5-11 40,-12-2-16,-16 7-112,-15 13 120,-13 17 8,-10 24-112,-5 28 48,1 27 48,6 23 8,12 15-48,14 7 48,13-1-144,19-9-224,21-15 104,22-19-40,19-19-120,13-23-352,6-24-353,0-19 441,-9-11 104,-12-4 224,-13 1 368,-14 9 592,-13 10 88,-10 10-320,-7 9-239,-4 8-113,-4 4 0,1 0 0,4-2 0,4-7 56,5-7-64,6-7 24,4-5-16,0-1 56,1 3 504,0 6-128,0 8-288,1 6 16,2 12 280,2 13 8,1 14-88,0 12-152,2 7-144,0 5-72,1-1-264,-1-3-824,0-6-720,-2-8-833,-5-9-2312,-6-8 832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2.386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236 230 5721,'0'0'3169,"0"0"-377,0 0-807,0 0-1273,0 0-560,0 0 0,-23 35 128,-8 24 72,5 16-16,21 5-40,28 1-56,30-9 81,30-14-121,24-17-8,19-25-168,12-27-24,1-29-288,-14-25-273,-25-19-95,-30-12 400,-34-4 256,-40 5 24,-43 10 208,-38 15-64,-34 18 96,-23 19-72,-13 18-144,3 19-48,14 20 0,22 16-16,28 16-32,29 10-16,25 8 64,22 4-8,24-1 8,23-6-120,22-11-152,20-17-104,17-20 40,14-28-440,8-34-968,7-49-1137,-3-51-1440,-11-39 1376,-24 11 761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2.636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222 272 2793,'0'0'2776,"0"0"-135,-18-44-393,-12-22-7,-4-2-209,1 10-672,3 23-927,4 38-433,5 54 0,6 64 352,5 54 464,5 34 40,9 5 8,9-16-296,10-25-152,12-25-80,14-21-192,16-22-72,15-23-56,16-25 32,12-26-48,8-31-208,2-37-248,-7-37-424,-13-32-520,-21-24-72,-24-9 631,-20 4 841,-22 19 352,-22 31 689,-19 35-601,-12 41-384,-7 43 168,2 39 344,10 28-136,10 16-432,22 3-88,34-13-928,33-23-1761,22-25-6721,-3-23 4009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3.703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384 1297 6545,'0'0'2961,"0"0"-488,0 0-929,0 0-744,0 0-360,0 0-96,-43 47 168,-10 29-88,17 12-120,34-4-23,39-15-81,36-22-32,28-29-144,14-32-24,-3-32-216,-17-25 8,-24-18 104,-33-7 104,-38 0 152,-41 11 240,-37 16-72,-29 20-72,-18 19-64,-5 24-168,5 24-16,17 23-8,25 19 0,26 12-216,23 4-272,31-1-152,30-10-89,28-17-167,23-16 48,20-25 112,11-33-360,8-38-457,1-38-439,-8-32-81,-16-25 833,-22-11 1248,-23-3 624,-21 5 1433,-15 13 63,-16 19-103,-10 26-137,-6 26-272,-1 29-535,4 24-937,4 29-128,4 33-8,5 39 8,8 50 40,9 41 56,8 29 184,8 12 280,9-9 248,9-17-296,9-20-248,10-24-216,7-30-8,7-32-32,5-31 40,3-36-56,1-38-312,-6-34-368,-11-27-88,-17-15 96,-18-1 376,-16 13 296,-19 23 176,-18 29 96,-16 38-272,-12 41 72,-5 38 200,5 29-72,10 18-56,17 4-144,25-8-64,40-22-584,37-28-1185,26-28-4440,-6-21-2825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4.073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14 1 4761,'0'0'5057,"0"0"-2432,0 0-1225,0 0-1032,0 0-216,-3 37 776,-1 32-80,0 27 33,1 17-281,3 9-320,3-1-176,4-10-104,2-17-112,1-24-976,0-29-1129,-1-34-1920,-2-16-6313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4.433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0 188 4425,'0'0'4129,"0"0"-2273,0 0 281,0 0-433,73-8-808,51-8-568,35-6-160,17-4-160,2-1 0,-9 1 0,-18 4-8,-19 5-8,-22 5-96,-21 5 0,-17 4-40,-17 1-16,-14 3-16,-10 5-160,-10 7 176,-7 9 160,-6 10 64,-5 11 112,-2 10 0,-2 9-8,0 5-8,-1 5 16,0 1-56,0-1-64,0-2-56,0-5-240,1-7-840,0-7-760,-2-8-1305,-1-8-2480,-1-11 1984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4.711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1 126 5129,'0'0'5057,"0"0"-2744,0 0-585,0 0-808,0 0 232,51-3-247,45-6-617,34-6-184,23-5-104,11-2-264,-1 3-801,-8 3-887,-16 5-2457,-22 4-1960,-32 4 2832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5.078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291 199 1096,'0'0'6362,"0"0"-3594,0 0-247,0 0-665,0 0-936,0 0-720,0 0-200,-5-21-288,10-14-80,15-5-248,17 1-120,11 7 8,4 10 8,-5 13 23,-9 18 369,-12 21 328,-17 21 8,-23 18 168,-22 15 361,-21 9 87,-14 5 56,-9 0 32,-1-7 304,6-11 112,12-14-39,16-16-401,17-17-216,16-14-144,26-10 16,29-11 216,31-12-264,29-11-232,20-8-64,13-4-1016,2 1-1440,-11 4-4074,-26 7-3432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6.445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0 933 4417,'0'0'4113,"0"0"-1529,0 0-383,0 0-657,0 0-632,0 0-247,0 0-153,2-5-240,17-13-96,26-22-24,28-24-152,23-25-24,9-18-48,-3-9 16,-14-2 8,-23 10 48,-21 15 0,-19 18 16,-14 22-16,-8 20-16,-3 19-664,7 23-377,13 24 753,16 24 160,17 22 8,11 17 120,6 11 8,-3 6 0,-11 0 0,-14-6 8,-14-11 0,-13-15 88,-16-19 272,-18-19 184,-13-18 49,-12-15 79,-4-16-256,0-16-304,8-14-104,10-11-8,12-9-104,20-7 88,22-4-40,23-4-408,22 0-184,14 2-113,8 7 97,-1 8-72,-8 12-144,-11 11 160,-14 10 136,-15 10-241,-13 8 177,-12 11 648,-9 15 32,-5 14 176,-4 13-48,-1 12 136,-1 8 41,1 4 71,2-1-168,7-5-32,9-9 8,8-13 72,5-14-216,3-15 160,3-21 80,-2-22-168,-2-20-136,-6-18-8,-6-11-56,-6-4-96,-6 3 64,-4 9 88,-3 17 152,-5 17-104,-2 18-48,-1 23-144,0 23 144,2 20 0,2 15 0,7 10 56,14 3 192,15-4-16,13-8-56,13-14-24,8-15-24,7-17-8,3-22-120,1-25-88,-4-24-336,-5-20-88,-10-12 176,-12-6 216,-13 5 120,-13 11 0,-9 16 328,-6 17 184,-5 19-512,-2 21-16,0 24 16,-1 23 8,4 19 384,8 13-24,10 6-24,14-2-48,16-9-104,19-13-192,21-17-176,17-17-1040,7-18-2873,-17-10-6081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8.104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31 136 3697,'0'0'4465,"0"0"-1825,0 0-271,0 0-489,0 0-728,0 0-711,0 0-441,-2-12-176,0 4 15,-1 17 161,1 25 97,0 33-41,2 33 96,-1 32 40,0 24 0,0 16-64,-1 4-120,1-5 56,1-17-24,-1-25-40,2-27 0,2-30 0,0-26 56,1-21 680,-1-15 352,-1-8-32,0-6-200,-1-1-319,-1-1-209,0 2-184,0 1-136,0 1 40,0 1-40,-1 0 0,1 1 0,0 0-8,0 0 16,0 1-8,0-1 0,0 0 56,0 0-64,0 0 8,0 0 16,-1 0-24,0 0 0,-1 0 0,-1 0 0,1 0 0,1 0 0,0 0-16,0 0 16,1 0-48,0 0 40,0 0 8,0 0 0,0 0-8,0 0 16,0 0-8,0 0 8,0 0 0,0 0-8,0 0 8,0 0-8,0 0 8,0 0-8,0 0 0,0 0 0,0 0 8,0 0 0,0 0 48,0 0 56,0 0-8,-1 0-8,-1 0 0,-1 0 0,0 0-80,0 0-8,1 0 0,0 0 0,1 0 40,0 0-40,1 0 40,0 0-32,0 0-16,0 0 0,0 0-8,0 0-8,1 0 8,-1 0 0,0 0-40,0 0 48,0 0 0,0 0 8,0 0 40,0 0-40,0 0 0,0 0-8,0 0 0,0 0 0,0 0 0,0 0 0,0 0 0,0 0-48,0 0 40,0 0 0,0 0 0,0 0-80,0 0-16,0 0-32,0 0-56,3 1 40,6 3 144,6 0-40,8 2 0,9-1 48,7-1 0,8-2 8,9-6 56,10-9-56,7-8 0,5-8-8,0-5 0,-2-6 0,-5-3 8,-6-5-8,-6-6 16,-5-6-16,-6-8 0,-5-5-16,-7-7 8,-10-4 8,-10-2 0,-6-4 0,-7-1 0,-10-3 8,-10-1-8,-11 0 0,-8 2-64,-3 5 8,-1 9 8,4 12 48,5 13 72,7 14-24,6 14-8,6 11-40,6 8-80,3 5-176,3 3-577,0 2-407,2-1-208,-1 0-168,3 6-593,5 6-2024,6 8-592,0-1-600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9.171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218 228 1880,'0'0'4457,"0"0"-1920,0 0 207,0 0-671,0 0-361,-10-38-447,-4-13-537,0 1-288,2 8-416,4 12-24,3 13-264,2 18-8,3 21 264,1 24 8,0 24 8,1 24 40,-3 20-32,-6 15-8,-8 8-8,-5 1 48,-3-8-40,1-14-8,1-17 8,3-23-8,5-20 0,5-21 8,3-15 232,3-11 368,2-8 240,0-3-88,1-2-240,0 0-200,2-2-120,9-5-152,14-3-48,17-3 8,15-1-8,10 3-8,7 2-40,0 3 48,-6 4-24,-9 3 16,-12 2 8,-13 1-136,-13 0-128,-10 1-128,-7 0-272,-4-3-256,-2-4-936,-4-6-2705,-2-3-3241,0-1 3465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09.741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354 250 5841,'0'0'4801,"0"0"-2016,0 0-297,0 0-935,0 0-585,0 0-456,0 0-192,-29-21-176,-10-13-144,2-6-104,7 0-88,17 2-104,19 6 0,20 9-80,13 7-72,8 11-136,-1 14 224,-9 18 168,-10 18 192,-12 18 0,-19 14 64,-20 9-48,-20 6 56,-13 1 176,-8-4 56,-1-9 200,5-11 224,11-15-64,12-14-120,13-13-200,11-13-152,13-7-112,20-6 64,21-6 48,19-8-192,15-6-144,5-2-752,-3-2-344,-13 4-688,-16 5-2025,-18 4-2417,-12 3 241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10.556"/>
    </inkml:context>
    <inkml:brush xml:id="br0">
      <inkml:brushProperty name="width" value="0.1" units="cm"/>
      <inkml:brushProperty name="height" value="0.6" units="cm"/>
      <inkml:brushProperty name="color" value="#66CC00"/>
      <inkml:brushProperty name="inkEffects" value="pencil"/>
    </inkml:brush>
  </inkml:definitions>
  <inkml:trace contextRef="#ctx0" brushRef="#br0">113 17 2761,'0'0'3912,"0"0"-1751,0 0 31,0 0-351,0 0-241,0 0-312,0 0-247,-19 0-201,-6 0-224,0 0-144,6 0-56,5 0-144,5 0-120,8 0-56,13 0-88,20 0 184,24 0-88,25 0-48,22 0-40,20 0-8,14 0 40,11 0 0,2 0 16,-1 0-56,-10-2 8,-13 0-16,-20-1 8,-22 0-8,-22 0 8,-18 2-8,-15 0-8,-9 0 8,-5 1-8,-1 0-416,0 0-832,-2 5-792,-4 6-2834,-3 6-5000,-2-1 8146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18.5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771 7 1560,'0'0'12571,"0"0"-12526,0-1 1,0 1-1,0 0 1,0 0-1,0 0 1,0 0-1,0 0 0,1-1 1,-1 1-1,0 0 1,0 0-1,0 0 0,0 0 1,0-1-1,0 1 1,0 0-1,0 0 1,0 0-1,0 0 0,0-1 1,0 1-1,0 0 1,0 0-1,0 0 0,0 0 1,-1-1-1,1 1 1,0 0-1,0 0 1,0 0-1,0 0 0,0 0 1,0-1-1,0 1 1,0 0-1,-1 0 1,1 0-1,0 0 0,0 0 1,0 0-1,0 0 1,0-1-1,-1 1 0,1 0 1,0 0-1,0 0 1,0 0-1,0 0 1,-1 0-1,1 0 0,0 0 1,0 0-1,-64 30-44,2 2-1,-80 55 1,104-60-44,2 2 0,1 1 0,1 2 0,-49 60 0,79-86 6,0 0 0,0 0 0,1 0 0,0 0 1,0 1-1,1-1 0,0 1 0,0 0 0,0 0 0,1 0 1,0 0-1,0 0 0,1 0 0,0 0 0,1 11 0,0-15 7,-1 0 0,0 0 0,1 0 0,0 0 0,0 0 0,0 0 0,0 0 0,0 0 0,0-1 0,1 1 0,-1 0 0,1-1 0,0 1 0,0-1 0,0 0 0,0 1-1,0-1 1,3 2 0,6 4-45,1 1 0,22 11 0,-11-7 14,150 83-124,5 4-164,-140-76 130,0 1 1,46 43-1,-75-60 197,-1 0 0,1 0 0,-1 1 0,-1 1 0,0-1 0,0 1 0,-1 0 0,0 1 0,-1 0 0,0 0 0,0 0 0,-1 0 0,-1 0 0,0 1 0,-1 0 0,0 0 0,0 0 0,-2 0 0,1-1 0,-1 1 0,-4 21 0,3-24 34,-1 0-1,0-1 1,-1 1-1,0-1 1,0 0 0,-1 0-1,0 0 1,0 0-1,-1 0 1,0-1 0,0 0-1,-1 0 1,-10 9-1,-6 4 191,-2-1-1,-43 27 0,67-46-196,-34 21 241,-1-2 0,-1-1 0,0-2 0,-1-1 0,0-2 0,-45 9 0,20-10 142,0-3-1,-1-3 0,-72-1 0,98-4-263,27 1-92,0-2-1,-1 1 1,1-1-1,-1-1 1,1 0 0,0 0-1,-1-1 1,-16-6-1,26 8-78,0 0 0,1-1 0,-1 1 0,0 0-1,0-1 1,0 1 0,1-1 0,-1 1 0,0-1-1,1 1 1,-1-1 0,0 0 0,1 1 0,-1-1-1,1 0 1,-1 0 0,1 1 0,-1-1 0,1 0-1,0 0 1,-1 0 0,1 1 0,0-1 0,0 0-1,-1 0 1,1 0 0,0 0 0,0 0 0,0 0 0,0 0-1,0 1 1,0-1 0,0 0 0,1 0 0,-1 0-1,0 0 1,0 0 0,1 1 0,-1-1 0,1 0-1,-1 0 1,0 0 0,1 1 0,-1-1 0,2-1-1,30-11-3846,13 1-1998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19.5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94 0 1584,'0'0'6332,"-5"42"-6053,-1-4-209,-24 246 488,-22 644 2832,60-797 2498,24-139-6549,-23 6 1005,404-49-360,-322 43-94,-12 0-1810,-79 8 1841,0 0 1,0 0-1,1 0 1,-1 0-1,0 0 0,0 0 1,0 0-1,1 0 1,-1 0-1,0 0 0,0 0 1,0 0-1,1 0 1,-1 0-1,0 0 0,0 0 1,1 0-1,-1 0 1,0 0-1,0 0 0,0 0 1,1 0-1,-1-1 1,2-2-1416,-2 3 1416,0 0-1,0-1 1,0 1-1,0 0 0,0 0 1,0 0-1,0-1 1,0 1-1,0-1 0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19.9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1 1360,'0'0'11068,"-4"32"-11084,0-9 16,-2 7 2,2 0-1,1 0 0,2 0 0,0 0 1,3 0-1,4 30 0,37 135 178,-11-59 78,45 263 630,-48-252-773,-28-145-125,-1-1 0,0 1 0,1-1 0,-1 1 0,0-1 0,1 0 0,0 1 0,-1-1 0,1 0 0,0 1 0,0-1 0,0 0 0,1 2 0,-2-3-17,1 0 0,-1 0 0,0 0 0,1 0-1,-1 0 1,0 0 0,1 0 0,-1 0 0,0 0 0,1 0-1,-1 0 1,0 0 0,0 0 0,1-1 0,-1 1 0,0 0-1,1 0 1,-1 0 0,0 0 0,0-1 0,1 1 0,-1 0-1,0 0 1,0 0 0,1-1 0,-1 1 0,0 0 0,0 0-1,0-1 1,0 1 0,1 0 0,-1-1 0,0 1 0,0-1-1,12-36-2871,-1-6-2229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20.27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0 886 4297,'0'0'9706,"261"-282"-9050,-148 175-408,-1 0-112,-17 12-8,-12 11 48,-18 13-32,-11 19-72,-19 13-64,-11 11-8,-6 16-8,-12 4-424,-6 24-5249,0 16-80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20.64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2841,'0'0'9252,"15"28"-9277,-12-23 24,26 45 18,2-1 0,58 70 1,67 58 680,283 250 1,-436-425-697,0 1 0,0-1 0,1 0 0,-1 0 0,0 0 0,8 3 0,-9-10-877,-2 1 564,0-26-2315,0-2-3387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23.24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0 8250,'0'0'11058,"-6"0"-12610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23.5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0 5617,'0'0'10418,"-23"68"-26045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0.48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192 72 2529,'0'0'8507,"3"-12"-7391,9-36-371,-9 36-194,-3 13-518,1-1 0,0 1 0,-1 0 0,1-1 0,-1 1 0,1 0-1,-1-1 1,1 1 0,-1 0 0,1-1 0,-1 1 0,0 0 0,1 0 0,-1 0 0,0-1-1,0 1 1,0 0 0,1 0 0,-1 0 0,0 0 0,0 0 0,0-1 0,0 1 0,-1 0 0,1 0-1,0 0 1,0 0 0,0-1 0,-1 2 0,1 7 4,-2 63-9,-2 0-1,-27 137 0,-13-15 18,-87 489 126,129-670 58,1 1 1,1-1-1,1 26 0,5-39-3,300 14 1121,7 0-1595,-310-14-461,10 0 1203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0.8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32 7618,'0'0'7137,"284"0"-7129,-207-4-8,-6 0-56,-6 4-592,-5-8-608,-13 0-1033,-23 0-1984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1.17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0 4321,'0'0'9306,"397"48"-9306,-290-48-80,-7 0-992,-17-12-873,-23-4-1944,-31 0-2544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1.5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23 5 6249,'0'0'11727,"-6"-1"-11110,-10-2-80,45 3-494,-15 0-124,1356 12 322,-1370-12-236,1 0-1,-1 0 0,0 0 0,1 0 0,-1 0 0,0 0 0,0 0 1,1-1-1,-1 1 0,0 0 0,1 0 0,-1 0 0,0 0 0,0 0 0,0-1 1,1 1-1,-1 0 0,0 0 0,0 0 0,1 0 0,-1-1 0,0 1 1,0 0-1,0 0 0,0-1 0,0 1 0,1 0 0,-1 0 0,0-1 0,0 1 1,0 0-1,0-1 0,0 1 0,0 0 0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2.58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99 4201,'0'0'12539,"332"-83"-12411,-261 75-120,0 4-8,-12 0-32,-6 4-753,-17 0-1431,-18 4-3273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3.01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13 3881,'0'0'9226,"433"-8"-9298,-291 8-1881,-23-4-4896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4.8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12 11306,'0'0'8474,"302"4"-8082,-136-4-200,18 0-192,0 0-24,23 0-1272,-41-8-1481,-42 0-4864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3.33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59 115 5569,'0'0'12132,"-9"31"-12503,-4 8 344,3 0 0,1 1 1,2 1-1,-4 81 0,21 86 94,-5-175-51,1 0 0,1 0 0,2-1-1,14 37 1,-6-30 27,39 68 0,-45-89-35,1-1 0,0-1 0,1 0 0,1-1 0,29 25 0,-35-34-3,0-1 0,1 0 0,-1 0 0,1-1 0,0 0 0,0 0 0,1-1 0,-1 0 0,1-1 1,-1 0-1,1-1 0,0 0 0,0 0 0,-1-1 0,1 0 0,0-1 0,0 0 0,0 0 0,-1-1 0,19-6 0,-17 2 32,-1 0 0,1 0 0,-1-1 0,0 0-1,-1-1 1,0 0 0,9-11 0,4-5 90,31-45 1,-31 34-103,-1-1 1,-2-1-1,-2-1 1,-1-1-1,-2 0 1,13-55-1,-14 30-47,-3 0 0,-2 0-1,-2-88 1,-4 85 19,-1 38 72,0 0 0,-2 0 1,-1 0-1,-9-48 0,9 70-312,0 0 1,1 0-1,0 0 1,0 0-1,1-11 1,29 19-7652,1 9 1288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3.9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1 587 4521,'0'0'1868,"0"34"-58,-1 17-1164,3 153 1667,15-50-600,-7-76-1316,-9-60-107,-1-32 1370,-11-189-336,0 14-1949,9 136 316,0-31-389,12-135 1,-7 195 665,1-1 0,1 1 0,1 0 0,2 1 0,0-1 0,1 2-1,1-1 1,1 1 0,1 1 0,18-25 0,-23 39 16,-1-1 0,1 1-1,1 1 1,-1-1 0,1 1-1,1 0 1,-1 1 0,1 0-1,0 0 1,0 1 0,0 0-1,0 1 1,1 0 0,-1 0-1,1 1 1,0 0 0,0 1-1,0 0 1,0 1 0,0 0-1,0 0 1,0 1 0,0 0 0,11 4-1,-17-4-3,0 1-1,0 0 0,0 0 1,0 0-1,0 0 0,-1 1 1,1 0-1,-1-1 0,0 1 1,0 1-1,0-1 0,0 0 1,-1 1-1,1-1 0,-1 1 1,0 0-1,0 0 0,0 0 1,0 0-1,-1 0 0,0 0 1,1 0-1,-2 0 0,2 8 1,1 11 34,-1 1 0,-1 0-1,-2 30 1,0-39-1,0 4 28,-2 0-1,0-1 1,-1 1-1,-1-1 1,-1 0-1,0 0 1,-1-1-1,-1 0 1,-11 17-1,2-6 79,-1-2-1,-1 0 1,-2-1-1,-34 34 1,52-56-29,0 0 1,0 0 0,0 0 0,0-1 0,0 1 0,0-1-1,-1 0 1,0 0 0,1 0 0,-1 0 0,0-1-1,0 1 1,0-1 0,0 0 0,0 0 0,0 0-1,0-1 1,0 1 0,0-1 0,-8-1 0,11 1-77,-1-1 0,1 0 0,0 1 0,0-1 1,0 0-1,0 0 0,0 0 0,0 0 0,0 0 0,0 0 1,0 0-1,0 0 0,0 0 0,1 0 0,-1-1 0,0 1 1,1 0-1,-1 0 0,1-1 0,-1 1 0,1 0 0,0-1 1,0 1-1,-1 0 0,1-3 0,0 2-37,-1-1-1,1 0 1,0 0 0,0 0 0,0 1-1,0-1 1,1 0 0,-1 0-1,1 1 1,-1-1 0,1 0-1,2-4 1,-1 5-28,0 0 1,0 0-1,0 0 0,0 0 0,1 1 0,-1-1 1,0 1-1,1-1 0,-1 1 0,1 0 1,0 0-1,-1 0 0,1 0 0,0 1 1,-1-1-1,6 0 0,51-1-750,-44 3 511,-10-2 230,0 1-1,0 0 0,0 0 0,0 1 0,-1-1 1,1 1-1,0 0 0,0 1 0,0-1 1,0 1-1,-1 0 0,1 0 0,-1 0 0,0 1 1,1 0-1,-1 0 0,0 0 0,0 0 1,-1 0-1,1 1 0,-1 0 0,0-1 0,0 1 1,0 1-1,0-1 0,-1 0 0,3 6 1,7 20 90,-1 0 1,12 57 0,-3-10 274,-10-39-185,-6-21-84,1-1 1,13 31-1,-17-46-51,-1 0-1,1 0 0,0 0 0,0 0 0,0 0 1,0 0-1,0 0 0,0 0 0,1-1 0,-1 1 0,0 0 1,0-1-1,0 1 0,1-1 0,-1 1 0,0-1 0,1 1 1,-1-1-1,0 0 0,1 0 0,1 0 0,27-2-2470,-16-5-1456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4.29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 3913,'0'0'3174,"15"37"-2119,47 130-111,-54-142-654,-1 0 0,-1 1 0,-1 0 0,3 50 0,-5-37 31,9 154 1196,4 40 740,-15-221-2086,1 1-1,0-1 0,0 1 1,1-1-1,5 12 0,-6-21-129,-1 0-1,1 0 1,-1 0-1,1 0 0,0 0 1,0 0-1,0-1 0,1 1 1,-1-1-1,1 0 0,-1 1 1,1-1-1,0 0 1,0-1-1,0 1 0,0 0 1,0-1-1,0 0 0,0 1 1,1-1-1,-1-1 0,0 1 1,6 0-1,52 3 356,74-5 0,-91-1-397,-40 2-49,11 0-2,1-1 0,-1 0-1,0-1 1,23-6 0,-35 7-188,1 0 1,-1-1 0,1 1 0,-1-1-1,0 1 1,1-1 0,-1 0 0,0-1 0,0 1-1,-1 0 1,1-1 0,0 1 0,-1-1-1,0 0 1,1 0 0,-1 0 0,0 0 0,0-1-1,-1 1 1,1 0 0,-1-1 0,0 1-1,0-1 1,1-4 0,0-26-5737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5.63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18 0 3673,'0'0'5497,"1"39"-4814,4 249 309,-5 414-179,0-701-1025,0 0 0,0 0 0,0 1 0,-1-1 0,1 0-1,0 0 1,-1 0 0,1 0 0,0 0 0,-1 0 0,0 1-1,1-1 1,-1 0 0,0-1 0,1 1 0,-1 0 0,0 0-1,0 0 1,0 0 0,-1 0 0,-10 8-4230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6.00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68 4257,'0'0'8826,"207"0"-8234,-88 0-288,-1-12-184,7-4-120,-1 0-832,-29 0-1993,-30 9-4984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7.6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99 5617,'0'0'8083,"-5"34"-7799,5-31-279,-12 81 152,0 114 0,11-91 57,5 164 399,-2-247-586,2 0 0,0 0 1,2 0-1,0-1 0,2 0 0,1 0 1,0-1-1,2 0 0,1-1 0,0 0 1,1-1-1,2 0 0,17 19 0,-22-28-15,1 0-1,0-1 0,0 0 0,1-1 0,1 0 0,-1-1 0,1 0 1,1-1-1,0 0 0,0-1 0,0-1 0,0 0 0,1-1 1,0 0-1,0-2 0,0 0 0,0 0 0,0-1 0,0-1 0,0-1 1,30-4-1,-33 2 0,1-2 1,-1 1 0,1-1 0,-1-1-1,-1 0 1,1-1 0,-1 0 0,0-1 0,-1 0-1,0-1 1,0 0 0,-1 0 0,9-12-1,7-11-18,0-1 1,36-69-1,-37 55-16,-3-1 1,-2 0 0,-2-1-1,-2-1 1,-2-1-1,-2 0 1,-3 0-1,-2-1 1,-1-83 0,-5-249 2031,5 387-2753,3 3-317,-1 1-1,0 1 1,0-1-1,-1 1 0,8 12 1,10 23-3447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8.0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167 0 4785,'0'0'8706,"-7"36"-8690,-69 402 101,18-49 59,33 6 2872,47-401-2160,185-68-153,-167 63-917,1 2 0,0 2-1,57-4 1,3 1-4293,-77 7 1712,6-1-3116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8.49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0 281 9450,'0'0'5620,"8"-34"-5420,1-6-206,24-61 0,-31 95-27,1 0-1,1 0 1,-1 0 0,1 1-1,0-1 1,1 1 0,-1 0 0,1 0-1,0 1 1,0-1 0,0 1-1,1 0 1,-1 1 0,1-1-1,0 1 1,0 0 0,1 1 0,-1-1-1,0 1 1,8-1 0,-10 2-14,9-3-104,0 1 0,0 0-1,1 1 1,-1 1 0,1 0-1,-1 1 1,0 0 0,1 1-1,14 3 1,-25-3 145,0 0 1,0 0 0,0 0-1,0 0 1,0 0 0,-1 1-1,1 0 1,-1-1 0,1 1-1,-1 0 1,1 0 0,-1 0-1,0 1 1,0-1 0,0 0-1,0 1 1,-1-1 0,1 1-1,-1 0 1,1 0 0,-1-1-1,0 1 1,0 0 0,0 0-1,0 4 1,2 9 32,-1 0 0,0 0 1,-2 29-1,-1-26-1,2 5 37,-2-1 0,-1 1 1,-1-1-1,-1 0 1,-1 0-1,-1 0 0,-1 0 1,-1-1-1,-11 22 0,6-18 42,-30 66 814,-5-2 0,-70 100 0,114-184-761,3-5-111,0 0-1,0 0 1,0 0-1,0 0 1,1 0-1,-1 0 1,0 0 0,1 1-1,-1-1 1,1 0-1,-1 1 1,1-1-1,0 0 1,-1 2-1,1-1 157,5-2-67,63 1 183,-11 0-81,91-9 0,-138 7-395,0-1 0,-1 0 0,1-1 0,10-4 0,-16 6-196,-1-1 1,1 0-1,-1 0 0,1 0 0,-1-1 0,0 1 1,0-1-1,0 1 0,0-1 0,0 0 0,0 0 1,-1 0-1,3-6 0,3-14-5970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9.22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24 120 7258,'0'0'9359,"-6"-6"-8987,-11-12-182,17 10-127,19 7-76,-14 1 34,492-32 589,-252 13-457,731-17-59,-896 36-93,-78 0-12,-2 14-3503,0 5 388,0 4-1538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0:59.75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24 8 10866,'0'0'12771,"-12"0"-15147,0-8-2057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1:03.5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172 0 7562,'0'0'10910,"0"43"-10675,-38 904 131,-1 2-308,40-743-65,-13 470 0,9-626 7,-10 149 11,-42 217 0,50-394 30,-3 28 974,8-204-3408,0 76-2030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1:05.20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 20 4457,'0'0'10869,"-3"1"-10165,-6 2-130,14-1 129,25-1 290,-13 0-1172,703 9 1602,-452-12-1327,2541-2 1135,-2245 34 45,-62-1-730,-394-27-519,758 25 10,204-10 74,-715-19-46,1121 2 54,-1391-5-69,-1-3 0,131-31 0,9-2 138,254 19-156,-213 18-25,614-11 1,-623 26 2,129 1-48,-370-11-9,0 1 0,0 1 1,0 0-1,-1 1 0,1 1 0,14 6 0,22 7 11,-2-5 12,1-3 0,73 6 0,105-5 12,-76-5-153,30 2-1344,-178-8 1438,-3-1 59,0 1 0,-1 0 0,1 0 0,0 0 1,-1 0-1,1 0 0,0 0 0,0 0 0,-1 0 0,1 1 0,0-1 1,-1 0-1,1 0 0,-1 0 0,1 1 0,0-1 0,-1 0 1,1 1-1,-1-1 0,1 1 0,0 0 0,0 2 178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1:07.59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3384 5313,'0'0'8931,"37"-2"-7809,235-15 352,267 10-255,-316 9-943,1053 10 285,-710-13-302,650 3 294,-120 26-547,-631 3 1,150 4 59,-539-34-20,374-1 179,-3-26 57,-227 2-129,885-77 46,-19 88-124,-755 14 113,-215 0 127,1 6 0,191 36-1,-70-3-210,-16-4 158,-57 9-104,-123-31-131,1-2 0,0-1 1,1-3-1,54 4 0,89-9 1035,123 6-831,-10 7-262,-209-15 14,-49 23-235,-19-14 82,0-1 0,1-2 0,29 7 0,-47-11 117,-5-4 172,-1-10-20,42-229 182,-35 193-280,20-115 26,9-267 0,-38 111 12,5-353 203,5 533 89,1-43 365,16-159-461,-4 109-194,-17-67 123,4-48 72,-1 198-20,-7 82-262,37 66-7081,-8-1 5107,-16 0-129,1 1 0,21 2 0,-34-2 2055,-1 1-1,1-1 1,-1 0 0,1 0 0,-1 1-1,1-1 1,-1 0 0,1 0 0,-1 1-1,0-1 1,1 0 0,-1 1 0,0-1-1,1 1 1,-1-1 0,0 1 0,1-1 0,-1 0-1,0 1 1,0-1 0,1 1 0,-1-1-1,0 1 1,0-1 0,0 1 0,0-1-1,0 1 1,0 0 0,0-1 0,0 1-1,0-1 1,0 1 0,0-1 0,0 1-1,-1 0 1,1 2-375,0 9-1593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1:11.9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68 7802,'0'0'11589,"9"1"-11509,310 3-30,-189-5 11,-126 1-61,475-5 48,-4-33-26,-415 32-16,-38 4 8,1 0 0,-1-2 1,33-9-1,-53 12 81,-10 6-142,-83 56-5354,48-28-2496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1:14.2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1 131 2897,'0'0'11293,"3"1"-10533,22 2-169,1 0-1,0-2 1,45-3 0,-7 0-47,522-22 1734,826-71-502,-1327 91-1690,1101-7 891,-708 37-498,-92-1-175,385-9-91,-615-10-168,216 3-14,-246-8-11,211-6 63,70-9 39,-127 8-50,-63-9 20,99-1 30,1295 16 845,-1563 2-953,60 10 0,-2 1 81,-58-9-77,134 4 105,-181-8-344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1:22.8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10 4049,'0'0'9626,"-12"-10"-4745,13 72-5300,2 0 0,16 93-1,-8-84 344,4 117 0,-15 78-123,-1-125 152,1 1442-344,1-1527 392,2 1 1,3-1-1,2 0 0,19 65 1,-23-107 128,0 0 214,0 0-1,-1 0 1,2 27 0,2-60 251,9-49-4218,-9 36-1288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1:25.4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5281,'0'0'10109,"45"28"-9029,160 88-193,-183-106-758,1-1-1,0-1 0,0 0 1,0-2-1,26 3 1,131 17 995,188 2 1,189-22 719,-415-6-1723,527 0 384,1779 8-2,-225-9-447,-882-6-140,-397-32-2,-611 7 59,218-17-132,15 26-396,-28 25 88,602-4 362,-738-14-35,64 1-681,397 15 797,-838 0-29,0 1-1,26 6 1,-40-5 16,0 0-1,-1 1 1,1 0-1,-1 1 0,0 0 1,0 1-1,11 7 1,-19-10 31,-1 0 0,0 1 0,0-1 0,0 0-1,0 1 1,0-1 0,0 1 0,-1 0 0,0-1 0,1 1 0,-1-1 0,0 1 0,0 0 0,0-1 0,0 1 0,-1 0 0,0 2 0,0 9-32,13 426 289,-10-254-144,-6 241 179,-38-57 20,9-121-77,-1 284 10,27 101-182,8-621-56,0 0 0,1 0 0,1-1 0,5 17 0,5 30 23,17 99 40,-24-128-59,-4-21-4,0-1 1,-1 1-1,1 16 1,4-6-18,-6-19 181,-151 12 307,-424 24-103,-194 8 25,-320-33-210,326-80-68,376 24-105,-401-24-35,513 40 46,-150-8 20,-946 34 4,711 5-44,-128 22-242,763-22 238,-592 28-64,-33 16-725,3 55 288,647-100 502,-477 70-46,-2-40 149,-318-47 332,276-30-378,-37-3-53,352 34-23,-266-54 0,358 38 256,113 31-228,1-1 0,-1 1 0,1 0 0,-1 0 0,1-1 0,0 1 0,-1 0 0,1-1 0,-1 1 0,1-1 0,0 1 0,-1 0 0,1-1 0,0 1 0,-1-1 0,1 1 0,0-1 0,0 1-1,-1-1 1,1 1 0,0-1 0,0 1 0,0-1 0,0 0 0,0 1 0,0-1 0,0 1 0,0-1 0,0 1 0,0-1 0,0 0 0,0 0-97,0 10-3233,0 16-167,0 0-3098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39:05.78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0 129 1176,'0'0'11685,"19"0"-10950,22 1-93,-20 0-431,0-1 1,1-1-1,-1 0 1,24-6-1,88-24 277,65-17 31,-197 47-514,22-6 101,1 1 0,0 0 0,47-3 1,96-3 66,-3 10 0,181 5-143,-306 1-33,39 9-1,12 2 3,-63-12 0,70 5 2,-48-4 5,-33-3-10,0 2-1,0-1 1,0 2-1,0 0 1,29 13-1,-11-5 3,-23-11 25,-10 0-2,-1 1-18,0-2 2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02.2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1 2561,'0'0'11458,"0"0"-11538,0 0 69,0 0 0,0 0 0,-1-1 1,1 1-1,0 0 0,0 0 0,0 0 1,0 0-1,0 0 0,-1 0 0,1 0 1,0 0-1,0 0 0,0 0 0,0 0 0,-1 0 1,1 0-1,0 0 0,0 0 0,0 0 1,0 0-1,0 0 0,-1 0 0,1 0 1,0 1-1,0-1 0,0 0 0,0 0 1,0 0-1,-1 0 0,1 0 0,0 0 0,0 0 1,0 0-1,0 1 0,0-1 0,0 0 1,0 0-1,0 0 0,0 0 0,-1 0 1,1 1-1,0-1 0,0 0 0,0 0 0,0 0 1,0 0-1,0 0 0,0 1 0,0-1 1,0 0-1,-6 149-378,-29 157 0,0 1 1210,28-237-677,7-69-140,1-1 0,-1 0 0,0 0 0,0 0 0,0 0 0,0 0 0,0 1 0,0-1 0,0 0 0,0 0 0,0 0 0,1 1 0,-1-1 0,0 0 0,0 0 0,0 0 0,0 1 0,0-1 0,0 0 0,0 0 0,0 0 0,-1 1 0,1-1 0,0 0 0,0 0 0,0 0 0,0 0 0,0 1 0,0-1 0,0 0 0,0 0 0,0 0 0,0 0 0,-1 1 0,1-1 0,0 0 0,0 0 0,0 0 0,0 0 0,0 0 0,-1 0 0,1 0 0,0 1 0,0-1 0,0 0 0,-1 0 0,1 0 0,0 0 0,0 0 0,-1 0 1,-2-12-647,3-14-1266,0-5-1071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02.7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24 167 4905,'0'0'10648,"-4"0"-10387,-12 0-93,13 0 143,10 0-234,111-7 543,224-43 0,-236 31-578,7-1-68,272-38-527,-272 49-8974,-89 5 4822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03.2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4 100 4825,'0'0'9974,"-3"0"-9512,8 0-509,76-5 332,-1-4 0,91-21 0,11-1-256,102 9-1107,-98 19-6183,-129 3-74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03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175 175 3593,'0'0'6518,"-2"37"-6201,-6 122 23,5 105 1294,4-171 728,-2-172-2019,5-132-837,-2 177 348,2 0-1,2 0 1,1 0 0,13-37 0,23-36-40,-37 93 132,1 1-1,0 1 0,1-1 1,0 1-1,17-18 0,-21 27-15,-1 0 1,1 0-1,0 0 0,0 1 1,0 0-1,1-1 0,-1 1 0,1 1 1,-1-1-1,7-1 0,-10 3 29,0-1 1,1 1-1,-1-1 0,1 1 0,-1 0 1,1 0-1,-1 0 0,1 0 0,-1 0 1,1 0-1,-1 0 0,1 1 0,-1-1 0,1 0 1,-1 1-1,1-1 0,-1 1 0,0-1 1,1 1-1,-1 0 0,0 0 0,0 0 1,1 0-1,-1 0 0,0 0 0,0 0 1,0 0-1,0 0 0,0 0 0,0 0 0,-1 1 1,1-1-1,0 0 0,0 2 0,2 13-8,0-1-1,-1 1 0,-1 0 0,-1 0 1,0 0-1,-4 29 0,2-34 56,-1 0-1,0 0 1,0 0 0,-1-1-1,0 0 1,-1 0-1,0 0 1,-1 0 0,0-1-1,-1 1 1,1-2-1,-10 10 1,-14 13 249,-56 45 0,85-75-248,-25 20 319,-1-2 0,-1-1 0,0-1 1,-57 24-1,64-36-132,20-5-199,1 0 1,0 0-1,-1 0 0,1 0 1,0 0-1,-1-1 0,1 1 1,0 0-1,-1 0 0,1 0 1,0 0-1,0 0 0,-1 0 1,1-1-1,0 1 0,0 0 1,-1 0-1,1 0 0,0-1 1,0 1-1,-1 0 0,1 0 1,0-1-1,0 1 0,0 0 1,0-1-1,-1 1 0,1 0 1,0 0-1,0-1 0,0 0 1,0 0-12,1-1 0,-1 0 0,0 0 0,1 1 0,0-1 0,-1 0 0,1 1 0,0-1 1,0 1-1,0-1 0,0 0 0,0 1 0,0 0 0,0-1 0,0 1 0,3-2 0,2-1-16,-1-1 0,2 1 0,-1 1 0,0-1 0,1 1 0,0 0 0,-1 1 0,1 0 0,0 0-1,0 0 1,0 1 0,1 0 0,-1 0 0,0 1 0,0-1 0,1 2 0,-1-1 0,0 1 0,0 0-1,0 1 1,0 0 0,0 0 0,0 0 0,0 1 0,0 0 0,-1 0 0,0 1 0,1 0 0,8 7 0,3 6 99,-1 1 1,-1 0-1,-1 1 1,0 0 0,-2 1-1,0 1 1,-1 0 0,-2 1-1,0 0 1,11 37 0,4 15 273,-21-68-337,-3-24-1443,-1-11-1380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04.3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47 157 760,'0'0'12197,"-10"-21"-12359,1 2 59,0 0 1,-8-28 0,17 46 90,0 0 0,-1-1 0,1 1 0,0 0 0,0 0 0,0-1 0,0 1 0,0 0 0,0-1 0,0 1 0,0 0 0,1 0-1,-1 0 1,0-1 0,1 1 0,-1 0 0,1 0 0,-1 0 0,1 0 0,0 0 0,-1-1 0,1 1 0,0 0 0,0 1 0,0-1 0,0 0 0,0 0 0,0 0 0,0 0 0,1 0 0,2-1-35,0 1 0,0 0 0,-1-1 0,1 2 0,0-1 0,8-1 0,-5 2-24,-1-1 26,7-2-117,1 2 0,0 0 0,14 0 0,-25 1 138,-1 0 0,1 0 0,0 1 0,-1-1 1,1 1-1,0-1 0,-1 1 0,1 0 0,-1 0 0,1 0 0,-1 1 1,1-1-1,-1 0 0,0 1 0,1 0 0,-1-1 0,0 1 0,0 0 1,-1 0-1,1 0 0,2 3 0,0 5 14,0 0 0,0 1 1,-1-1-1,-1 1 0,1-1 0,-2 1 0,0 0 1,0 15-1,-1 7 53,-6 48 1,3-63-18,-1 0 1,0 0-1,-2 0 1,0-1 0,-10 20-1,-48 80 183,-1 3 1259,61-104-933,11-11-165,22-10-123,-23 4-271,14-6-15,0 0 0,-1-2 0,1 0-1,28-19 1,67-55-4358,-76 46-2134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05.3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 66 1584,'0'0'11790,"-4"0"-11205,-8 0-98,19 0 119,30 0-355,58 0-89,590-24 135,-622 18-305,-11 1-41,91-20-1,-142 25-366,13-6 1153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2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10 100 1256,'-9'0'13528,"86"-4"-13642,84-14-1,-83 7 126,86 0 1,-84 11 541,-83 0-483,-5-1-331,-1 0 1,1 0 0,0-1 0,0 0-1,0-1 1,-13-5 0,-23-14-4461,19 6-1969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2.3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5145,'0'0'9074,"314"4"-8746,-213-4-128,-12 0-96,-6 0-32,-12 0-64,-18 0-8,-29 0-544,-12 0-1496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3.42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1 4017,'0'0'10381,"0"19"-10420,0 1035 811,0-1047-775,1 8-24,-1 0 0,-1 0 0,-5 25 1,5-39-10,1 0 1,0-1 0,-1 1-1,1-1 1,-1 1 0,1 0-1,-1-1 1,1 1 0,-1-1-1,1 1 1,-1-1 0,0 1 0,1-1-1,-1 0 1,0 1 0,1-1-1,-1 0 1,0 1 0,1-1-1,-1 0 1,0 0 0,0 0-1,1 0 1,-1 1 0,0-1 0,0 0-1,0-1 1,-1 2-126,0-1 0,1 0 0,-1-1 0,0 1 0,0 0 1,0-1-1,1 1 0,-1-1 0,0 1 0,1-1 0,-3-1 0,-14-17-2810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4.0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0 568 3505,'0'0'6988,"2"-36"-5760,0-2-976,2 0-1,9-42 1,-11 72-226,0 1 1,1 0-1,0 1 0,0-1 1,1 0-1,0 1 1,0 0-1,0 0 0,1 0 1,-1 0-1,2 1 0,8-8 1,25-22 14,2 2 0,1 2-1,1 1 1,87-43 0,-98 58-84,1 1-1,1 2 0,0 1 0,0 2 0,0 2 1,1 1-1,1 1 0,39 1 0,-63 3-44,-1 2-1,1-1 0,-1 2 0,1-1 1,-1 2-1,12 3 0,-18-4 39,0 0 0,0 1 0,0-1 1,0 1-1,-1 0 0,1 1 0,-1-1 0,0 1 0,0-1 0,0 1 0,0 1 0,-1-1 1,0 0-1,4 8 0,-2-4 18,-1 1 0,-1 0 1,1 0-1,-1 1 0,-1-1 1,0 0-1,0 1 0,0 11 1,-2 82 40,-1-72-13,-1-4 18,-2-1 0,0 0 0,-2 0 0,0-1 0,-2 0-1,-1 0 1,-16 31 0,-9 11 50,-56 79-1,81-132-33,-8 12 24,-28 34-1,40-54 34,-1-1 0,1 1 0,-1-1 0,0 0 0,0-1 1,0 1-1,-1-1 0,1 0 0,-1-1 0,0 0 0,-9 3 0,15-6-64,0 1 0,0-1 0,0 0 0,0 1 0,0-1 0,0 0 0,0 0 0,0 0 0,0 0 0,0 0 0,0 0 0,0 0 1,0 0-1,0 0 0,0-1 0,0 1 0,0 0 0,0-1 0,0 1 0,0-1 0,0 1 0,0-1 0,1 1 0,-1-1 0,0 0 0,0 1 0,0-1 0,1 0 0,-1 0 0,0 1 0,1-1 0,-1 0 0,1 0 0,-1 0 0,1 0 0,-1 0 1,1 0-1,-1-1 0,0-4-59,0 0 1,0 0 0,0-1 0,1 1 0,0-8 0,1 4 44,-3-10-77,2-30-105,0 48 164,0-1 0,0 1 0,1-1 0,-1 1 0,1 0 0,-1 0 0,1-1 1,0 1-1,0 0 0,0 0 0,0 0 0,1 0 0,-1 0 0,0 0 0,1 0 0,2-3 0,3 1-15,-1 1 0,1-1 0,0 1 0,0 0 0,0 0 1,0 1-1,0 0 0,1 1 0,11-2 0,73-1-517,-80 4 454,3 0 8,-1 1 0,1 1 0,-1 0-1,1 1 1,-1 1 0,0 0 0,0 1-1,-1 0 1,1 1 0,20 12 0,-17-6 36,-1-1 0,0 2 0,0 0 0,-2 1 0,1 1 0,-2 0-1,14 20 1,-11-12 182,-2 0 0,-1 1 0,0 1-1,-2 0 1,-1 0 0,-1 1 0,-1 0 0,-1 1-1,-2 0 1,0 0 0,1 47 0,-6 11 1866,-2-85-2260,0 1-1,0-1 0,1-1 1,-1 1-1,0 0 0,0 0 0,1-1 1,-1 1-1,0-1 0,0 1 1,1-1-1,-1 0 0,0 1 1,-1-2-1,-11-16-6472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4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153 187 5441,'0'0'7230,"-23"-18"-7196,-67-61-48,87 77 14,1-1 0,0 1 0,0-1 1,0 1-1,0-1 0,0 0 0,-2-5 1,4 7-1,0 0 0,0 1 0,-1-1 0,1 0 0,0 0 0,0 0 0,0 0 1,0 0-1,0 0 0,0 0 0,0 0 0,0 1 0,0-1 0,1 0 1,-1 0-1,0 0 0,1-1 0,0 0-1,1 0 0,-1 1 0,1-1 0,0 1 0,-1-1 0,1 1 0,0 0 1,0-1-1,0 1 0,0 0 0,0 0 0,3-1 0,1 0-9,8-3-26,-1 0 0,1 1-1,0 0 1,0 2 0,0-1 0,0 2-1,1 0 1,25 1 0,-36 0 8,0 1 1,0-1 0,0 1-1,0 0 1,0 0 0,0 0-1,0 0 1,0 1 0,0 0-1,0 0 1,-1 0 0,1 0-1,-1 0 1,1 1 0,-1-1-1,0 1 1,0 0 0,0 0-1,-1 0 1,1 0 0,-1 1-1,1-1 1,-1 1 0,0 0-1,0-1 1,1 7 0,2 4 13,-1 0 0,-1 0 0,-1 1 0,0-1 0,0 1 0,-2 21-1,1 5 34,0-16-9,-1-1 1,-1 1-1,-7 37 0,2-37-8,-2-1 0,-1 0-1,-20 40 1,-48 69 21,42-76-5,8-14 842,-1-1-1,-59 64 0,90-103 177,10-1-828,20-1-472,-28-1 358,20 0-144,205-2-1527,-82-5-3243,-73 0-2075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5.2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119 1 3793,'0'0'11498,"0"7"-11536,1 74-206,-2 102 314,-1-150 21,-2 0 0,-1 0 0,-14 50 0,1-27 35,-30 106 256,41-131-333,1 0 0,2 0 0,-1 45 0,5-75-51,0 0-1,1 0 0,-1 0 0,0 0 1,1 0-1,-1 0 0,1 0 1,-1 0-1,1 0 0,-1-1 0,1 1 1,0 0-1,0 0 0,-1-1 0,1 1 1,0 0-1,0-1 0,0 1 0,0 0 1,0-1-1,0 1 0,-1-1 0,1 0 1,0 1-1,0-1 0,1 0 1,-1 0-1,0 1 0,0-1 0,0 0 1,1 0-1,42 1-15,-35-1 14,53 1-221,1-3 1,0-3-1,82-17 0,-20-5-4070,-86 18-724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5.6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1 155 4537,'0'0'10234,"124"-40"-10234,-35 24 0,6-7-208,-6 3-856,5-4-753,-22 8-983,-31 0-2665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6.0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1 239 6513,'0'0'8178,"350"-119"-8186,-267 87-144,0 4-792,-1 1-696,-16 7-929,-19 8-2248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16.4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26 139 880,'0'0'14015,"-7"-2"-13456,-10-4-349,17 6-208,0 0 1,0 0-1,0 0 1,0 0-1,0 0 1,0 0-1,0 0 1,0 0-1,0 0 0,0 0 1,0 0-1,0 0 1,0-1-1,0 1 1,0 0-1,0 0 1,0 0-1,0 0 1,0 0-1,0 0 1,0 0-1,0 0 0,0 0 1,0 0-1,0 0 1,0 0-1,0-1 1,0 1-1,0 0 1,0 0-1,0 0 1,0 0-1,0 0 1,0 0-1,0 0 0,0 0 1,0 0-1,0 0 1,0 0-1,0 0 1,0 0-1,0 0 1,0 0-1,0 0 1,0-1-1,0 1 1,0 0-1,-1 0 0,1 0 1,0 0-1,0 0 1,0 0-1,0 0 1,0 0-1,0 0 1,0 0-1,0 0 1,0 0-1,0 0 1,0 0-1,37-1 118,-27 1-123,202-9 602,238-42-1,41-4-378,-460 54-175,-18 1-7,0-1 1,0 0 0,0-1 0,19-4-1,-30 5 192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20.2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60 419 3545,'0'0'12053,"0"0"-12038,-1 0-1,1 0 1,0 0-1,0 0 1,-1 0-1,1 0 1,0 0-1,0 0 1,-1 0-1,1 0 1,0 0-1,0 0 1,0 0-1,-1 0 1,1 0-1,0 0 1,0-1-1,0 1 1,-1 0-1,1 0 1,0 0-1,0 0 1,0 0 0,0-1-1,0 1 1,-1 0-1,1 0 1,0 0-1,0-1 1,0 1-1,0 0 1,0 0-1,0 0 1,0-1-1,0 1 1,0 0-1,0 0 1,0-1-1,0 1 1,0 0-1,0 0 1,0-1-1,0 1 1,0 0-1,1-10 11,1 1 0,-1-1 0,2 1 0,0 0 0,0 0-1,9-17 1,8-29 119,-14 24-147,-2 0-1,-1 0 1,-2-59 0,-1 56-124,0 33 87,0-1 0,0 1 0,-1 0 0,1 0-1,0 0 1,-1-1 0,1 1 0,-1 0 0,1 0 0,-1 0 0,0 0 0,1 0 0,-1 0 0,0 0 0,0 0 0,0 0 0,1 0-1,-1 1 1,0-1 0,0 0 0,0 1 0,-1-1 0,1 0 0,0 1 0,0-1 0,0 1 0,0 0 0,0-1 0,-1 1 0,1 0 0,0 0-1,0-1 1,0 1 0,-1 0 0,1 0 0,0 1 0,0-1 0,-1 0 0,1 0 0,0 1 0,0-1 0,0 0 0,0 1 0,-1-1-1,1 1 1,0 0 0,0-1 0,0 1 0,0 0 0,0-1 0,0 1 0,1 0 0,-1 0 0,0 0 0,0 0 0,0 0 0,1 0-1,-1 0 1,0 2 0,-8 13-91,2 0 0,0 0 0,0 0 0,2 1 0,0 0 0,1 0 0,-4 35 0,1 130-650,7-147 749,0-7 27,2 0 1,6 39 0,-6-55-10,1 1 0,1-1 0,0 0 0,1 0 0,0-1 0,1 1 0,10 14 1,-6-11-117,0-2 0,1 1 1,1-1-1,0-1 0,24 19 1,-31-27 34,0-1 1,0 1-1,0-1 0,0 0 1,1-1-1,-1 1 1,1-1-1,0 0 0,0 0 1,-1-1-1,1 0 0,0 0 1,0 0-1,0-1 1,1 1-1,-1-2 0,0 1 1,0-1-1,0 0 1,7-2-1,-10 2 88,0 0 1,0-1-1,1 0 1,-2 1-1,1-1 1,0 0-1,0 0 0,-1-1 1,1 1-1,-1-1 1,0 1-1,1-1 1,1-3-1,21-43 174,-25 48-163,21-51 178,-3-2 0,-2 0 1,14-85-1,9-174 146,-33 251-137,-6 60-176,0-1 1,0 0-1,1 1 0,-1-1 0,1 1 1,0-1-1,0 1 0,0-1 1,0 1-1,1-3 0,-1 5-26,0-1 0,-1 0 0,1 1 0,0-1 0,-1 1 0,1 0-1,0-1 1,0 1 0,0-1 0,-1 1 0,1 0 0,0 0 0,0 0 0,0-1 0,0 1-1,-1 0 1,1 0 0,0 0 0,0 0 0,0 0 0,0 1 0,0-1 0,-1 0 0,1 0 0,0 0-1,0 1 1,0-1 0,0 1 0,-1-1 0,1 0 0,0 1 0,-1-1 0,2 2 0,2 1-16,-1 0 1,1 1-1,-1-1 1,0 1 0,0 0-1,0-1 1,-1 1-1,1 1 1,-1-1 0,0 0-1,0 1 1,1 4-1,2 2 0,9 28 133,-2 0 1,-1 1-1,-3 0 1,5 47-1,18 75 857,-16-122-631,-14-39-327,-1-1-1,0 1 0,1 0 0,-1 0 1,0-1-1,1 1 0,-1 0 0,1-1 1,-1 1-1,1 0 0,0-1 1,-1 1-1,1-1 0,0 1 0,-1-1 1,1 1-1,0-1 0,-1 0 0,1 1 1,0-1-1,0 0 0,0 1 1,-1-1-1,1 0 0,0 0 0,0 0 1,0 0-1,0 0 0,-1 0 1,1 0-1,0 0 0,0 0 0,0 0 1,-1 0-1,1-1 0,0 1 0,0 0 1,0 0-1,-1-1 0,1 1 1,0-1-1,-1 1 0,1-1 0,0 1 1,-1-1-1,2 0 0,3-7 89,1 1-1,-1-1 1,-1 0 0,0 0-1,0-1 1,0 1-1,-1-1 1,-1 0-1,4-17 1,4-12 49,43-122-124,-53 158-32,1 0 0,0-1 0,0 1 0,0 0 0,0 0 0,0 0 0,0 0 0,1 0 1,-1 0-1,3-2 0,-4 3-1,0 1 0,1 0 0,-1 0 1,0 0-1,0 0 0,1 0 0,-1 0 1,0 0-1,1-1 0,-1 1 0,0 0 0,1 0 1,-1 0-1,0 0 0,1 0 0,-1 0 1,1 1-1,-1-1 0,0 0 0,0 0 0,1 0 1,-1 0-1,0 0 0,1 0 0,-1 1 1,0-1-1,1 0 0,-1 0 0,0 0 1,0 1-1,1-1 0,-1 0 0,0 0 0,0 1 1,0-1-1,1 0 0,-1 0 0,0 1 1,3 6-79,0-1 1,0 1 0,-1-1-1,0 1 1,1 9 0,11 45 85,25 65-1,-35-117-74,0 0-1,0 0 1,1-1-1,0 1 0,0-1 1,1 0-1,0 0 1,0-1-1,10 10 1,-10-12-339,1 0 1,-1-1-1,1 1 1,0-1 0,0-1-1,0 1 1,10 2-1,30 2-5123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20.67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4801,'0'0'3841,"23"270"-2305,1-135-72,6 8-519,-1 8-281,-5-9-296,-6-7-168,-6-16-96,-6-15-40,-1-29-64,7-27-568,-12-100-10667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20.9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41 3577,'0'0'6044,"59"-10"-5918,6-2-122,124-7 0,-177 19-3,0 1 0,0 0 0,0 1-1,0 1 1,0-1 0,0 2-1,-1 0 1,1 0 0,-1 1 0,0 0-1,0 1 1,11 8 0,16 10 41,-1 2 1,-1 1 0,-1 2 0,-2 1-1,30 35 1,-48-48 10,-1 1 0,-1 0 1,-1 1-1,-1 0 0,0 0 0,-2 1 1,0 1-1,-1 0 0,-1 0 0,-1 0 1,-1 1-1,3 25 0,-7-38-36,1 12 70,0-1 0,-2 1 0,-2 27 0,1-43-57,1 0 0,-1 0 1,0-1-1,-1 1 0,1 0 0,-1 0 0,0-1 1,0 1-1,-1-1 0,1 0 0,-1 1 0,0-1 1,0-1-1,0 1 0,-1 0 0,1-1 0,-1 1 1,-7 4-1,1-3 56,-1 1-1,-1-2 1,1 1 0,-1-2 0,0 1 0,0-2-1,0 0 1,0 0 0,0-1 0,0 0 0,-17-2 0,10 0-4,0-1 1,0 0 0,0-2-1,0 0 1,1-1 0,-27-11-1,24 6-122,0-1 0,0-1 0,1-1 0,-34-29 0,45 35-94,1 0 1,1-1-1,0 0 0,0 0 1,0-1-1,1 0 0,0 0 1,1-1-1,0 0 1,0 0-1,1 0 0,0 0 1,-2-12-1,4 11-310,0-1 1,1 0-1,0 0 0,1 0 1,1 0-1,-1 0 1,2 0-1,3-16 0,-1 20-340,-1 1-1,1-1 0,1 1 0,9-12 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22.05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205 1072 1664,'0'0'9309,"38"-43"-8422,120-142-519,-151 176-350,0 0 0,0-1 0,-1 0 0,0-1 0,-1 1 0,0-1 0,-1 0 0,0 0 1,-1 0-1,0-1 0,0 1 0,-2-1 0,1 1 0,-1-1 0,-2-21 0,1 2 18,1 0-21,-2 1-1,-1 0 1,-8-41-1,6 52-13,-1 0 0,-1 1 0,-1 0 0,0 0 1,-1 0-1,-16-23 0,2 9 10,-1 0 0,-2 2 0,-47-45 0,50 55-4,0 1 0,-1 1 1,-1 2-1,0 0 0,-46-21 1,66 35-28,0 1 0,0-1 1,0 1-1,0 0 1,0 0-1,0 0 0,0 0 1,-1 1-1,1-1 0,-8 2 1,12-1 1,-1 0 0,1 0 0,0 0 1,-1 0-1,1 0 0,0 0 0,-1 1 1,1-1-1,0 0 0,-1 0 0,1 0 1,0 1-1,-1-1 0,1 0 1,0 0-1,0 1 0,-1-1 0,1 0 1,0 1-1,0-1 0,0 0 0,0 1 1,-1-1-1,1 0 0,0 1 0,0-1 1,0 0-1,0 1 0,0-1 0,0 0 1,0 1-1,0-1 0,0 0 0,0 1 1,0 0-1,-3 30-161,2-1 0,1 1 0,2 0 0,1 0 0,1 0 0,1-1 0,16 47 0,180 455 380,-172-459-41,37 79 177,-51-122-259,2 0 1,36 49 0,-52-77-81,1 0-1,-1 0 0,1 0 0,-1-1 0,1 1 0,0-1 0,0 1 0,-1-1 0,1 1 1,4 1-1,-5-3 5,-1 0 1,0 0-1,1 0 1,-1 0 0,1 0-1,-1 0 1,1 0-1,-1 0 1,1 0-1,-1 0 1,0 0 0,1 0-1,-1 0 1,1-1-1,-1 1 1,0 0-1,1 0 1,-1 0 0,1-1-1,-1 1 1,0 0-1,1 0 1,-1-1-1,0 1 1,1 0 0,-1-1-1,0 1 1,0 0-1,1-1 1,-1 1 0,0 0-1,0-1 1,0 0-1,2-5 38,0-1-1,-1 0 0,1 1 0,-2-1 1,1-11-1,0-3-27,27-151-1001,-14 117-1236,21-58 0,-33 109 2053,14-31-868,-15 33 1011,0 1-1,0 0 1,0 0-1,0-1 1,0 1-1,0 0 0,0 0 1,0 0-1,0 0 1,1 0-1,-1 0 1,0 1-1,1-1 0,-1 0 1,1 1-1,-1-1 1,0 1-1,1-1 1,0 1-1,-1 0 0,3-1 1,-3 1 32,0 1 1,1-1-1,-1 0 0,0 1 1,1-1-1,-1 1 0,0-1 1,0 1-1,0 0 0,0-1 1,1 1-1,-1 0 0,0 0 1,0 0-1,-1 0 0,1 0 1,0 0-1,0 0 0,0 0 1,-1 0-1,1 0 0,0 1 1,0 1-1,13 37 407,-10-24-123,7 16 259,1 0-1,2-1 1,1 0-1,1-1 1,1-1-1,33 41 1,-47-66-480,1 0 0,0 0 0,0-1 0,0 1 0,1-1 0,-1 0 0,1 0 0,0 0 0,0-1 0,0 1 0,0-1 0,0-1 0,1 1 0,-1-1 0,1 0 0,-1 0 0,1 0 0,-1-1 0,1 0 0,9 0 1,-13-1-49,0 1 1,0 0-1,0-1 1,0 0-1,0 1 1,0-1-1,-1 0 1,1 0-1,0 0 1,0 0-1,-1 0 1,1 0-1,-1-1 1,1 1-1,-1-1 1,1 1-1,1-3 1,0-1 17,0 0-1,0 0 1,0 0 0,-1-1-1,0 1 1,2-7 0,-1-2 7,0-1 0,0 1 0,-1-1 0,-1-16 0,2 11-80,2 17-140,6 12-127,14 22 194,-20-23 114,0-1-1,1 0 1,0 0 0,0-1-1,1 0 1,9 8 0,-8-9 47,1 0 0,-1-1 0,1 0 1,0 0-1,0-1 0,0 0 0,15 2 0,-21-4-28,0 0-1,0-1 0,1 1 1,-1-1-1,0 0 1,0 0-1,1-1 0,-1 1 1,0 0-1,0-1 0,0 0 1,0 0-1,0 0 0,0 0 1,0 0-1,0-1 0,0 0 1,0 1-1,-1-1 0,1 0 1,0 0-1,-1 0 0,0 0 1,1-1-1,2-4 0,-1 0 12,-1 0 1,0 0-1,0 0 0,0-1 0,-1 1 0,-1-1 0,1 0 0,0-8 0,1-68 139,-3 69-156,0 6-18,0 0 0,0 0 0,-1 0 0,0 0 0,-1 0 0,0 0 0,0 0 0,-1 1 0,0-1 0,0 1 1,-1-1-1,0 1 0,-1 0 0,1 1 0,-2-1 0,1 1 0,-1 0 0,0 0 0,0 1 0,-1 0 1,0 0-1,0 0 0,-1 1 0,-13-8 0,16 11 29,0-1 1,0 1-1,0-1 0,0 1 1,-1 1-1,1-1 0,-1 1 1,1 0-1,-1 0 0,0 0 1,1 1-1,-1 0 0,-10 1 1,12 0-31,0 0 1,0 0-1,1 0 1,-1 1-1,0-1 1,1 1-1,0 0 1,-1 0-1,1 0 1,0 1-1,0-1 1,0 1-1,0 0 1,0-1-1,1 1 1,-1 0-1,1 1 1,0-1-1,0 0 1,-2 5-1,-1 4-11,0 1-1,0 0 0,2 0 1,-1 0-1,2 0 0,-2 17 0,0 83 2,4-97 11,0-2-4,1-1-1,0 1 1,1-1-1,0 1 1,1-1 0,8 23-1,-8-28 1,1 1 0,1-1 0,-1-1 0,1 1 0,1-1 0,-1 0 0,1 0 0,0 0 0,1-1 1,0 0-1,7 6 0,-3-5-15,1-1 0,-1 0 0,1-1 0,0 0 0,0-1 0,1 0 0,-1-1 0,1 0 0,0-1 0,0-1 0,0 0 0,0 0 0,0-1 0,0-1 0,0 0 0,-1-1 0,1-1 0,0 0 0,-1 0 0,1-1 0,-1-1 0,18-9-1,-15 4-6,1-2 0,-2 0 0,1 0 0,-2-2 0,0 0 0,0 0 0,-1-1 0,-1 0 0,15-29 0,2-11-54,33-97 0,-36 87 99,-24 61-14,0 1 0,1 0 0,-1 0 0,1 0 0,0 0-1,0 0 1,0 0 0,0 1 0,0-1 0,0 0 0,1 1 0,-1 0 0,1 0 0,0 0 0,0 0 0,-1 0 0,1 0 0,0 1 0,4-2 0,-1 1-14,1 1 1,0 0 0,-1 0-1,1 1 1,-1 0 0,1 0-1,0 0 1,12 3-1,-8 0 4,0 0 0,0 1 0,0 0 0,0 0 0,-1 1 0,0 1 0,0 0 0,0 0-1,0 1 1,12 11 0,-5-2 38,0 1-1,-2 0 0,0 1 0,16 24 1,-24-30 8,0 1 0,-1-1 0,0 1 1,-1 0-1,0 1 0,-1-1 0,-1 1 0,0 0 0,-1 0 1,0 0-1,-1 0 0,-1 0 0,0 0 0,-4 23 1,3-34-20,0 1 0,0 0 1,0 0-1,-1-1 0,1 1 1,-1 0-1,0-1 0,0 0 1,-1 1-1,1-1 1,-1 0-1,1 0 0,-1-1 1,0 1-1,0 0 0,0-1 1,-1 0-1,1 0 1,0 0-1,-1 0 0,0 0 1,1-1-1,-1 1 0,0-1 1,0 0-1,-6 1 0,-12 1 87,0 0 0,0-1-1,-34-1 1,41-1-90,14 0-22,1 0 1,-1 0-1,0 1 0,0-1 1,1 0-1,-1 0 0,0 0 0,0-1 1,1 1-1,-1 0 0,0 0 1,1 0-1,-1 0 0,0-1 0,0 1 1,1 0-1,-1-1 0,1 1 1,-1 0-1,0-1 0,1 1 1,-1-1-1,1 1 0,-1-1 0,1 1 1,-1-1-1,1 0 0,-1 1 1,1-1-1,0 1 0,-1-1 0,1 0 1,0 1-1,-1-1 0,1 0 1,0 0-1,0 1 0,0-1 1,0 0-1,0 0 0,0 1 0,0-1 1,0 0-1,0 1 0,0-1 1,0 0-1,0 0 0,0 1 0,1-2 1,-1-7-24,1 8 26,-1-1-1,0 1 1,1-1 0,-1 1-1,1 0 1,-1-1-1,1 1 1,0 0 0,-1-1-1,1 1 1,0 0-1,0 0 1,0 0 0,0 0-1,0 0 1,0 0 0,0 0-1,0 0 1,1 0-1,-1 0 1,0 0 0,1 1-1,-1-1 1,0 1 0,1-1-1,-1 1 1,1-1-1,-1 1 1,3 0 0,4-3-5,43-16 33,19-6 1,-2-3 1,90-51 0,-140 69-18,-1-1 1,0-1-1,-1 0 0,0-1 1,-1-1-1,-1 0 1,0-2-1,-1 1 0,-1-1 1,0-1-1,-1 0 1,-1-1-1,13-29 0,-19 33 134,0 0 0,-1 0 0,-1-1 0,0 1-1,-1-1 1,-1-22 0,0 32 68,0 4-187,0 1 1,0 0-1,0 0 0,0-1 0,0 1 0,0 0 0,0 0 0,0-1 0,0 1 0,0 0 0,0 0 0,0-1 0,0 1 0,0 0 0,0 0 1,0-1-1,-1 1 0,1 0 0,0 0 0,0 0 0,0-1 0,0 1 0,0 0 0,0 0 0,-1 0 0,1-1 0,0 1 0,0 0 1,0 0-1,-1 0 0,1 0 0,0 0 0,0 0 0,0-1 0,-1 1 0,1 0 0,0 0 0,0 0 0,-1 0 0,1 0 0,0 0 0,0 0 1,-1 0-1,1 0 0,0 0 0,0 0 0,-1 0 0,1 0 0,-4 0 49,0 0 0,1 0-1,-1 1 1,0-1 0,1 1 0,-1-1 0,1 1 0,-1 1-1,1-1 1,-1 0 0,1 1 0,0-1 0,0 1-1,-5 4 1,0 0-35,1 0-1,1 0 0,-1 1 1,1 0-1,-9 12 0,2 1-51,2 0 0,0 0 0,1 1 0,-8 28 0,12-30 15,1 0 1,0 0-1,2 1 1,0-1 0,1 1-1,2 39 1,1-53-10,-1 0-1,1 0 1,0-1 0,1 1 0,-1 0 0,1-1-1,1 1 1,-1-1 0,1 0 0,-1 1-1,2-1 1,-1 0 0,0-1 0,1 1-1,5 5 1,-1-4-12,-1 0-1,1-1 1,-1 0 0,1 0-1,1-1 1,-1 0-1,1 0 1,16 4 0,11 0-205,0-2-1,0-1 1,73-1 0,-37-3-279,0-4-1,136-21 0,180-79-3563,-250 62-2854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50.8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0 800,'0'0'2185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54.83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4379 298 728,'-3'-4'9333,"-7"-9"-4883,-60-73-4581,59 73 164,-1 1-1,0 0 1,-1 1-1,0 1 1,-1 0-1,0 1 1,0 0-1,-1 1 0,0 1 1,-1 0-1,-25-7 1,5 4 330,-1 1-1,-62-5 1,36 8-305,-181-11-27,-300 1 17,434 16-56,-120 16 0,-82 43 15,256-40-21,1 3 0,2 1-1,0 3 1,-58 39 0,21-13 8,-41 23 6,-162 124 0,268-179-14,0 1 1,2 1 0,1 1 0,0 1 0,2 1-1,0 1 1,2 1 0,1 0 0,1 1-1,2 1 1,1 1 0,1 0 0,-14 55-1,21-68 16,-1 0 1,-1 0-1,0 0 0,-15 24 0,-44 61 13,59-92-14,-22 33 14,-6 4 3,3 2-1,2 1 0,3 1 0,-27 67 0,-80 180 21,132-295-37,-33 66 104,-47 68-1,66-110-99,-25 55 0,1-1 4,-30 36 32,-54 101 3,60-79 133,7 2-1,-72 282 0,103-318-138,0 0 56,3 1 0,-13 178 0,31 130-88,2-37 5,-34 19 82,16-212 10,3 250-20,21-408-81,0 0 0,2 0 1,0 0-1,2-1 1,20 47-1,-1 4 41,-18-52-34,0 0 0,2 0 0,1-1 0,0-1 1,2 0-1,0 0 0,2-1 0,0-1 0,1-1 0,31 29 0,28 18 97,3-4 1,3-3-1,2-3 1,115 56-1,-140-82-49,-20-9 36,0-1 0,1-2 0,1-2 0,68 18 0,103 2 252,3-9 1,226-1 0,15-33-233,-222 0-48,758 4 377,-514 5-258,117-3 59,649 3-154,-1176-1-84,1156 9 78,-1178-11-47,1-2 0,0-2-1,-1-3 1,0-1-1,63-22 1,51-28 78,238-127 0,-89 17-75,-248 132-13,-2-3 0,103-94 0,-13-2-9,76-78 0,-196 182-3,-1-2 1,-1-1 0,-2-1 0,-2-1-1,-1-1 1,26-69 0,-24 43 19,-3-1 0,-3-1-1,13-102 1,-20 48 154,-6-150-1,-5 160-184,1 75 0,1-85 41,-5-1 1,-24-144-1,1 126-42,-22-139 4,41 218-4,0-12 13,-4 1 1,-2 0-1,-33-94 1,-41-85 9,-52-124-37,113 317 38,-1 0 0,-3 2 0,-3 2 0,-51-65-1,-87-69 30,144 161-28,-2 2 0,0 0 0,-1 3 0,-58-31 0,-169-70 120,-509-164-1,464 215 76,63 17-50,144 23-152,1-4 1,-147-78-1,171 79-20,-160-93 6,-2 0-12,15-4-73,106 59 15,-33-26-250,-25-14 79,-126-43-233,177 92 562,101 54 16,7 4 34,-1-1 1,-23-5-1,35 11-143,0 0 2,0 0 1,-1 0-1,1 0 0,0 0 1,0 0-1,-1 0 1,1 0-1,0 0 0,0-1 1,-1 1-1,1 0 0,0 0 1,-1 0-1,1 0 0,0 0 1,0 0-1,-1 0 0,1-1 1,0 1-1,0 0 1,0 0-1,-1 0 0,1 0 1,0-1-1,0 1 0,0 0 1,0 0-1,-1-1 0,1 1 1,0 0-1,0 0 1,0-1-1,0 1 0,0 0 1,0 0-1,0-1 0,0 1 1,0 0-1,0-1 0,0 1 1,0 0-1,0 0 0,0-1 1,0 1-1,0 0 1,0 0-1,0-1 0,0 1 1,0-1-1,0-5-1,0 5-11,29-9-6007,125-28 66,-76 19 297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5.9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72 6281,'0'0'4771,"-15"37"-3911,-44 121-208,56-150-604,1 0 1,0 0-1,0 1 0,1-1 0,0 0 1,0 0-1,1 1 0,0-1 1,0 1-1,1-1 0,0 0 0,1 0 1,0 1-1,4 10 0,-3-13-26,0 0 0,1 0 0,-1 0 0,2 0 0,-1-1 0,0 1 0,1-1 0,0-1 0,0 1 0,1-1 0,-1 1 0,1-1-1,12 6 1,-3-4-2,1 0 0,0-1 0,0 0 0,0-1 0,0-1 0,1-1 0,-1 0 0,1-1 0,0-1 0,-1 0 0,27-5 0,-36 3-5,-1 1 0,1-1 0,-1 0 0,0-1 1,0 1-1,0-1 0,0-1 0,0 1 0,0-1 0,-1 0 0,0 0 1,0-1-1,0 1 0,0-1 0,-1 0 0,0 0 0,0-1 0,0 1 0,-1-1 1,0 0-1,0 0 0,0 0 0,2-8 0,1-6-2,-1-1 0,0 1 0,-2-1 0,0 0 1,-1 0-1,-1-22 0,-2 34-11,0 0 0,0 0 1,-1 0-1,0 1 1,0-1-1,-1 0 0,0 1 1,-1 0-1,0 0 0,0 0 1,-1 0-1,0 0 0,0 1 1,-1 0-1,0 0 0,0 1 1,0 0-1,-1 0 1,0 0-1,0 1 0,-1-1 1,-11-5-1,2 2 11,0 1-1,-1 0 1,0 1 0,-1 1 0,1 1-1,-1 0 1,0 1 0,0 2-1,-34-2 1,47 4-14,1 0-1,-1 1 1,1-1-1,-1 1 1,1 0-1,-1 0 1,1 1 0,0 0-1,0 0 1,0 0-1,0 0 1,0 1-1,0 0 1,-6 5 0,6-3-7,-1 1 0,1-1 0,1 1 1,-1 0-1,1 0 0,0 1 0,0-1 1,1 1-1,0 0 0,-3 8 0,2 1-71,0 1 0,1 0-1,1-1 1,0 1 0,2 32-1,-1-44-21,1-1-1,0 0 0,1 1 0,-1-1 1,1 0-1,0 0 0,0 1 0,0-1 0,0 0 1,1 0-1,0 0 0,0 0 0,0 0 1,0-1-1,0 1 0,1-1 0,4 6 1,-2-6-103,0 0 0,0 0 0,0 0 1,0 0-1,0-1 0,0 0 1,1 0-1,-1 0 0,1-1 0,-1 0 1,1 0-1,0 0 0,10-1 1,-2 1-261,-1-2 0,1 1 0,-1-2 0,26-5 0,-18-1-348,1 0 0,26-14 0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6.27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30 384 624,'0'0'1942,"0"-36"204,0-122 135,0 156-2235,-3-107 2183,1 99-1751,0 0-1,0 0 0,-1 1 0,-1-1 1,1 1-1,-7-11 0,9 26-394,2 33-291,0 1 0,3-1 0,10 48 0,22 78 206,41 161 156,-65-283-31,3-1 0,33 67 0,-41-94-96,1-1-1,1 1 1,1-2-1,0 1 1,0-1-1,1-1 1,1 1 0,0-2-1,1 0 1,15 10-1,-20-16-24,1-1 0,-1 0 0,1-1 0,0 0 0,-1-1 0,1 0 1,10 2-1,-14-4 5,0 1 0,0-1 1,0 1-1,1-1 1,-1-1-1,0 1 0,0-1 1,0 0-1,0 0 1,0 0-1,0-1 1,0 0-1,8-4 0,-7 1 18,0-1 0,-1 1-1,0-1 1,0 0-1,-1 0 1,1-1 0,-1 1-1,-1-1 1,1 0-1,-1 0 1,0 0 0,-1 0-1,0 0 1,2-9-1,2-13 19,-1 0 0,1-41 0,-5 8 106,-1 50-14,0 40-308,2-4 160,0-1 0,2 0 0,0 0 0,1 0 1,2 0-1,0-1 0,2 0 0,0-1 0,14 25 1,-20-41 8,0 0 1,1 1 0,-1-1 0,1 0 0,0 0 0,0-1 0,1 1 0,-1-1-1,1 0 1,0 0 0,8 4 0,-5-4-318,0-1 0,-1 0-1,1-1 1,0 0 0,0 0 0,0-1-1,0 0 1,13 1 0,21-2-4711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6.6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5049,'0'0'3409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6.9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3609,'0'0'3751,"2"45"-1872,-1-27-1659,3 67 714,4-1 0,20 93 0,-19-138-626,199 790 2229,-203-814-2554,-2-3-46,1 0-1,0 0 0,1-1 1,0 1-1,10 13 0,-15-24 40,0-1 1,0 0-1,0 0 0,0 0 0,0 0 1,0 1-1,0-1 0,1 0 0,-1 0 1,0 0-1,0 0 0,0 1 0,0-1 1,1 0-1,-1 0 0,0 0 0,0 0 1,0 0-1,0 0 0,1 0 0,-1 1 1,0-1-1,0 0 0,0 0 0,1 0 1,-1 0-1,0 0 0,0 0 0,1 0 1,-1 0-1,0 0 0,0 0 0,0 0 1,1 0-1,-1 0 0,0 0 0,0-1 1,0 1-1,1 0 0,-1 0 1,0 0-1,0 0 0,0 0 0,0 0 1,1 0-1,-1-1 0,0 1 0,0 0 1,0 0-1,0 0 0,0 0 0,1-1 1,-1 1-1,0 0 0,0 0 0,0 0 1,0-1-1,0 1 0,0 0 0,0 0 1,0 0-1,0-1 0,0 1 0,0 0 1,0 0-1,0 0 0,0-1 0,4-22-653,-4-13-63,-1 0 1,-1 1-1,-2-1 1,-2 1 0,-1-1-1,-2 2 1,-1-1-1,-23-50 1,-25-48-2236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7.3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1 129 2561,'0'0'7034,"40"-25"-6964,-4 2-70,1 2 1,70-29-1,-100 47 0,0 2 0,0-1 0,0 1 0,0 0 0,0 0 0,0 1 0,0 0 0,0 0 0,0 1 0,1-1 0,-1 2 0,0-1 0,-1 1 0,1 0 0,0 0 0,10 6 0,11 3 32,-1 2 0,0 1 0,0 1 0,-1 2 1,-1 0-1,29 26 0,-47-36-10,0 0 1,0 0-1,-1 1 1,0-1-1,0 1 1,-1 1 0,0-1-1,0 1 1,-1 0-1,0 0 1,0 0-1,-1 1 1,-1-1-1,1 1 1,-2-1-1,1 1 1,-1 0-1,-1 0 1,0 0-1,0 0 1,-1 0 0,0-1-1,-3 12 1,1-13 45,0-1 0,0 1 1,-1-1-1,0 0 1,0 0-1,-1-1 1,0 1-1,0-1 1,0 0-1,-1 0 1,0-1-1,0 1 1,0-1-1,-1-1 1,0 1-1,0-1 0,0 0 1,-8 3-1,-7 2 131,-1 0 0,1-1 0,-1-2 0,-45 8 0,27-10 61,-55-2 1,80-2-231,8 1-29,0-1 0,0-1 0,0 0 0,0 0 0,0 0 1,1-1-1,-1 0 0,0-1 0,1 0 0,-14-6 1,18 6-63,-1 0 1,1 1-1,-1-1 1,1-1-1,0 1 1,0 0 0,1-1-1,-1 1 1,1-1-1,0 0 1,-1 0-1,2 0 1,-1 0-1,0 0 1,1 0-1,0-1 1,0 1 0,0 0-1,1-1 1,-1-6-1,0-1-194,0 6 22,0-1 1,1 0 0,0 1 0,0-1 0,0 1-1,1-1 1,0 1 0,0-1 0,1 1 0,4-12-1,1 9-103,0 0 0,0 0-1,1 1 1,0 0 0,0 1-1,1 0 1,0 0 0,0 0-1,1 1 1,10-4-1,22-11-1052,47-16 0,-31 16 188,-8 4-211</inkml:trace>
  <inkml:trace contextRef="#ctx0" brushRef="#br0" timeOffset="1">511 149 280,'0'0'5523,"36"35"-4398,121 109 146,-144-133-1015,0 0-1,1-2 1,28 16 0,-34-21-62,2-1 1,-1 0-1,0 0 0,12 1 1,-4 0 60,7 0 78,0-1 0,1 0 0,-1-2 1,0-1-1,43-4 0,-63 3-306,0 1-1,0-1 1,1 0-1,-1-1 1,0 1-1,0-1 1,0 1-1,-1-1 1,1-1-1,0 1 1,-1 0-1,1-1 1,-1 0 0,0 1-1,0-1 1,0-1-1,0 1 1,-1 0-1,1-1 1,-1 1-1,0-1 1,3-4-1,-2-3 21,1 1 0,-2 0 0,1-1 0,-1 0 0,-1 1 0,0-1 0,0-17 0,-1 22-31,-1 0 0,1 0 0,-1 0 0,0 0 1,-1 1-1,1-1 0,-1 0 0,0 1 0,-1-1 1,1 1-1,-1 0 0,0 0 0,-4-6 0,1 4 21,-1 0-1,1 0 1,-1 1-1,0 0 1,-1 0-1,1 1 1,-16-8-1,3 3 80,-1 2 0,0 0 0,0 1 0,-1 1 0,0 1-1,-32-3 1,7 3 110,-78 2 1,110 4-270,0 0 0,0 1 0,0 0 1,0 1-1,1 1 0,-1 1 1,1 0-1,0 0 0,-16 10 0,24-12-172,1 1-1,-1 0 0,1 0 0,0 1 0,0-1 0,0 1 0,0 0 1,1 1-1,0-1 0,0 1 0,1 0 0,-1 0 0,1 0 0,0 0 0,1 0 1,0 1-1,0-1 0,0 1 0,1 0 0,0-1 0,0 1 0,0 12 0,0 19-4342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7.6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1 211 4673,'0'0'9226,"71"-178"-9282,-48 154-24,-11 16-16,6 8-208,6 0-360,5 28-296,1 15 119,12 37 41,-7-13-656,-11-7-1513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8.0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43 737 3817,'0'0'9743,"32"-38"-9497,101-129-138,-127 159-104,0 0 0,-1 0-1,0-1 1,0 1 0,-1-1 0,0 0 0,-1 0 0,0-1 0,-1 1 0,1 0 0,-2-1 0,1 0 0,-2 1 0,1-1 0,-2-18 0,0-1 13,1 4-18,1-5 17,-2 0 0,-1 0 0,-8-43 0,8 65-9,0-1 1,-1 1 0,0 0-1,0 0 1,-1 0-1,0 0 1,0 1 0,-1-1-1,0 1 1,0 0-1,0 1 1,-1-1-1,0 1 1,-1 0 0,0 1-1,-11-9 1,12 11 17,0 0 0,0 0-1,0 0 1,0 1 0,-10-3 0,14 5-23,0-1 0,0 1 1,0-1-1,0 1 0,0 0 0,0 0 0,0 0 0,0 0 0,0 0 0,0 0 1,0 1-1,0-1 0,0 1 0,0-1 0,0 1 0,0 0 0,1 0 0,-1 0 1,0 0-1,0 0 0,1 0 0,-1 0 0,1 1 0,-3 1 0,-2 9-41,0 0 0,1 1 0,0-1 0,0 1 0,2 1 0,0-1 0,-3 25 0,4-26 29,-8 71-19,2 166 0,8-201 37,0 1 28,3 0 0,9 52 0,-7-73 10,2-1 0,0-1-1,2 1 1,1-1-1,15 27 1,-9-22 67,1-1 1,1-1-1,41 50 1,-53-72-92,0-1 1,1 1-1,0-1 1,0 0 0,0 0-1,1-1 1,-1 0-1,2 0 1,-1-1-1,0 0 1,1-1 0,-1 1-1,1-2 1,0 1-1,0-1 1,0-1 0,1 1-1,-1-2 1,12 1-1,-16-2-6,0 0-1,0 0 1,0 0-1,0 0 1,0-1-1,0 0 1,0 0-1,0 0 1,-1 0-1,1-1 1,-1 0-1,0 0 1,0 0-1,5-6 1,-2 2-15,0-1 0,0 0 0,-1-1 0,-1 1 0,1-1 0,7-18 0,-5 5-117,0 0 0,-2-1 1,0 1-1,-2-1 0,4-42 1,-8-4-279,-7 137 196,-7 137 250,14-184-205,1 0 0,1 1 0,1-1 0,0 0 0,2 0 0,1 0 0,10 26 0,-7-30-784,0 0 0,18 23 0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8.6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5401,'0'0'7062,"5"42"-6940,-1-11-49,5 48 415,32 130 0,6 10 591,1 3-391,-47-216-694,1 0 0,0-1 0,0 1 0,0 0 0,1-1 0,0 0 0,5 8 0,-8-13-5,0 0 0,0 1 0,0-1 0,0 0 0,0 0-1,0 0 1,1 0 0,-1 0 0,0 0 0,0 0 0,0 0 0,0 1 0,0-1 0,0 0 0,1 0 0,-1 0 0,0 0 0,0 0 0,0 0 0,0 0 0,0 0 0,1 0 0,-1 0 0,0 0 0,0 0 0,0 0 0,0 0 0,1 0 0,-1 0 0,0 0 0,0 0 0,0 0 0,0 0 0,0 0 0,1-1 0,-1 1 0,0 0 0,0 0 0,0 0 0,0 0 0,0 0 0,0 0 0,0 0 0,1 0 0,-1-1 0,0 1 0,0 0 0,0 0 0,0 0 0,0 0-1,0 0 1,0 0 0,0-1 0,0 1 0,0 0 0,0 0 0,0 0 0,0 0 0,0-1 0,0 1 0,0 0 0,0 0 0,0 0 0,0 0 0,0 0 0,0-1 0,0 1 0,0 0 0,1-17-632,-1 15 537,0-46-2016,0-13-2381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9.0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1 409 4929,'0'0'6340,"7"-42"-5770,-1 0-508,3-1 1,17-51 0,-23 88-61,-1 0 0,2-1 0,-1 1 0,1 0 0,-1 0 0,2 1 0,-1-1 0,1 1 0,-1 0 0,1 0 0,1 1 0,-1 0 0,1-1 0,-1 2 0,10-6 0,11-5-3,1 0 0,1 2 0,0 1 0,1 1 1,39-8-1,-22 10-26,0 2-1,86 0 1,-116 5 4,0 2-1,0 0 1,0 1 0,0 1 0,0 0 0,30 11-1,-37-10 14,-1 0-1,1 1 1,-1 0-1,0 0 0,0 1 1,0 0-1,-1 0 1,0 1-1,0 0 1,-1 1-1,1-1 0,-2 1 1,7 10-1,-6-5 11,1 0-1,-2 1 0,0 0 1,0 0-1,-1 0 0,-1 0 1,-1 1-1,2 21 0,-3-5 44,-1 0 0,-1 0 0,-7 34 0,3-41-7,-1 0 1,-1 0-1,-1-1 1,-1 0-1,-1 0 1,-25 41-1,12-29-12,-1-1 0,-2-1 0,-38 37-1,51-57-24,0 0-1,-1-2 1,0 0-1,-27 16 1,33-23 14,1 0 1,-1-1 0,1 0 0,-1 0 0,0-1 0,0 0 0,0-1 0,0 0 0,0 0 0,-1 0 0,1-1 0,-10-1 0,18 1-6,-1-1 1,0 1 0,0 0-1,1-1 1,-1 1 0,0 0-1,0-1 1,1 1 0,-1-1-1,0 1 1,1-1 0,-1 1-1,1-1 1,-1 0 0,1 1-1,-1-1 1,1 0 0,-1 1-1,1-1 1,0 0 0,-1 0 0,1 1-1,0-1 1,-1 0 0,1 0-1,0 0 1,0 1 0,0-1-1,0-1 1,0-31-7,1 23 1,-1 8-8,0 0 0,0 0-1,0 0 1,0 0 0,1 0 0,-1 0-1,1 0 1,0 0 0,-1 0 0,1 0-1,0 0 1,0 1 0,0-1 0,0 0-1,0 1 1,1-1 0,-1 1 0,0-1-1,1 1 1,-1 0 0,1-1 0,0 1-1,-1 0 1,1 0 0,0 0 0,0 0-1,0 0 1,-1 1 0,1-1 0,4 0-1,5-1-6,0 0 0,0 1 0,0 0-1,17 1 1,-14 0-3,-6 0 7,-1 1 0,1-1-1,-1 1 1,1 1-1,-1-1 1,1 1 0,-1 1-1,0-1 1,0 1-1,0 1 1,0-1 0,-1 1-1,8 5 1,-4-1 6,-1 1-1,0 0 1,0 1 0,-1-1 0,0 2 0,0-1 0,6 14 0,1 7 37,0 2 0,-3 0 0,0 0 1,-2 1-1,10 65 0,-8-41 48,-12-57-90,0 0 0,0 1 0,0-1 0,0 0 1,0 0-1,0 0 0,0 0 0,1 0 0,-1 0 0,1 1 0,-1-1 0,1 0 0,-1 0 0,1 0 0,-1 0 0,1-1 0,0 1 0,0 0 0,-1 0 0,1 0 0,0 0 0,0-1 0,0 1 0,0 0 0,0-1 0,0 1 0,0-1 0,0 1 0,2 0 0,-1-2-59,-1 0 0,0 1-1,1-1 1,-1 0 0,0 0-1,0 0 1,0 0 0,1 0-1,-1 0 1,0 0 0,0 0-1,0 0 1,0 0 0,-1-1-1,1 1 1,0 0 0,-1-1-1,1 1 1,0 0 0,-1-1-1,1-2 1,11-34-2265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9.4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3209,'0'0'5161,"19"39"-4817,4 7-224,5 7 108,-4 2-1,29 87 1,-35-77 739,18 133 1,-12 70 1268,-22-241-1967,-1 4 110,8 41 0,-8-65-328,1 0 0,0-1 0,0 1-1,0-1 1,0 1 0,1-1 0,0 0-1,1 0 1,-1-1 0,1 1 0,0-1 0,5 6-1,-4-8 3,0 0-1,0 0 0,1 0 1,-1-1-1,1 0 1,-1 0-1,1 0 0,0-1 1,-1 1-1,1-1 1,0-1-1,0 1 0,0-1 1,0 0-1,0-1 0,7 0 1,12 0 111,7-2-25,0-1 0,0-1 0,0-2 0,0-1 0,55-23 0,-45 16-393,1 1 0,44-7 0,-37 17-1976,-23 6-2839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59.99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665 162 1800,'0'0'14397,"-27"-26"-13708,-90-78-185,112 100-461,-1 0-1,1 0 1,-1 0-1,0 0 0,0 1 1,-9-3-1,13 5-20,-1 1 0,0-1 0,1 1 1,-1 0-1,0 0 0,0 0 0,0 0 0,-4 1 0,-10 0 39,8 0-63,0 0 0,-1 0 0,1 1 0,0 1 0,0-1 1,0 2-1,0-1 0,0 1 0,1 0 0,0 1 0,0 0 1,0 0-1,-13 12 0,-1 3-24,0 2 1,1 0-1,-19 26 0,17-16 19,2 0 0,1 2 0,1 0 0,2 1 0,1 0 0,2 2 0,2 0 0,1 0 0,2 1 0,1 0 0,2 1 0,-1 70-1,6-80 8,-1 7-27,6 57 1,-3-82 16,1 0-1,0 0 0,1-1 1,0 1-1,1-1 0,0 1 0,0-1 1,1-1-1,9 15 0,-5-12-31,1-1 0,0 0 0,0 0-1,1-1 1,0 0 0,1-1-1,0-1 1,1 1 0,0-2-1,0 0 1,1 0 0,-1-2-1,1 1 1,0-2 0,1 0 0,-1-1-1,1 0 1,20 1 0,-18-3 7,0-1 1,0 0 0,0-2 0,0 0-1,0 0 1,-1-2 0,1 0-1,-1-1 1,0 0 0,0-2 0,-1 0-1,1 0 1,-1-1 0,-1-1-1,24-20 1,-17 10-35,-1 0 0,-1-2-1,-1 0 1,0-1 0,-2-1 0,16-30 0,-23 36-5,0-2 1,-1 1 0,0-1-1,-2 0 1,0-1 0,-2 0-1,0 1 1,-1-2 0,1-25 0,-4 34 61,0 10-39,2 25-623,2-9 636,1 1-1,0-1 1,2 0-1,-1 0 1,2-1-1,10 16 1,-5-10 47,1 0 0,1-1 0,24 22 0,-33-34-21,0-1 1,0 0-1,0 0 1,1-1-1,0 0 1,0 0-1,0-1 0,0 0 1,1 0-1,-1 0 1,16 2-1,-18-4-242,0-1 1,0 0-1,0 0 1,0-1-1,0 1 1,0-1-1,0 0 0,0-1 1,-1 1-1,1-1 1,0 0-1,-1 0 1,1 0-1,-1-1 0,1 1 1,-1-1-1,0 0 1,0 0-1,4-5 1,35-44-7372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0.32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6409,'0'0'6786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0.7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0 450 3409,'0'0'10146,"10"-38"-9987,34-124-95,-36 131-62,2 0 1,2 1 0,0 0-1,2 0 1,18-27-1,-26 47-1,-5 8-18,0-1 0,1 1 0,-1 0 0,1 0 0,0 0 0,0 0 0,-1 0 1,1 1-1,1-1 0,-1 1 0,0-1 0,0 1 0,0-1 0,1 1 0,4-1 0,-5 1-18,-1 1 0,1 0 0,0 0 0,0 0 0,-1 0 0,1 0 0,0 0 0,0 0 0,-1 1 0,1-1 0,0 0 0,-1 1 0,1 0 0,0-1 0,-1 1 0,1 0 0,-1 0 0,1 0 0,-1 0 0,1 0 0,-1 0 0,0 0 0,0 1 0,1-1 0,1 3 0,7 14-44,0 0 0,0 0-1,-2 1 1,0 0 0,9 40-1,-9-33 75,25 107 3,5 17 59,-37-148-57,22 55 17,-22-54-18,1 0-1,0 0 1,0 0-1,0 0 1,0-1-1,1 1 1,-1-1-1,1 0 1,-1 1-1,1-1 1,0 0-1,0 0 1,0-1-1,0 1 0,5 1 1,3-1-475,-1-1 0,1 0 0,-1 0 0,21-3 0,-30 2 365,35-3-3937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1.5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145 1 5337,'0'0'4720,"-22"34"-4013,-70 117-167,87-141-493,0 0 0,1 0 0,0 0 0,1 1 0,0-1-1,1 1 1,0 0 0,1 0 0,0-1 0,1 1 0,1 21 0,0 0 61,-1-20-56,0 0 1,1 0 0,1 1-1,0-1 1,0 0 0,6 14 0,-5-19-33,0 0 0,1 1 0,0-2 0,0 1 0,0 0 1,1-1-1,0 0 0,0 0 0,1 0 0,8 6 0,-5-5-21,-1-1 0,1 0 0,0-1 0,0 0 0,1-1-1,-1 0 1,1 0 0,0-1 0,0 0 0,12 1 0,-3-2-37,-1 0 1,1-1 0,0-1 0,32-5 0,-43 4 23,0 0 0,0-1 0,-1 0 1,1-1-1,-1 0 0,0 0 0,0 0 1,0-1-1,0 0 0,0-1 1,-1 1-1,10-10 0,-7 5-52,0-1 1,-1 0-1,0 0 0,-1-1 1,0 0-1,-1 0 0,6-15 0,-2 1-250,-2 0 0,0-1-1,-2 0 1,-1 0-1,-1-1 1,1-50-1,-5 15 4,0 41 367,0 34 219,-1 25-356,0-19 79,0 0 0,1 1 0,2-1 1,0 0-1,0 0 0,2 0 0,8 26 0,-6-31 8,1 0-1,0 0 0,1-1 1,14 19-1,-19-28 15,0-1 0,0 1 1,0-1-1,1 1 0,0-1 0,-1 0 0,1-1 1,0 1-1,1-1 0,-1 1 0,0-1 1,1-1-1,-1 1 0,1 0 0,-1-1 0,1 0 1,0 0-1,9 0 0,-11-2 10,1 1 0,0-1-1,-1 0 1,1 0 0,-1-1 0,1 1-1,-1-1 1,1 1 0,-1-1 0,0 0-1,0-1 1,0 1 0,0 0 0,0-1-1,-1 0 1,1 1 0,-1-1 0,0 0-1,1 0 1,-1-1 0,-1 1 0,4-6-1,4-10-50,-1 0 0,10-36-1,-9 27-138,-1 0 0,-2-1 0,0 0 1,1-42-1,-7 71 163,1 0 0,-1 0 0,0 0 0,1-1 0,-1 1 0,1 0 0,-1 0 1,0 0-1,1 0 0,-1 0 0,1 0 0,-1 0 0,0 0 0,1 0 0,-1 0 0,1 0 0,-1 0 1,1 0-1,-1 0 0,0 0 0,1 0 0,-1 1 0,1-1 0,-1 0 0,0 0 0,1 0 0,-1 1 1,1-1-1,1 2-9,1 1 0,-1-1 0,0 1 0,0 0 0,0 0 0,0 0-1,0 0 1,-1 0 0,1 0 0,-1 0 0,0 0 0,1 4 0,4 10 7,0-5 4,7 17 138,1-1 0,32 50 0,-42-72-71,0-1 1,0 1 0,0-1 0,1 0-1,0 0 1,0-1 0,0 1 0,1-1-1,-1 0 1,1-1 0,0 1 0,0-1-1,0 0 1,0-1 0,1 1 0,-1-1-1,1-1 1,0 1 0,11 0 0,-11-1 75,-1-1 0,1-1 1,0 1-1,-1-1 0,12-3 1,-15 3-103,0-1-1,0 0 1,1 0 0,-1 0 0,-1 0 0,1 0 0,0 0 0,0-1 0,-1 1 0,0-1 0,5-6 0,5-10-54,0-1 0,-1 0 0,-1-1-1,-1 0 1,-1 0 0,6-24-1,-14 44 5,1 1-1,-1-1 0,0 1 1,1-1-1,-1 1 0,1-1 1,-1 1-1,1 0 0,-1-1 1,1 1-1,-1 0 0,1-1 1,0 1-1,-1 0 0,1 0 1,-1-1-1,1 1 0,0 0 1,-1 0-1,1 0 0,0 0 1,-1 0-1,1 0 0,0 0 1,-1 0-1,1 0 0,-1 0 1,1 0-1,0 1 0,-1-1 1,1 0-1,0 0 0,-1 1 1,1-1-1,-1 0 0,1 1 1,-1-1-1,1 0 0,-1 1 1,1-1-1,-1 1 0,1-1 1,-1 1-1,13 18-47,18 38 1,-23-39 118,1-1 0,0 0 0,2-1 1,15 19-1,-24-32-145,1-1 0,-1 0 0,1 0 1,-1 0-1,1 0 0,0 0 0,0-1 0,0 0 1,0 1-1,0-1 0,0 0 0,0 0 1,0 0-1,0-1 0,1 1 0,-1-1 0,0 0 1,0 0-1,1 0 0,-1 0 0,0-1 1,0 1-1,0-1 0,1 0 0,-1 1 0,0-2 1,4-1-1,-3 0-542,-1 0-1,0-1 1,0 1 0,0-1 0,0 0-1,3-4 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1.8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5449,'0'0'3257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2.1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0 3897,'0'0'5169,"-1"47"-3961,-1 13-753,1 255 1671,14-149-449,49 227 1,-46-310-1584,4-2 0,32 83 0,-40-142-560,-12-22 442,0 0 1,0 0 0,0 0-1,0 1 1,1-1-1,-1 0 1,0 0 0,0 0-1,0 0 1,0 0-1,1 0 1,-1 0 0,0 0-1,0 0 1,0 1 0,0-1-1,1 0 1,-1 0-1,0 0 1,0 0 0,0 0-1,1 0 1,-1 0 0,0 0-1,0 0 1,0-1-1,0 1 1,1 0 0,-1 0-1,0 0 1,0 0-1,0 0 1,1 0 0,-1 0-1,0 0 1,0 0 0,0 0-1,0-1 1,0 1-1,0 0 1,1 0 0,-1 0-1,0 0 1,0-1 0,0 1-1,0 0 1,0 0-1,0 0 1,0-1 0,2-3-280,-1-1 1,0 0 0,0 0-1,-1 0 1,1 0-1,-1-7 1,0-63-3145,0-15-4918</inkml:trace>
  <inkml:trace contextRef="#ctx0" brushRef="#br0" timeOffset="1">1 707 3105,'0'0'11082,"308"-4"-11082,-207 4-552,-18 0-3849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2.8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0 456 592,'0'0'9546,"54"-29"-9191,-54 29-355,229-129 111,-209 117-109,-1-1 0,0-2 1,23-22-1,-31 26-16,-1-1 0,-1-1 0,9-14 0,-8 13-10,0-5 89,0 0 1,-1-1 0,-1 0-1,-1-1 1,6-23-1,-8 137-186,4 1-1,29 129 0,-26-164 130,-4 0 1,3 88-1,-11-145-10,0-1 0,-1 1-1,1 0 1,0-1 0,-1 1-1,1-1 1,-1 1-1,1-1 1,-1 1 0,0-1-1,0 1 1,0-1 0,0 1-1,0-1 1,0 0 0,0 0-1,0 0 1,0 1 0,-1-1-1,1 0 1,0 0 0,-1-1-1,1 1 1,0 0-1,-1 0 1,0-1 0,1 1-1,-1-1 1,1 1 0,-1-1-1,1 0 1,-4 1 0,-7 0-27,0 0 1,0 0-1,-20-2 1,10 0 13,-69 1 62,-134 0 2543,223 0-1840,2 0-734,0 1 0,1-1 0,-1 1 0,0-1 0,0 1 1,0-1-1,0 1 0,0-1 0,1 1 0,-1-1 0,0 1 0,0-1 0,1 1 0,-1-1 0,0 0 1,0 1-1,1-1 0,-1 0 0,1 1 0,-1-1 0,0 0 0,1 1 0,-1-1 0,1 0 0,-1 0 1,1 1-1,-1-1 0,1 0 0,-1 0 0,1 0 0,-1 0 0,1 0 0,-1 0 0,1 0 0,-1 0 1,1 0-1,-1 0 0,1 0 0,-1 0 0,1 0 0,78 9 69,1-3 1,104-7-1,-74 0-116,139 1-1533,-86 0-3101,-89 0-2230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4.9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0 687 2801,'0'0'10330,"40"-28"-9701,-40 28-629,168-126 319,-155 116-301,-1-1 0,0 0 0,0-1 0,-1 0 0,-1 0 1,0-1-1,0-1 0,-1 1 0,-1-2 0,11-26 0,-18 39-17,6-18 59,0-1 1,-1 0-1,-2-1 0,0 1 1,-1-1-1,-1 0 0,-1 0 1,-2-27-1,1 27 4,0 13-43,-1-1 1,0 0-1,0 1 1,-1-1-1,0 1 1,-5-13-1,6 20-19,0-1 0,0 1 0,0-1 0,0 1 0,0-1 0,-1 1 0,1 0 0,-1 0 0,0-1 0,0 1 0,1 1 0,-1-1 0,-1 0 0,1 0 0,0 1 0,0-1 0,-1 1 0,1-1 0,0 1 0,-1 0 0,1 0 0,-1 0 0,0 1 0,1-1 0,-1 1 0,-5-1 0,6 1-15,0 0 0,-1 0 1,1 1-1,0-1 0,0 1 0,-1 0 1,1-1-1,0 1 0,0 0 0,0 0 1,0 1-1,0-1 0,0 0 0,0 1 1,0-1-1,0 1 0,1-1 1,-1 1-1,0 0 0,0 2 0,-4 4-78,1 0 1,1 0-1,-7 16 0,8-17 55,-7 20-32,0 1 1,1 0-1,2 1 0,-5 42 0,2 121-12,10-186 57,0 0-1,1 0 1,0 0-1,0 0 1,0 0-1,0 0 1,1-1-1,0 1 1,0 0-1,1-1 1,0 1-1,0-1 1,0 0-1,0 0 1,1 0-1,0 0 1,0-1-1,0 0 1,1 1-1,-1-1 1,1-1-1,0 1 1,0-1-1,0 0 1,1 0-1,-1 0 1,1-1-1,0 0 1,-1 0-1,1 0 1,0-1-1,0 0 1,7 1-1,2 0 20,0-1-1,0 0 0,-1 0 0,1-1 0,0-1 0,0-1 0,0 0 0,-1-1 0,0-1 0,1 0 0,-1 0 0,0-2 0,-1 0 0,17-9 0,-13 4 9,23-13-31,56-26 0,-80 43-51,0 1 0,0 1-1,0 1 1,0 0 0,0 1 0,1 1 0,24-1 0,-28 3-12,1 0 1,0 1-1,0 1 1,-1 0-1,1 1 1,13 4-1,-21-5 73,-1 0-1,0 1 1,0 0-1,0 0 1,0 0-1,0 0 1,-1 1-1,1 0 1,-1 0-1,0 0 1,0 0-1,-1 1 1,1 0-1,-1-1 1,0 1-1,4 10 1,-3-6 11,-1 1 1,0-1 0,-1 0-1,0 1 1,0-1 0,-1 1-1,0 16 1,-1-21 26,0 0 0,0 0 0,-1 0-1,1 0 1,-1-1 0,-1 1 0,1 0 0,0 0 0,-1-1 0,0 1 0,0-1-1,-1 1 1,1-1 0,-1 0 0,0 0 0,-5 6 0,-1-3 46,1-1 1,-1-1-1,0 0 1,0 0-1,-1 0 1,1-1-1,-1-1 1,0 0-1,0 0 1,-20 2-1,-9-1 115,-60-1 0,77-3-180,21 0-1,-40-4-55,39 4 32,1-1 1,-1 1-1,1-1 0,-1 0 1,1 0-1,-1 0 1,1 0-1,-1 0 0,1 0 1,0 0-1,0 0 1,-1 0-1,1-1 0,0 1 1,0 0-1,0-1 1,0 1-1,0-1 1,1 1-1,-2-4 0,0-6-359,0 1 0,1-1 0,0 0-1,1 0 1,1-14 0,-1-2-1325,0-32-3273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05.29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3569,'0'0'7288,"13"41"-7633,98 295 323,-8-5 689,24 67 328,-118-380-1390,-9-18 377,0 0-1,0 0 1,0 0-1,0 0 1,0 0-1,0 0 1,1 1-1,-1-1 1,0 0-1,0 0 1,0 0-1,0 0 1,0 0-1,0 0 1,1 0-1,-1-1 1,0 1-1,0 0 1,0 0-1,0 0 1,0 0-1,0 0 1,1 0-1,-1 0 1,0 0-1,0 0 1,0 0-1,0 0 1,0 0-1,0 0 1,0 0-1,0-1 1,0 1-1,1 0 1,-1 0-1,0 0 1,0 0-1,0 0 1,0 0-1,0-1 1,0 1-1,0 0 1,0 0-1,0 0 1,0 0-1,0 0 1,0 0-1,0-1 1,0 1-1,0 0 1,0 0-1,0 0 1,0 0-1,0 0 1,0 0-1,0-1 1,1-34-1810,-1 27 1856,1-17-636,-2 0 0,0 0 0,-2 0 0,0 0 0,-2 1-1,-1-1 1,-12-32 0,16 52 717,-3-8 525,0 1 0,1-2 0,-6-24 0,10 35-582,-1 1 0,1-1 1,0 0-1,-1 1 0,1-1 1,0 1-1,1-1 0,-1 0 0,0 1 1,1-1-1,-1 1 0,1-1 0,0 1 1,0-1-1,0 1 0,0-1 1,0 1-1,1 0 0,-1 0 0,1 0 1,-1 0-1,1 0 0,0 0 0,0 0 1,-1 0-1,1 1 0,1-1 1,-1 1-1,2-2 0,22-6-199,0 2-1,0 1 1,34-4 0,6 2-1762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14.0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65 97 1136,'0'0'12838,"-8"-19"-12408,-23-58-370,31 77-64,0 0 0,0 0 0,0 0-1,-1 0 1,1 0 0,0 0-1,0 1 1,0-1 0,0 0 0,0 0-1,0 0 1,0 0 0,0 0-1,0 0 1,0 0 0,0 0-1,0 0 1,-1 0 0,1 0 0,0 0-1,0 0 1,0 0 0,0 0-1,0 0 1,0 0 0,0 0 0,0 0-1,0 0 1,-1 0 0,1 0-1,0 0 1,0 0 0,0 0 0,0 0-1,0 0 1,0 0 0,0 0-1,0 0 1,0 0 0,0 0-1,-1 0 1,1 0 0,0 0 0,0 0-1,0 0 1,0-1 0,0 1-1,0 0 1,0 0 0,0 0 0,0 0-1,0 0 1,0 0 0,0 0-1,0 0 1,0 0 0,-3 16-125,2 23 5,31 611 1019,10-408-803,-49-248-902,1 0 0,0-1 1,0 0-1,-11-13 0,-17-19-5374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14.6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1 471 3305,'0'0'8691,"12"-42"-8150,-5 15-483,-2 4-23,1 1 0,1 1 0,18-38 0,-19 48-27,1 0 0,0 1 0,0 0 0,1 0 0,0 0 0,1 1 0,0 1 1,1-1-1,0 2 0,0-1 0,17-9 0,21-8-18,1 1 0,1 3 0,1 2-1,0 3 1,2 1 0,-1 3 0,2 2 0,-1 3-1,1 1 1,90 4 0,-127 3-49,0 1 0,0 0 0,0 2-1,-1-1 1,1 2 0,-1 0 0,0 1 0,0 1-1,21 13 1,-29-15 6,0 1 1,0-1-1,0 2 0,-1-1 0,0 1 1,0 1-1,0-1 0,-1 1 0,0 0 1,-1 0-1,0 1 0,0-1 0,-1 1 0,0 0 1,-1 1-1,0-1 0,4 17 0,-4-9 46,-1 1-1,0 0 1,-1-1-1,-1 1 0,-1 0 1,0 0-1,-1-1 0,-1 1 1,-1-1-1,0 1 1,-1-1-1,-1-1 0,-12 24 1,0-11 41,-1-1 1,-2-1-1,-1 0 1,-1-2-1,0 0 1,-2-2-1,-1-1 1,-39 25-1,53-40 86,0 0-1,0-2 0,0 0 0,-1 0 0,0-1 0,0 0 0,0-1 1,0-1-1,-1 0 0,1-1 0,-1 0 0,1-1 0,-1-1 0,-25-4 0,36 5-100,1-1-1,-1 1 0,1-1 1,-1 0-1,1 0 0,0 0 1,-1 0-1,1 0 0,0 0 1,0-1-1,0 1 0,0-1 0,0 1 1,0-1-1,0 0 0,0 0 1,1 0-1,-1 0 0,-1-2 1,1 0-35,0-1 1,1 1-1,-1-1 1,1 1 0,0-1-1,0 1 1,1-1-1,-1 0 1,1-7 0,1 10 9,-1 1 1,1-1-1,-1 1 1,1-1 0,0 1-1,0-1 1,-1 1 0,1 0-1,0-1 1,0 1 0,0 0-1,0 0 1,1 0-1,-1-1 1,0 1 0,0 0-1,1 1 1,-1-1 0,0 0-1,1 0 1,-1 1 0,1-1-1,-1 0 1,1 1 0,0 0-1,-1-1 1,3 1-1,53-10-140,-46 9 90,35-4-206,1 2 0,78 5 0,-108 1 224,0 0 1,-1 0 0,0 2 0,0 0-1,0 1 1,-1 0 0,0 2-1,0 0 1,-1 0 0,0 1 0,0 1-1,19 17 1,-14-8 34,1 0 0,-2 1-1,-1 1 1,0 0 0,-2 1-1,0 1 1,11 26 0,-20-36 200,-1 1 0,0-1 0,-1 2 0,0-1-1,-1 0 1,-1 1 0,0-1 0,-1 29 0,-21-42-89,15-1-365,1 0 0,0-1-1,-1 1 1,1-1 0,0 1 0,0-1-1,-1-1 1,1 1 0,0-1-1,0 1 1,0-1 0,-5-4 0,-11-13-5418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15.01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113 123 4929,'0'0'5899,"9"-21"-6600,-3 6 551,1 0-1,0 1 0,17-24 1,-22 36 132,-1 1 0,1-1 0,-1 1 0,1-1 1,0 1-1,0-1 0,0 1 0,0 0 0,0 0 1,0 0-1,0 0 0,0 0 0,1 1 0,-1-1 1,0 1-1,0-1 0,1 1 0,-1 0 0,0 0 1,1 0-1,-1 0 0,0 0 0,1 0 0,-1 1 1,0-1-1,0 1 0,1 0 0,-1-1 0,0 1 1,0 0-1,0 0 0,0 1 0,0-1 0,0 0 1,0 1-1,1 1 0,4 3-11,0 0 1,0 0-1,-1 1 0,0 0 1,0 0-1,-1 0 0,7 13 1,-7-10 17,0 1 1,-1 0-1,0 0 1,-1 0-1,0 1 1,1 18 0,0 74 79,-4-91-49,-1 5 64,-1 0 0,-1 1 1,0-1-1,-2 0 1,0-1-1,0 1 1,-2-1-1,0 0 0,-17 27 1,-11 13 905,-57 69 1,75-104-624,-108 141 1968,124-161-2300,16-2-136,63 0-250,140-16 0,-136 1-1370,-19 2-1912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15.74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4401,'0'0'8270,"0"1"-8269,1 2-27,-1 1 1,0-1-1,1 1 1,0-1-1,0 1 1,0-1-1,0 1 0,0-1 1,3 4-1,4 13 33,11 45 250,-4 0 0,8 70 0,5 136 626,-27-256-848,13 159 374,44 400-735,-53-561-744,2-16 131,5-22-1138,-5-12-2559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16.0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 0 4241,'0'0'6660,"-1"44"-6323,0-9-224,-1 15 112,2 0-1,2 1 1,3-1 0,11 53 0,38 134 1130,-7-39-274,22 223 1,-64-370-1070,1 25-137,20 84-1,-20-138-1254,-1-57-11562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16.62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401 0 5913,'0'0'9700,"-56"43"-9675,-22 19 22,-72 71 1,141-123-32,0-1 1,1 1 0,0 1-1,0 0 1,1 0-1,1 0 1,0 1 0,0 0-1,1 0 1,1 0 0,0 1-1,-3 15 1,-5 45 196,3 1 0,3-1 1,3 1-1,11 108 1,-5-147-198,2-1 1,2 1-1,1-1 1,2 0-1,1-1 1,1 0-1,2-1 0,1-1 1,2 0-1,1-1 1,1 0-1,2-2 1,30 33-1,-41-51-118,0-1-1,1 0 1,0 0-1,0-1 1,1-1-1,-1 0 1,2-1-1,-1 0 1,1 0-1,24 6 1,-27-10-177,0 0 0,0-1 0,0 0 1,0 0-1,1-1 0,-1 0 0,0-1 1,0 0-1,0-1 0,0 0 0,0 0 1,-1-1-1,1-1 0,-1 0 0,11-5 0,-8 2-1043,-1-1 0,0 0 0,12-13-1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17.3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68 113 4337,'0'0'3097,"0"41"-1840,0 263 808,0 83 318,0-385-2254,0-11 1023,-9-133-1080,0-10-844,9-108-664,0 245 1338,1 0-1,1-1 1,0 1 0,1 0-1,1 1 1,0-1 0,1 0-1,1 1 1,13-26 0,-14 32 77,0 0 0,0 1 0,1-1 1,0 1-1,0 1 0,0-1 0,1 1 0,0 0 0,0 0 1,1 1-1,-1 0 0,1 1 0,1-1 0,-1 1 0,0 1 0,1 0 1,0 0-1,10-2 0,-12 4-4,0 0-1,1 0 1,-1 0-1,1 1 1,-1 0 0,0 1-1,1 0 1,-1 0-1,11 3 1,-14-3 2,-1 1-1,0-1 1,0 1 0,0 0-1,1-1 1,-2 2 0,1-1 0,0 0-1,0 1 1,-1-1 0,1 1-1,-1 0 1,0-1 0,0 1-1,0 0 1,0 1 0,0-1-1,-1 0 1,0 0 0,1 1-1,0 4 1,1 10 16,0-1 0,-1 1 0,-1 0 0,-1 22-1,0-21 28,-1-3 19,0 0 1,-1 0-1,-1 0 0,0 0 0,-2-1 0,1 1 1,-2-1-1,0 0 0,-1-1 0,0 0 0,-15 22 1,-4-1 41,-2 0 0,-62 60 0,77-83-31,0-1 0,0 0 0,-26 16 1,33-23-21,-1-1 0,0 0 0,0 0 0,-1 0 0,1-1 0,0 0-1,-1 0 1,0-1 0,1 0 0,-10 0 0,16-2-43,0 1 1,1 0-1,-1-1 0,1 1 0,-1-1 0,1 1 0,-1-1 0,1 1 0,-1-1 0,1 1 0,-1-1 0,1 1 0,0-1 0,-1 0 0,1 1 0,0-1 0,0 1 0,-1-1 0,1 0 0,0 1 0,0-1 0,0 0 1,0 1-1,0-1 0,0 0 0,0 0 0,0 1 0,0-1 0,0 0 0,0 1 0,0-1 0,1 0 0,-1 1 0,0-1 0,0 1 0,1-2 0,10-26-153,-6 22 147,0 1-1,1 1 1,-1-1-1,1 1 1,0 0 0,1 0-1,-1 1 1,8-3-1,56-20-233,-55 23 174,0-1 0,0 2-1,1 0 1,-1 1 0,31 1 0,-38 1 74,0 0 1,-1 0 0,1 0-1,-1 1 1,0 0-1,1 1 1,-1-1-1,0 2 1,0-1-1,-1 1 1,1 0-1,-1 0 1,10 8-1,-5-1 94,-1 1-1,-1-1 1,0 2-1,0-1 0,-1 1 1,-1 1-1,0-1 0,-1 1 1,-1 0-1,7 25 1,-5-5 558,-1 0 1,-2 0-1,0 64 1,-4-97-1038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17.8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1 275 1584,'0'0'8798,"20"-39"-8768,60-122-10,-58 112 3,-19 31 39,-4 13-26,1 5-33,0 0 1,1-1-1,-1 1 1,0 0-1,0 0 1,0 0-1,0 0 0,0 0 1,0 0-1,0 0 1,0 0-1,0-1 1,0 1-1,0 0 1,0 0-1,0 0 0,1 0 1,-1 0-1,0 0 1,0 0-1,0 0 1,0 0-1,0 0 1,0 0-1,0 0 0,1 0 1,-1 0-1,0 0 1,0 0-1,0 0 1,0 0-1,0 0 1,0 0-1,1 0 0,-1 0 1,0 0-1,0 0 1,0 0-1,0 0 1,0 0-1,0 0 1,0 0-1,1 0 0,-1 0 1,0 0-1,0 0 1,0 0-1,0 0 1,0 0-1,0 1 0,0-1 1,0 0-1,0 0 1,0 0-1,1 0 1,-1 0-1,0 0 1,0 0-1,0 0 0,0 1 1,0-1-1,0 0 1,0 0-1,8 11-14,114 261 147,-114-254-121,0 1-1,-1-1 0,-1 2 1,-1-1-1,0 0 1,-2 1-1,0 0 0,0 32 1,-3-51 14,0 1 0,-1-1 0,1 1 0,0-1 1,-1 1-1,1-1 0,-1 0 0,0 1 0,1-1 0,-1 0 1,0 1-1,0-1 0,0 0 0,0 0 0,0 0 0,0 0 1,0 0-1,0 0 0,0 0 0,-1 0 0,1 0 0,0-1 1,0 1-1,-1 0 0,1-1 0,-1 1 0,1-1 1,0 0-1,-1 1 0,1-1 0,-1 0 0,1 0 0,-3 0 1,-9 1 291,-1 0 1,-27-3-1,16 1 550,24 1-542,23 0-451,35-1-374,0 2 0,-1 3 0,81 16 1,-87-5-2998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0.4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1 3873,'0'0'8374,"-5"3"-8274,2-1-107,1 1 1,0-1-1,0 1 1,0 0-1,0 0 1,0 0-1,0 0 1,1 0-1,-1 0 1,1 0-1,0 0 1,0 1-1,0-1 1,0 0-1,1 1 1,-1-1-1,1 6 1,-1 15 30,2 36 0,0-20 14,-1 521 897,0-559-949,1 4 10,-1-1 1,-1 1 0,1-1-1,-1 1 1,-2 9 0,2-14-101,1 1 1,-1-1-1,1 0 1,-1 0-1,0 0 1,0 0-1,1 0 1,-1 0-1,0 0 1,0 0-1,0 0 1,0 0-1,0 0 1,0-1-1,0 1 1,-1 0-1,1-1 1,0 1-1,0-1 1,0 1-1,-1-1 1,1 1-1,0-1 1,-1 0-1,1 0 1,0 0-1,-1 0 1,-1 0 0,-14 0-1970,-1 0-1629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0.8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12 592,'0'0'9682,"178"0"-9570,-83 4 8,6-4-40,-12 0-24,-12 0-56,-12 0 0,6 0-616,-18-8-1320,-11 0-2457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1.2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187 1 4385,'0'0'4888,"11"49"-4604,3 14-136,57 243 865,1 3 611,-59-237-1145,-3 1 1,1 97-1,-11 15 428,0-183-894,0 11 64,-1 0-1,1 0 1,-6 21 0,6-31-65,-1 0 0,0-1 0,0 1 0,0 0 0,0 0 0,0-1 0,-1 1 0,1-1 0,-1 1 0,0-1 0,1 1 0,-1-1 0,0 0 0,0 0 0,-1 0 0,1 0 0,0 0 0,-1-1 0,1 1 0,-1-1 0,-5 3 0,2-2 18,0-1 0,0 0 0,0 0 0,0 0 0,0 0 0,0-1 0,0 0 0,0 0 0,0-1 0,0 0 0,0 0 0,-11-4 0,7 2-18,0-1-1,0-1 1,1 0 0,0 0-1,0-1 1,-16-13 0,9 3-58,-1 0 0,2-1 0,0-1 0,1 0 0,1-1 0,-13-24 0,17 24-61,1 0 0,0-1 1,2 0-1,0 0 0,2 0 0,0-1 1,1 1-1,1-1 0,1 0 1,1 0-1,4-38 0,-3 51 71,1 0 0,0 0 0,0 0 0,0 0 0,1 1-1,0-1 1,0 1 0,1 0 0,0 0 0,1 0 0,-1 0 0,1 1-1,0-1 1,1 1 0,0 1 0,0-1 0,0 1 0,0 0 0,1 1-1,0-1 1,0 1 0,8-3 0,16-7-485,0 2-1,1 2 1,65-14-1,-71 19-157,4-4-1196,-10-2-1057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1.6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5401,'0'0'5233,"101"108"-13138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2.0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 13 4601,'0'0'9378,"-6"12"-9378,-1 5 11,2 1 0,0 0 0,1 0 0,0 0 0,2 0 0,0 0 0,1 1-1,1-1 1,3 35 0,0-32-5,1 0-1,1 0 0,1-1 0,0 0 0,2 0 1,0 0-1,1-1 0,1 0 0,1 0 0,22 27 1,-31-43-11,1 0 1,0 0 0,-1-1 0,1 1 0,0-1-1,0 0 1,0 0 0,0 0 0,1 0 0,-1-1-1,0 1 1,6 0 0,-8-1 5,1-1 1,0 0-1,0 0 1,0 1-1,-1-1 1,1-1-1,0 1 1,0 0-1,0 0 1,-1-1-1,1 1 1,0-1-1,0 1 1,-1-1-1,1 0 1,-1 0-1,1 0 1,-1 1-1,1-2 1,-1 1-1,1 0 0,-1 0 1,0 0-1,1-1 1,-1 1-1,0 0 1,1-3-1,6-8 52,-1 0-1,-1-1 1,0 0-1,-1-1 1,6-21-1,11-73-127,-21 104 94,3-10-228,-4 14 181,1 0 1,-1-1 0,1 1 0,0 0 0,-1 0-1,1 0 1,-1 0 0,1 0 0,-1 0-1,1 0 1,0 0 0,-1 0 0,1 0 0,-1 0-1,1 0 1,-1 0 0,1 0 0,-1 1 0,1-1-1,-1 0 1,1 0 0,-1 1 0,1-1-1,-1 0 1,1 1 0,0-1 0,7 6-150,1 0 0,-1 0 0,-1 0 1,13 13-1,-16-14 187,-1-1 1,2 1-1,-1-1 1,0 0 0,1 0-1,0-1 1,0 0-1,0 1 1,0-1 0,1-1-1,-1 1 1,1-1-1,0 0 1,-1 0 0,1-1-1,0 0 1,9 1-1,-14-2 35,1 0-1,-1-1 0,0 1 0,1 0 1,-1-1-1,0 1 0,1-1 0,-1 1 1,0-1-1,0 0 0,0 0 0,0 1 0,1-1 1,-1 0-1,0 0 0,0 0 0,-1 0 1,1 0-1,0 0 0,0-1 0,0 1 1,-1 0-1,1-1 0,13-33 542,-13 28-513,4-14 24,-1-1 0,-1 0-1,0 0 1,-2 0 0,-3-35 0,1 8-23,2 44-23,-1 1 1,0 0-1,0 0 1,-1-1 0,1 1-1,-1 0 1,0 0-1,0 0 1,0 0-1,-1 0 1,1 0 0,-1 0-1,0 0 1,0 1-1,0-1 1,-1 1 0,1-1-1,-5-4 1,1-1-85,9 5-1707,16 4-2514,-13 0 3802,29 0-4089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2.4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1432,'0'0'8505,"0"39"-8309,0 248 741,0 254 3124,0-538-4050,0 0-1,1 0 0,-1 0 1,0 0-1,1 0 1,0 0-1,-1 0 0,1 0 1,1 0-1,-1 0 1,0-1-1,1 1 0,-1 0 1,1-1-1,0 1 1,0-1-1,3 4 0,-1-3 13,0 0 0,0 0 0,0-1 0,0 0 0,0 1 0,1-1 0,-1-1 0,1 1 0,-1-1 0,7 2 0,10-1 28,-1 0 0,1-1 0,0-1 0,25-4 0,9-2-337,46-2-2339,-54 8-677,-9 0-1966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3.28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1 256 1216,'0'0'12994,"12"-25"-12698,12-19-248,56-111 33,-72 135-76,-8 19-19,0 1-1,0-1 0,0 1 0,1-1 1,-1 1-1,0-1 0,0 1 0,0-1 0,1 1 1,-1-1-1,0 1 0,1-1 0,-1 1 1,0 0-1,1-1 0,-1 1 0,0 0 0,1-1 1,-1 1-1,1 0 0,-1-1 0,1 1 0,-1 0 1,1 0-1,-1-1 0,1 1 0,-1 0 1,1 0-1,-1 0 0,1 0 0,-1 0 0,1 0 1,-1 0-1,1 0 0,-1 0 0,1 0 1,0 0-1,-1 0 0,1 0 0,-1 0 0,1 1 1,-1-1-1,1 0 0,12 12-918,3 15 857,-2 1 0,0 0-1,-2 1 1,-1 1-1,-1-1 1,-1 2 0,-2-1-1,-1 1 1,-2 0-1,-1 0 1,-1 1 0,-2-1-1,-4 37 1,4-65 72,-1 0 0,1 0-1,-1 0 1,0 0 0,0 0 0,0 0 0,-1 0-1,1 0 1,-1 0 0,0-1 0,1 1 0,-1 0-1,0-1 1,-1 0 0,1 1 0,0-1 0,-1 0-1,1 0 1,-1 0 0,-3 2 0,-7 2-3,1 0 0,-1-1 0,-21 6-1,15-5 54,19-6-32,-1 0-1,1 0 1,-1 0 0,1 0-1,-1 0 1,1 0-1,-1 1 1,1-1-1,0 0 1,-1 0 0,1 0-1,-1 0 1,1 0-1,0 1 1,-1-1 0,1 0-1,0 0 1,-1 1-1,1-1 1,0 0-1,-1 0 1,1 1 0,0-1-1,-1 0 1,1 1-1,0-1 1,0 1 0,-1-1-1,1 0 1,0 1-1,0-1 1,0 1-1,0-1 1,0 0 0,0 1-1,16 6 151,41 1-87,-51-7-27,239 18-956,-167-15-1339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3.7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3441,'0'0'6177,"-12"262"-5361,12-178 136,0-1-143,6-8-377,0-11-248,0-12-184,0-17-56,-6-23-1049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4.02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2601,'0'0'5161,"427"24"-5161,-309-24-1089,-17 0-3119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4.3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382 1 4257,'0'0'3449,"7"42"-1766,-1-3-1254,7 41 692,31 101 1,-26-118-660,-3 1-1,-3 1 1,-2 0-1,1 92 0,-11-150-406,0 0 0,0 0 0,-1 0 0,0 0 0,0 0 0,-1-1 0,0 1 0,0 0 0,-4 7 0,4-11-26,0 1-1,-1-1 1,1 1-1,-1-1 1,0 0 0,0 0-1,0 0 1,0-1 0,0 1-1,-1-1 1,1 1-1,-1-1 1,0 0 0,0-1-1,0 1 1,-4 1 0,-13 1 53,-1 0 1,0-1-1,0-1 1,0-1-1,0-1 1,1 0-1,-28-6 1,34 5-74,0-2-1,0 0 1,0 0 0,0-2 0,1 0 0,-1 0 0,1-2 0,0 1-1,1-2 1,0 0 0,0 0 0,1-1 0,-21-20 0,30 25-5,0-1 1,0 1 0,0-1-1,1 0 1,-1 0-1,1 0 1,0-1-1,1 1 1,-1 0-1,1-1 1,0 1 0,1-1-1,-1 1 1,1-1-1,0 1 1,1-10-1,-1 0-48,1 10-8,0 0 1,-1 0-1,1 0 0,1 0 0,-1 0 1,1 0-1,0 0 0,0 1 1,0-1-1,1 1 0,0-1 0,-1 1 1,2 0-1,-1 0 0,0 0 0,1 0 1,6-5-1,16-18-405,55-77-2759,-50 53-408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4.7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4121,'0'0'8458,"71"131"-17636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5.0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96 5289,'0'0'6279,"10"41"-5684,36 133-70,-42-159-435,1 0-1,0 0 1,1 0-1,1-1 1,0 0 0,1-1-1,15 20 1,-13-19-8,-4-6-38,0 0 1,1-1 0,0 0-1,1 0 1,0 0-1,0-1 1,0 0 0,1 0-1,-1-1 1,16 7 0,-19-10-15,-1-1 0,1 1 1,-1-1-1,1 0 1,0 0-1,-1 0 0,1 0 1,0-1-1,0 0 1,0 0-1,-1 0 0,1-1 1,0 0-1,0 1 1,-1-2-1,1 1 1,-1 0-1,1-1 0,-1 0 1,1 0-1,-1 0 1,0-1-1,0 0 0,4-3 1,1-3 5,-1-1 0,0 0 0,-1 0 0,0-1 0,9-16 1,-4 5-42,-11 21-6,0 0 0,-1 1 1,1-1-1,0 1 0,-1-1 1,1 0-1,0 1 0,0-1 0,0 1 1,-1 0-1,1-1 0,0 1 1,0 0-1,0-1 0,0 1 0,0 0 1,0 0-1,0 0 0,0 0 1,0 0-1,0 0 0,0 0 0,0 0 1,0 0-1,-1 0 0,1 1 1,0-1-1,0 0 0,2 1 0,23 13-179,-4 4 170,-10-8-7,0 0-1,25 14 1,-33-22 49,-1 0 0,1-1 1,-1 1-1,1-1 0,0 0 1,-1 0-1,1 0 0,0 0 1,0-1-1,0 1 0,-1-1 1,1 0-1,0 0 0,0-1 1,0 1-1,7-3 0,-9 2 35,0-1 0,1 1 0,-1-1-1,0 0 1,0 0 0,0 0 0,0 0-1,0 0 1,-1 0 0,1-1 0,-1 1 0,1 0-1,-1-1 1,0 0 0,0 1 0,0-1 0,0 1-1,0-1 1,0-5 0,2-3 78,5-16-3,-2 0-1,-1 0 1,3-42-1,-5-84-16,-3 112-58,0 36-35,1 1 1,-1-1-1,0 0 1,-1 0-1,1 1 1,-1-1-1,0 0 1,0 1-1,-1-1 1,1 1-1,-1-1 1,0 1 0,0 0-1,0 0 1,-1 0-1,0 0 1,1 0-1,-1 0 1,-6-4-1,3 2-389,15 25-5263,22 14 2149,4 3-1270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5.4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1528,'0'0'8345,"2"9"-8265,13 87 929,-4 1 1,-3 161-1,-8-256-995,0 32 263,5 41-1,-4-65-223,1 1 0,1-1-1,0 1 1,0-1 0,1 0 0,0 0-1,0 0 1,8 11 0,-10-19-13,0 0 0,0 0 0,0 0 1,0-1-1,0 1 0,1 0 0,-1-1 0,1 0 0,-1 1 1,1-1-1,-1 0 0,1 0 0,-1-1 0,1 1 0,0-1 0,-1 1 1,6-1-1,58 0 877,-36-2-755,-17 1-117,0 0 1,1-1-1,-1-1 0,17-5 1,-17 4-628,1 0-1,-1 1 1,1 1-1,18-1 1,-8 3-3201,-5 0-1501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5.7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84 118 6729,'0'0'9652,"-15"-18"-9332,-43-57-353,47 57-71,17 15-47,-6 3 143,17-2-276,0 1 1,-1 0-1,1 2 0,19 2 1,-32-3 249,0 1 1,0 0 0,0 0 0,0 0-1,0 0 1,0 1 0,0 0 0,-1-1-1,1 1 1,-1 1 0,1-1 0,-1 0-1,0 1 1,0 0 0,0 0-1,0 0 1,0 0 0,-1 0 0,1 0-1,-1 1 1,0-1 0,0 1 0,2 6-1,-1 3 2,0 0 0,-1 0 0,-1 0 0,0 0 0,-2 24-1,0-10 49,0-13 1,-1 1 0,-1 0 0,0-1 0,-1 0 0,-1 0 0,0 0 0,-1 0 0,0-1 0,-11 16 0,9-16 25,1 1-1,0 0 1,1 0-1,0 0 1,1 1-1,1 0 1,0 0-1,1 0 1,-1 21-1,4-35-41,0-1 0,0 1 0,0 0 0,1-1 0,-1 1 0,0-1 0,1 1 0,-1 0 0,1-1 0,-1 1 0,0-1 0,1 1 0,-1-1-1,1 1 1,-1-1 0,1 0 0,-1 1 0,1-1 0,0 0 0,-1 1 0,1-1 0,0 0 0,-1 0 0,1 1 0,-1-1 0,1 0-1,0 0 1,-1 0 0,1 0 0,0 0 0,1 0 0,27 0-40,-21 0 16,14 0-152,-9 1-52,-1-1 1,1-1-1,-1 0 0,15-3 0,-22 2-260,1 1-1,-1-1 1,0-1-1,0 1 1,0-1-1,0 1 1,6-6-1,26-23-7522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26.13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1192,'0'0'8858,"207"238"-7530,-130-123 33,0 12-201,-18 8-384,-11 4-216,-24 12-304,-24 7-144,0 9-112,-89 59-248,-12-39-960,-18-36-1945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2.7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30 129 1384,'0'0'9774,"0"-13"-8964,0-46-239,1 56-388,-1 0 1,0 0-1,0-1 1,0 1-1,0 0 1,0-1-1,-1 1 1,0 0-1,1 0 1,-1 0-1,0-1 1,-1 1-1,1 0 1,-4-5-1,5 7-162,0 1-1,-1 0 1,1 0-1,-1-1 0,1 1 1,0 0-1,-1 0 1,1-1-1,-1 1 1,1 0-1,-1 0 0,1 0 1,0 0-1,-1 0 1,1-1-1,-1 1 1,1 0-1,-1 0 0,1 0 1,-1 0-1,1 1 1,-1-1-1,1 0 1,-1 0-1,1 0 1,-1 0-1,1 0 0,0 1 1,-1-1-1,1 0 1,-1 0-1,1 1 1,0-1-1,-1 0 0,1 0 1,-1 1-1,1-1 1,0 1-1,0-1 1,-1 0-1,1 1 0,0-1 1,0 1-1,-1-1 1,1 0-1,0 1 1,0-1-1,0 1 0,0-1 1,0 1-1,-1-1 1,1 1-1,0-1 1,0 1-1,1 0 1,-1 706-148,0-706 412,0-26-4907,0 2-1421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3.0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30 4241,'0'0'8843,"47"-4"-8686,2-1-114,259-13 197,246 17 167,-530 1-451,-13-1-23,0 0 0,0 1 0,0 1 0,1 0 0,-1 0 0,0 1-1,0 1 1,0 0 0,12 4 0,-23-6-104,1-1 0,0 1-1,0 0 1,-1-1 0,1 1-1,-1-1 1,1 1 0,0 0-1,-1 0 1,1-1 0,-1 1-1,1 0 1,-1 0 0,0 0-1,1-1 1,-1 1 0,0 0-1,0 0 1,0 0 0,1 0-1,-1 0 1,0 0 0,0 0 0,0-1-1,-1 3 1,1-2-245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3.4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2665,'0'0'12378,"59"4"-12370,24-4-8,18 0 80,17 0-80,1 0 0,5 0-264,36 4-968,-30 0-897,-23-4-1975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3.7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72 0 432,'0'0'10352,"0"24"-9479,2 13-569,-1-9 24,0 1-1,-7 47 1,1-45 142,-2 1 0,-14 41 0,12-50-313,2 1 1,1-1 0,1 2-1,1-1 1,-1 30-1,5-52-156,0 0-1,0 0 0,0 0 1,0 1-1,0-1 1,0 0-1,1 0 1,-1 0-1,1 0 0,0 0 1,-1 0-1,2 2 1,0-2 1,-1-1 1,1 0-1,-1 0 1,1 0-1,0 0 1,-1 0 0,1 0-1,0-1 1,0 1-1,0-1 1,-1 1-1,5 0 1,51 9-760,0-3-1,0-2 1,87-3 0,-106-2-1098,11 0-2414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4.1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0 370 808,'0'0'9834,"125"0"-9834,-66-8-152,24-24-728,-24 8-1040,-11-4-2241</inkml:trace>
  <inkml:trace contextRef="#ctx0" brushRef="#br0" timeOffset="1">172 76 4193,'0'0'5329,"314"-20"-5257,-255 0-72,-11 0-1000,-25 4-1777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4.5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20 6161,'0'0'9194,"468"32"-8514,-278-32-295,-1-8-265,-11-8-72,-24 4-48,-23 5-72,-37 3-793,-11 4-951,-35 0-2089,-19-4-2728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6.3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215 509 1592,'0'0'9582,"1"4"-8896,3 7-71,-1-12-49,2-25 382,-1-42-56,-3 28-750,0 14-13,-5-44 0,3 61-115,0 1 0,-1 0 0,0 0-1,-1 0 1,0 0 0,0 0 0,-1 1 0,0-1-1,-6-9 1,7 14-12,-11-17 35,-1 0 1,-24-24-1,34 40-56,1 0 1,-1 0-1,0 0 0,0 0 1,0 1-1,0 0 0,-1 0 1,1 0-1,-1 1 0,0 0 0,1 0 1,-1 0-1,0 1 0,0-1 1,-9 1-1,14 1-4,0 0 0,1 0 0,-1 0 0,0 0 0,1 1 0,-1-1 0,0 0 0,0 0 0,1 1 0,-1-1 0,0 0 0,1 1 0,-1-1 0,1 1 1,-1-1-1,1 1 0,-1-1 0,1 1 0,-1-1 0,1 1 0,-1-1 0,1 1 0,-1 0 0,1-1 0,0 1 0,-1 1 0,-5 21-217,5-16 128,-3 27-79,1 0 0,3 53 1,0-42 183,1-24 9,1 1 0,1-1 0,1 0 0,1 0 0,1 0 0,0-1 0,2 0-1,0 0 1,1 0 0,17 25 0,-16-28-20,1-1-1,1-1 0,0 0 0,1 0 0,1-1 1,0-1-1,1 0 0,0-1 0,1 0 0,1-2 1,28 15-1,-36-21-12,0-1 0,1 0 0,0-1 0,-1 0 0,1 0 0,19 0 0,-24-2 28,0 0 0,0 0 1,-1 0-1,1-1 0,0 0 1,0 0-1,0 0 0,-1-1 1,1 1-1,-1-1 0,1 0 1,-1-1-1,0 1 0,0-1 1,8-6-1,-3-2 15,0 0 1,-1-1-1,0 0 1,-1 0-1,0 0 1,-1-1 0,0-1-1,6-21 1,0-10-10,10-63 1,-9-9-240,-2-215 0,1 351-491,1 23 533,13 74-1,6 23 212,-25-115 22,-3-12 39,0 1 0,0 0-1,1-1 1,1 0 0,11 19-1,-17-31-34,1 0 0,-1 0 0,1 0 0,0 1-1,-1-1 1,1 0 0,-1 0 0,1 0 0,0 0 0,-1 0-1,1 0 1,-1 0 0,1-1 0,0 1 0,-1 0 0,1 0-1,-1 0 1,1-1 0,0 1 0,-1 0 0,1 0 0,-1-1-1,1 1 1,-1 0 0,1-1 0,-1 1 0,1-1-1,-1 1 1,0-1 0,1 1 0,-1-1 0,0 1 0,1-1-1,-1 0 1,9-17 216,0 1-1,5-20 0,-7 16-292,19-34 0,-26 54 18,1-1-1,0 1 1,0-1-1,0 1 1,0-1 0,1 1-1,-1 0 1,0-1-1,0 1 1,1 0-1,-1 0 1,1 0 0,-1 0-1,1 0 1,-1 1-1,1-1 1,0 0-1,-1 1 1,1-1 0,0 1-1,0-1 1,-1 1-1,1 0 1,0 0 0,0 0-1,0 0 1,-1 0-1,1 0 1,0 0-1,0 1 1,-1-1 0,1 1-1,0-1 1,-1 1-1,1 0 1,0-1-1,-1 1 1,1 0 0,2 2-1,4 3-64,-1-1-1,1 1 0,-1 1 1,0-1-1,0 1 0,6 10 1,44 63-93,24 29 259,-70-96-612,1-1 0,0 0 0,1-1 0,0 0 0,1-1 0,15 8 0,24 6-5209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7.0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0 391 3385,'0'0'10057,"0"-33"-9975,2-110-238,0 106-1,2 1 0,15-65 0,-11 66 128,-8 34 26,-1 1-1,1 0 0,0 0 1,0 0-1,0 0 1,0 0-1,0 0 1,0 0-1,0-1 1,0 1-1,0 0 1,0 0-1,0 0 1,0 0-1,0 0 0,0-1 1,0 1-1,0 0 1,0 0-1,0 0 1,0 0-1,0 0 1,0-1-1,0 1 1,0 0-1,0 0 1,0 0-1,0 0 0,0 0 1,0 0-1,0-1 1,0 1-1,1 0 1,-1 0-1,0 0 1,0 0-1,0 0 1,0 0-1,0 0 1,0 0-1,0 0 0,0-1 1,1 1-1,-1 0 1,0 0-1,0 0 1,0 0-1,0 0 1,0 0-1,1 0 1,-1 0-1,0 0 1,0 0-1,0 0 0,0 0 1,0 0-1,1 0 1,-1 0-1,0 0 1,0 0-1,0 0 1,0 0-1,0 0 1,1 1-1,2 6-229,14 64-482,-8-31 690,1-1-1,3 0 0,27 62 1,-31-84 59,0-1 0,1 1-1,1-2 1,0 1 0,21 20 0,-28-32 11,0 0-1,0-1 1,1 1-1,-1-1 1,1 0 0,0-1-1,0 1 1,0-1-1,0 0 1,0 0 0,1 0-1,-1-1 1,1 0-1,-1 0 1,1-1 0,-1 1-1,1-1 1,-1 0-1,1 0 1,-1-1 0,1 0-1,-1 0 1,10-3-1,-7 1 3,-1-1-1,1 0 0,-1 0 0,0-1 0,0 0 0,0 0 0,-1 0 0,0-1 1,0 0-1,0-1 0,0 1 0,-1-1 0,-1 0 0,7-10 0,2-7-82,-1-1 0,-1 0-1,9-31 1,-14 32-143,-1-1-1,-1 0 0,-1 0 1,-1 0-1,-2-37 1,0 42 108,-16 52-321,9 1 349,3 0 0,0 1 0,2-1-1,2 1 1,5 50 0,-5-79-26,1 0 0,0 0-1,1 0 1,-1 0 0,1 0-1,-1 0 1,2-1 0,-1 1-1,0 0 1,1-1 0,0 0-1,0 0 1,0 0 0,1 0-1,-1 0 1,1-1 0,0 1-1,0-1 1,0 0 0,0 0 0,1 0-1,-1-1 1,1 0 0,-1 0-1,1 0 1,0 0 0,0-1-1,0 1 1,0-1 0,0-1-1,0 1 1,0-1 0,1 0-1,-1 0 1,0 0 0,0-1-1,0 0 1,0 0 0,7-2 0,1-4-216,-1 0 1,1-1 0,-2 0 0,1-1 0,-1-1 0,0 1 0,-1-2 0,0 1 0,-1-2 0,9-13 0,33-57-2163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7.4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143 254 1408,'0'0'4901,"-20"-39"-2716,-62-118-417,49 103-482,33 54-1270,0-1 0,0 1-1,0 0 1,0 0 0,0 0 0,0 0 0,0 0 0,0-1 0,0 1 0,0 0 0,0 0-1,0 0 1,-1 0 0,1 0 0,0-1 0,0 1 0,0 0 0,0 0 0,0 0 0,0 0-1,-1 0 1,1 0 0,0 0 0,0 0 0,0 0 0,0-1 0,-1 1 0,1 0 0,0 0-1,0 0 1,0 0 0,0 0 0,-1 0 0,1 0 0,0 0 0,0 0 0,0 0 0,0 0-1,-1 1 1,1-1 0,0 0 0,0 0 0,0 0 0,0 0 0,-1 0 0,1 0 0,0 0-1,0 0 1,0 0 0,0 1 0,0-1 0,-1 0 0,1 13 9,0-7-32,2 30-73,3 0 0,1 0 1,1 0-1,22 59 0,-13-42 96,167 682 1366,-131-516-1721,-50-239-4595,-2-33-791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7.7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44 4625,'0'0'4617,"303"-44"-5025,-238 44-1601,-6 20-4616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8.5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66 1000 1088,'0'0'6902,"-2"42"-5518,-1 136-258,3-170-1037,1 0 0,0 1 0,0-1 1,1 1-1,0-1 0,0 0 0,1 0 0,0 0 1,8 14-1,-6-15-4,0-1 0,1 1 0,0-1 0,0-1 0,0 1 0,10 6 0,-9-7-31,7 5 25,-1-1 0,2-1 0,-1-1 0,1 0-1,0 0 1,1-2 0,-1 0 0,30 5 0,-38-8-62,1-1 0,-1 0 0,1 0 0,0-1 0,-1 0 0,1 0 0,-1-1-1,1 0 1,0 0 0,-1-1 0,0 0 0,1 0 0,-1-1 0,0 0 0,0 0 0,0-1 0,-1 1 0,1-2 0,-1 1 0,10-9 0,-8 3-5,-1 1 1,0-1-1,-1 0 1,0 0-1,-1-1 1,0 0-1,0 0 1,-1 0-1,-1 0 1,0-1-1,2-15 1,0-15-35,-1-78 1,-4 109 18,0 2 4,0 1 0,-1-1 1,0 1-1,0-1 0,-1 1 0,0-1 1,0 1-1,-1 0 0,0 0 1,-1 0-1,-6-9 0,4 7 16,-2 1 1,1 0-1,-1 1 0,-1-1 0,1 2 1,-2-1-1,1 1 0,-11-6 1,5 4 37,0 2 1,0-1 0,0 2 0,-1 0 0,0 1-1,0 0 1,-1 2 0,1 0 0,-1 0 0,-21 1 0,29 2-54,0-1 1,-1 2-1,1 0 1,0 0 0,0 0-1,0 1 1,0 0 0,0 1-1,0 0 1,1 1 0,-1 0-1,1 0 1,0 0-1,0 1 1,0 1 0,1-1-1,0 1 1,0 0 0,-11 13-1,12-10-4,0 0-1,1 0 0,0 1 0,1-1 0,0 1 1,0 0-1,1 0 0,0 1 0,-2 13 0,2 7-74,1 57 0,2-62 11,0-18 53,0 1-1,1-1 0,0 0 1,1 0-1,0 0 1,0 0-1,0 0 0,1 0 1,0 0-1,1-1 1,0 1-1,0-1 0,5 7 1,-2-6-30,1 0-1,0 0 1,0 0 0,0-1 0,1 0-1,0-1 1,0 0 0,1 0 0,14 6-1,-10-6-17,0-2-1,0 0 0,0 0 1,1-1-1,-1-1 0,26 1 0,-5-3-16,59-7-1,-64 2 54,0-2 1,-1-1-1,0-2 0,-1 0 1,50-28-1,-66 31 22,0 0-1,-1-1 1,0-1 0,0 0-1,-1 0 1,0-1 0,0 0-1,-1-1 1,-1 0 0,0 0-1,-1-1 1,0 0-1,0-1 1,-1 1 0,6-23-1,-2 3 77,-3 0-1,-1 0 1,-1-1-1,-1 0 1,-2-49-1,-2 82-62,0 0-1,1 0 1,-1 0-1,0 0 1,0 0-1,0 0 0,1 0 1,-1 0-1,0 0 1,0 0-1,1 0 1,-1-1-1,0 2 1,0-1-1,0 0 0,1 0 1,-1 0-1,0 0 1,0 0-1,1 0 1,-1 0-1,0 0 0,0 0 1,0 0-1,1 0 1,-1 0-1,0 1 1,0-1-1,0 0 0,1 0 1,-1 0-1,0 0 1,0 1-1,0-1 1,0 0-1,0 0 1,1 0-1,-1 1 0,0-1 1,7 9-43,0 1-1,-1 0 1,0 0 0,-1 0 0,0 1-1,6 17 1,5 12 34,17 36 52,23 48 327,-48-108-317,1-1 0,1-1-1,0 1 1,1-2 0,19 20-1,-24-28-44,0-1 0,0 0 0,0 0 0,1 0 0,-1-1-1,1 0 1,0 0 0,0-1 0,13 4 0,-15-5-1,0 0 0,0 0 0,0-1 0,0 0-1,1 1 1,-1-2 0,0 1 0,0-1 0,0 1 0,0-1 0,0-1 0,0 1 0,0-1 0,0 0 0,5-2 0,-4-1-6,1-1 1,-1 1-1,-1-1 1,1 0-1,-1 0 1,0-1-1,0 0 1,-1 1-1,0-2 1,5-11-1,-2 3-72,0-1-1,-2 0 0,8-34 1,-11 7-29,-2 44 89,0 0-1,0 1 1,0-1-1,0 0 1,0 0-1,1 0 0,-1 0 1,0 0-1,0 0 1,0 0-1,0 0 1,0 0-1,1 0 1,-1 1-1,0-1 1,0 0-1,0 0 0,0 0 1,1 0-1,-1 0 1,0 0-1,0 0 1,0 0-1,0 0 1,0 0-1,1 0 0,-1-1 1,0 1-1,0 0 1,0 0-1,0 0 1,1 0-1,-1 0 1,0 0-1,0 0 1,0 0-1,0 0 0,0 0 1,0-1-1,1 1 1,-1 0-1,0 0 1,0 0-1,0 0 1,0 0-1,0 0 0,0-1 1,0 1-1,0 0 1,0 0-1,0 0 1,0 0-1,0-1 1,0 1-1,0 0 1,0 0-1,0 0 0,0-1 1,1 2-9,4 6-79,0 0-1,0 0 1,7 16 0,14 20 39,-19-34 85,1 0-1,0 0 1,1-1-1,0 0 1,0-1 0,1 1-1,0-2 1,0 0-1,0 0 1,1 0-1,0-2 1,0 1-1,0-1 1,1-1-1,-1 0 1,1-1 0,0 0-1,-1 0 1,1-2-1,21 0 1,-29 0-9,1-1 0,-1 0 1,1 0-1,-1 0 0,1 0 1,-1 0-1,0-1 0,0 0 1,0 0-1,0 0 0,0-1 1,0 1-1,-1-1 1,1 0-1,-1 0 0,0 0 1,1 0-1,-2-1 0,1 1 1,0-1-1,-1 0 0,1 1 1,-1-1-1,0 0 0,0-1 1,-1 1-1,1 0 0,0-7 1,3-11 21,-1 0 1,-1 0-1,0 0 1,-2-36 0,-1 51-40,-1 0 0,1 0 1,-1 0-1,0 0 1,-1 0-1,0 0 1,0 1-1,0-1 1,-1 1-1,0-1 1,0 1-1,-1 0 0,-4-6 1,1 3 6,0 1 0,-1 0 0,-1 0 0,1 1 0,-1 0 0,-1 0 0,-13-7 0,9 7 34,1 1 0,-1 0-1,-1 0 1,1 2 0,-1 0 0,0 1 0,0 0 0,0 1 0,0 1 0,-24 0 0,34 1-56,-1 0-1,0 1 0,0-1 1,0 1-1,1 0 1,-1 1-1,1 0 0,-1-1 1,1 2-1,-1-1 1,1 1-1,0-1 0,-7 7 1,5-3-42,0 0 0,1 0-1,0 1 1,1 0 0,-1 1 0,1-1 0,1 1 0,-6 11 0,5-6-126,0 1 0,0 0 0,2 0 0,0 0 0,0 0 1,1 1-1,1-1 0,1 1 0,0-1 0,3 27 0,-2-37 73,-1-1-1,1 1 1,0-1-1,0 0 0,0 0 1,1 1-1,-1-1 1,1 0-1,0 0 1,0 0-1,0 0 1,0-1-1,0 1 1,0 0-1,1-1 0,0 0 1,-1 1-1,1-1 1,0 0-1,0 0 1,0-1-1,0 1 1,0-1-1,0 1 0,6 0 1,-3 0-70,0-1-1,0 1 1,0-2 0,1 1 0,-1-1-1,0 0 1,0 0 0,1 0 0,-1-1-1,0 0 1,0 0 0,0-1 0,0 0-1,6-3 1,-5 2 78,-1-1 1,0 0-1,0 0 0,0-1 1,-1 1-1,1-1 0,-1-1 1,8-10-1,1-3-151,18-34-1,-7 3-209,-2-1 0,-3-1 0,-1-1 0,-4-1 0,-1 0 0,11-101 0,-5-336 2546,-20 460-1750,1 8 44,-1 18-205,1 0 1,-1 0-1,0-1 0,0 1 1,0 0-1,-1 0 0,0-1 1,0 1-1,0 0 0,-4-7 1,5 11-160,0 1 1,0 0 0,0 0-1,0-1 1,0 1 0,0 0-1,-1 0 1,1 0 0,0-1 0,0 1-1,0 0 1,0 0 0,0 0-1,-1-1 1,1 1 0,0 0 0,0 0-1,0 0 1,-1 0 0,1 0-1,0 0 1,0-1 0,0 1-1,-1 0 1,1 0 0,0 0 0,0 0-1,-1 0 1,1 0 0,0 0-1,0 0 1,0 0 0,-1 0 0,1 0-1,0 0 1,0 0 0,-1 0-1,1 0 1,0 0 0,0 1-1,0-1 1,-1 0 0,1 0 0,0 0-1,0 0 1,0 0 0,-1 0-1,1 1 1,0-1 0,0 0 0,0 0-1,0 0 1,-1 0 0,1 1-1,0-1 1,-6 23 423,4 299 822,3-169-213,-1-94-667,5 186 998,-1-201-1182,2 0 0,1 0-1,20 63 1,-14-65-111,26 51-1,-33-80-124,1-1-1,0 1 0,0-1 1,2-1-1,-1 0 0,2 0 1,20 19-1,-27-28-111,1 1 1,-1-1 0,0 0-1,1 0 1,0-1-1,-1 1 1,1-1-1,0 1 1,6 0 0,22 1-4668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39.8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0 629 2529,'0'0'7897,"23"-46"-7721,77-152-104,-11 14-19,-76 150-38,-1 0-1,11-54 0,-16 57 132,-7 30-143,0 0 1,1 1-1,-1-1 1,0 0-1,0 1 1,1-1-1,-1 0 1,1 1-1,-1-1 1,1 1-1,-1-1 1,1 1-1,-1-1 1,1 1-1,-1-1 1,1 1-1,-1-1 1,1 1-1,0 0 1,-1-1-1,1 1 1,0 0-1,-1 0 1,1-1-1,0 1 1,0 0-1,-1 0 1,1 0-1,0 0 1,0 0-1,-1 0 1,1 0-1,0 0 1,-1 0-1,1 0 1,0 1-1,0-1 1,-1 0-1,1 0 1,0 1-1,-1-1 1,2 1 0,29 20-399,9 21 204,-2 1 0,37 56 1,-49-64 181,-5-6 16,-1 1 0,-1 1 0,19 45-1,-29-55 35,-2 0 0,0 1 0,-1 0 0,-1 0 0,-1 0 0,2 32 0,-5-41 43,0 9 224,-1 0 1,-3 31-1,3-51-286,-1 0 0,0 0-1,0 0 1,0 0 0,0 0 0,0 0-1,0 0 1,-1 0 0,1 0-1,-1-1 1,1 1 0,-1-1-1,0 1 1,1-1 0,-1 0-1,0 1 1,0-1 0,0 0-1,0 0 1,0 0 0,0-1-1,0 1 1,0 0 0,0-1-1,0 1 1,-1-1 0,1 0-1,0 0 1,-3 0 0,-1 1 3,0-1 0,-1 0 1,1 0-1,-1-1 0,1 0 0,0 0 1,0-1-1,-1 1 0,-6-4 0,7 1-32,0 1-1,0-1 1,1 0-1,-1 0 1,1-1-1,0 1 1,0-1 0,1 0-1,-1-1 1,1 1-1,0-1 1,1 1-1,-1-1 1,1-1-1,1 1 1,-1 0-1,1-1 1,-3-12-1,0-7-253,1-1 1,2 1-1,1-41 0,1 54 116,1 0-1,1 1 1,0-1 0,0 0 0,1 1 0,1 0-1,0 0 1,1 0 0,0 0 0,9-15 0,-4 11 8,1 1 1,1 0 0,0 0-1,1 1 1,1 1 0,18-15 0,-29 25 129,0 1 0,0 0 0,1-1 0,-1 1 0,1 1 0,-1-1 0,1 0 0,-1 1 0,1 0 0,0 0 0,0 0 0,0 0 0,0 1 1,-1-1-1,6 1 0,-7 0 4,1 1 1,-1-1-1,1 1 0,-1-1 1,0 1-1,1 0 0,-1 0 1,0 0-1,0 0 1,0 0-1,0 1 0,0-1 1,0 1-1,0-1 1,0 1-1,0 0 0,-1 0 1,1 0-1,-1 0 1,0 0-1,1 0 0,1 3 1,8 23 104,-1 1 0,-1-1 0,10 60 0,-12-49 356,22 66 0,-25-95-347,0 1 1,1-1-1,0 0 0,1 0 1,0-1-1,0 0 0,1 0 0,0 0 1,1-1-1,14 12 0,-19-17-76,1-1 0,-1 1-1,1-1 1,0 0 0,0-1-1,0 1 1,0-1 0,1 1-1,-1-1 1,0-1 0,0 1-1,1 0 1,-1-1 0,0 0-1,1 0 1,-1 0 0,0-1-1,1 1 1,-1-1 0,0 0-1,0-1 1,1 1 0,-1-1 0,0 1-1,0-1 1,-1 0 0,1-1-1,0 1 1,-1-1 0,1 1-1,-1-1 1,0 0 0,0 0-1,5-7 1,4-7-21,-1-1 0,-1 0-1,-1-1 1,0 0 0,-1 0 0,-1-1 0,-1 0-1,7-40 1,-5 3-639,-3 0 0,-1-61 0,-4 116 235,0 8-431,-1 35 711,3 0 0,1 0 0,16 76 0,-17-105 212,2-1-1,-1 1 1,1-1-1,1 0 1,0 0-1,1 0 0,0 0 1,1-1-1,0 0 1,0-1-1,1 0 1,0 0-1,1 0 1,-1-1-1,2 0 1,-1-1-1,1 0 1,14 7-1,-20-12-65,0 0-1,0 0 1,1-1-1,-1 1 1,1-1 0,-1 0-1,1 0 1,0 0-1,0-1 1,-1 0-1,1 0 1,0 0-1,-1 0 1,1-1-1,0 0 1,8-2 0,-7 0-15,0 1 1,-1-1-1,0-1 1,0 1 0,0-1-1,0 1 1,0-1-1,-1-1 1,1 1-1,-1-1 1,5-7 0,2-6-296,0-1 0,-1 0 0,-2 0 0,0-1 0,0 0 1,5-28-1,-10 28-65,1-4 75,-4 24 267,0-1 1,0 1 0,0-1 0,0 1 0,1-1-1,-1 1 1,0-1 0,0 1 0,1-1-1,-1 1 1,0-1 0,1 1 0,-1 0 0,1-1-1,-1 1 1,0 0 0,1-1 0,-1 1-1,1 0 1,-1-1 0,1 1 0,-1 0 0,1 0-1,-1-1 1,1 1 0,-1 0 0,1 0 0,1 0-1,1 0 7,0 1 0,0 0 0,0 0-1,0 0 1,0 0 0,0 1 0,0-1-1,0 1 1,-1 0 0,1-1 0,0 1 0,-1 1-1,0-1 1,1 0 0,-1 0 0,0 1-1,0-1 1,2 4 0,33 56 340,-32-53-299,17 38 409,-17-35-254,0 0 0,1 0 1,0-1-1,14 20 0,-17-28-234,0 0-1,0 0 0,0 0 1,0-1-1,0 1 0,1-1 1,0 0-1,-1 1 1,1-2-1,0 1 0,0 0 1,0-1-1,0 0 1,0 0-1,0 0 0,0 0 1,1-1-1,-1 1 1,5-1-1,32 0-3257,-23 0-492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40.6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89 1 4385,'0'0'6679,"-11"47"-6139,-34 159 144,34-152-279,2 0 0,-2 94 0,10-112-313,0 152 163,1-186-249,0 0 1,1 0-1,-1 0 1,1-1 0,-1 1-1,1 0 1,-1 0 0,1 0-1,0 0 1,0 0-1,0-1 1,0 1 0,0 0-1,0-1 1,1 1-1,-1-1 1,1 0 0,-1 1-1,1-1 1,-1 0 0,1 0-1,-1 0 1,1 0-1,0 0 1,0 0 0,0 0-1,0 0 1,-1-1 0,1 1-1,0-1 1,0 0-1,4 1 1,9 1 63,0-1 0,0-1 0,24-1 0,-11 0 21,-1-1-13,-1 0 0,0-1 0,35-10-1,82-28-360,0 0-1363,-66 24-774,-20 5-1284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41.04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0 104 2961,'0'0'7233,"303"8"-6817,-197-12-200,1-20-216,17-8-56,-29 8-1368,-24-3-1881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41.38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6345,'0'0'5241,"308"20"-5241,-190-20-184,-29 0-1160,-24 0-2633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41.7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13 4241,'0'0'11121,"35"2"-10964,410 12 551,31-30-542,-415 11-273,18-1-90,-26 5-5051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1.0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429 101 1424,'0'0'10980,"-21"-16"-9936,-63-50-249,58 48 73,19 17-247,2 3-736,4-1 110,-1-1 1,1 0-1,0 1 1,0-1-1,0 1 1,0-1 0,0 1-1,0 0 1,0-1-1,0 1 1,0 0-1,0 0 1,0 0 0,0-1-1,0 1 1,1 0-1,-1 0 1,0 0-1,1 1 1,-2 1 0,-13 31-46,9-20 53,2-5-6,-78 189-2,72-167 0,1-1 1,1 2 0,2-1 0,-3 56-1,8-67-12,-1 44-104,7 93 1,-4-150 84,0 1 0,0-1-1,1 0 1,0 1 0,0-1 0,1 0 0,0 0 0,0 0 0,1-1 0,0 1 0,0-1 0,0 0 0,1 0 0,0 0 0,0 0 0,1-1 0,-1 0 0,1 0 0,0-1 0,12 7 0,-7-6-84,1 0 0,0 0 0,0-2 0,0 1 0,0-1 0,1-1 0,-1-1 0,1 1 0,0-2 0,-1 0 0,22-2 0,-23 0 80,0 0-1,0-1 1,-1 0-1,1-1 0,0 0 1,-1 0-1,0-1 1,0-1-1,-1 0 1,1 0-1,-1-1 1,-1 0-1,1 0 1,-1-1-1,0 0 1,-1 0-1,8-12 1,-6 6 27,1 0 0,-2-1 1,0 0-1,-1 0 1,0-1-1,-1 0 0,-1 0 1,-1-1-1,0 1 1,3-30-1,-7 40 15,2-20 3,-1-1 0,-3-30 0,1 49 18,0 0 0,0 0 0,-1 1 0,0-1 0,-1 0 0,0 0-1,0 1 1,-1 0 0,1 0 0,-2 0 0,-5-8 0,-2 1 122,0 2 0,-1 0 0,0 0 0,-1 1-1,-1 1 1,0 0 0,0 1 0,0 0 0,-1 2 0,-19-7 0,15 6-58,0 2 1,-1 1 0,0 0-1,0 2 1,0 0-1,0 1 1,0 1-1,-26 3 1,41-1-101,-1 1 1,1-1-1,0 1 1,0 1-1,0-1 1,0 1-1,1 0 1,-1 0-1,1 1 1,0 0-1,0 0 1,0 0-1,0 0 1,1 1-1,0-1 1,-6 9-1,-5 8-112,1 0 0,-19 41 0,24-43-82,2 0 0,0 1 1,2 0-1,0 1 0,1-1 0,1 1 1,1-1-1,0 1 0,2 0 1,2 25-1,-2-42 23,0-1-1,1 1 1,-1-1 0,1 1-1,0-1 1,0 1 0,0-1 0,0 0-1,0 1 1,1-1 0,0 0-1,-1 0 1,1 0 0,0 0-1,0 0 1,1 0 0,-1-1 0,1 1-1,-1-1 1,1 1 0,0-1-1,0 0 1,0 0 0,0 0-1,7 2 1,37 15-4271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1.5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288 0 3937,'0'0'7380,"0"6"-7304,-1 0-66,0 0 0,0 0-1,-1-1 1,1 1 0,-1 0-1,0-1 1,-1 0 0,1 1-1,-1-1 1,-5 7 0,-45 58 120,25-35-74,10-12-16,-38 52 275,-47 83 0,103-157-296,-1-1 0,1 0 0,0 1 1,-1-1-1,1 0 0,0 1 0,0-1 0,-1 1 0,1-1 0,0 0 1,0 1-1,0-1 0,0 1 0,0-1 0,-1 1 0,1-1 1,0 0-1,0 1 0,0-1 0,0 1 0,0-1 0,0 1 0,0-1 1,0 1-1,1-1 0,-1 1 0,0-1 0,0 0 0,0 1 1,0-1-1,1 1 0,-1-1 0,0 0 0,0 1 0,1-1 0,-1 1 1,1-1-1,17 2 859,-4-1-1110,13 3 230,-1 1 0,1 1 0,48 19 0,75 45 11,-33 1 13,-101-59-4,0 0-1,-1 1 1,-1 1 0,25 29 0,-38-41-379,0 0-1,0 0 1,0-1 0,0 1 0,0 0 0,0 0 0,-1 0 0,1 0 0,-1 1 0,1-1 0,-1 0 0,0 0-1,0 0 1,0 0 0,0 0 0,0 0 0,-1 0 0,1 1 0,-1-1 0,0 2 0,-9 16-4778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1.9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3017,'0'0'8156,"15"11"-8099,200 137 1020,-119-87-355,-3 5 1,109 99-1,-167-133-625,-33-27-114,-2-15-1886,0-7-3330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2.9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18 3753,'0'0'8288,"-8"41"-8172,-24 139-105,30-163-7,0-1-1,1 1 1,0 0-1,2 0 1,0-1 0,1 1-1,1 0 1,4 16 0,2-9 9,0-1 1,2 0 0,20 33-1,-29-52-11,9 14 26,0 0 0,2 0-1,0-1 1,26 26 0,-31-36-24,-1 0 0,1-1-1,0 0 1,0-1 0,1 1 0,-1-2 0,1 1 0,1-1 0,-1-1 0,0 0 0,1 0 0,13 2 0,-14-4-10,0 0 1,0 0-1,1-1 0,-1 0 1,0 0-1,1-1 1,11-3-1,-16 2 16,0 1-1,-1-1 0,1-1 1,0 1-1,-1-1 1,0 1-1,0-1 1,1-1-1,-2 1 1,1 0-1,0-1 1,-1 0-1,1 0 1,3-6-1,4-8 24,-1 0 0,0-1 0,-2 0 0,0 0 0,-1-1 0,-1 0 0,0 0 0,4-40 0,-4-10 50,-3-91-1,-3 111-40,-1 37 44,1 0 0,-2 0 0,0 0 0,0 0 0,-6-16 0,7 24-21,-1 0 0,1 1-1,-1-1 1,-1 1-1,1 0 1,0-1-1,-1 1 1,0 0-1,0 1 1,0-1-1,-1 0 1,1 1 0,-1 0-1,0 0 1,0 0-1,-8-5 1,12 8-77,-1 0 0,0-1-1,0 1 1,0 0 0,-1-1 0,1 1 0,0 0 0,0 0 0,0 0-1,0 0 1,0 0 0,0 0 0,0 0 0,0 0 0,0 0 0,0 1-1,0-1 1,0 0 0,0 1 0,0-1 0,0 1 0,0-1 0,0 1 0,0-1-1,0 1 1,1 0 0,-1-1 0,0 1 0,0 0 0,0 1 0,-16 29-467,16-29 475,-40 106-181,-33 129 0,56-162 249,4 0-1,-9 134 1,22 193 196,4-365-215,1 0-1,1 0 1,2-1-1,2 0 1,2 0-1,0-1 0,3-1 1,27 51-1,-38-77 92,7 10-339,-6-15 805,-2-11 1125,-2-26-5302,0 14-1506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3.6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434 0 5353,'0'0'8483,"-26"38"-8460,-85 130 16,-178 303 66,288-469-10,0-1-1,1 0 1,-1 1 0,0-1-1,0 1 1,1-1 0,-1 1-1,1-1 1,-1 1-1,1 0 1,0-1 0,-1 3-1,2-2-69,0-1-1,-1 0 1,1 1 0,0-1-1,0 0 1,0 0-1,0 0 1,1 0-1,-1 0 1,0 0-1,0 0 1,1 0-1,1 1 1,419 297-211,-398-287-1067,-23-8 256,-1 0 669,0-2-9,0 0 0,0 0-1,0 0 1,0 0 0,0 0 0,0 1-1,-1-1 1,1 0 0,-2 4 0,-13 10-4703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4.0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1584,'0'0'11219,"9"8"-11133,177 140-148,3 2 275,-134-103-32,-2 2-1,88 106 1,-125-140 135,-16-15-299,0 0 0,0 0 0,1 0 0,-1 0 0,0 0 0,0 0 0,0 0 0,1 0 0,-1 0 0,0 0 0,0 0 0,0-1 0,0 1 0,1 0 0,-1 0 0,0 0 0,0 0 0,0 0 0,0-1 0,0 1 0,1 0 0,-1 0 0,0 0 0,0 0 0,0-1 0,0 1 0,0 0 0,0 0 0,0 0 0,0-1 0,0 1 0,0 0 0,0 0 0,0 0 0,0-1 0,0 1 0,0 0 0,0 0 0,0 0 0,0-1 0,0 1 0,0 0 0,0 0 0,0-1 0,-8-36-1777,-3 13-2789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4.4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1 5265,'0'0'8114,"-30"135"-8010,36-64 152,6 5 80,-6-5-120,-6-8-104,0-7-112,0-12-120,0-28-744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4.81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 2777,'0'0'7644,"47"-2"-7431,289-15-5,176 5-220,-510 11-6,0 1-1,0 0 1,0 0-1,-1 0 1,1 1-1,0-1 1,0 0 0,0 1-1,0-1 1,-1 1-1,1-1 1,0 1-1,0 0 1,-1 0-1,1 0 1,-1 0-1,1 0 1,-1 0-1,1 0 1,-1 1-1,0-1 1,1 1 0,1 1-1,-1 2-15,-1 0 1,1 0-1,0 0 1,-1 0-1,0 0 0,-1 0 1,1 10-1,3 22 345,-3-1 1,-1 0-1,-1 1 0,-3-1 0,-12 62 0,8-64-221,2 0-1,1 0 1,1 0 0,3 52-1,1-74-516,-1 0-1,0 0 1,-1-1-1,-6 21 1,2-15-2059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5.16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1592,'0'0'9634,"195"0"-9378,-100 0-48,-6 0-119,0 0-73,-6 0-16,-6 0-273,6 0-959,-24 0-1248,-11 12-2257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2:55.52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229 101 3081,'0'0'9934,"-20"-8"-9622,-59-27-223,77 34-88,0 0-1,0 0 0,0 0 1,1 0-1,-1-1 1,0 1-1,1-1 1,-1 1-1,1-1 0,0 1 1,-2-4-1,2 5-1,1-1-1,0 0 0,0 1 0,0-1 1,-1 0-1,1 1 0,0-1 1,0 0-1,0 1 0,0-1 0,0 0 1,0 1-1,0-1 0,0 0 1,0 1-1,1-1 0,-1 0 0,0 1 1,0-1-1,1 0 0,0-1 1,0 1-8,0-1 0,0 1 0,1 0 1,-1-1-1,1 1 0,-1 0 0,1 0 1,-1 0-1,1 0 0,0 0 0,0 0 0,-1 1 1,1-1-1,3 0 0,4-1-15,1 0-1,-1 1 1,1 0-1,-1 1 0,1 0 1,17 2-1,-24-1 16,0-1 0,-1 1 0,1 0-1,0 0 1,-1 0 0,1 0 0,-1 0-1,1 0 1,-1 1 0,0-1 0,0 1-1,0 0 1,0 0 0,0-1 0,0 1-1,0 1 1,0-1 0,-1 0 0,1 0-1,-1 1 1,1-1 0,-1 0 0,0 1-1,0 0 1,0-1 0,-1 1 0,1-1-1,0 5 1,1 65-226,-2-44 219,-1-15 18,0-1 0,0 0 0,-1-1 0,-1 1 0,0 0 0,-1-1 0,0 1 0,-11 19 0,-5 6 54,-33 41 1,1 0-1,50-74-55,-68 122 44,62-111-39,1 1-1,1 0 1,1 0 0,0 0-1,2 1 1,-4 21-1,7-32 1,-1-5-2,1 0-1,-1 0 1,1 0-1,0 1 1,-1-1-1,1 0 1,0 0-1,0 0 1,0 1-1,0-1 1,0 0-1,0 0 1,0 0-1,0 1 1,1-1-1,-1 0 1,0 0-1,1 0 1,-1 0-1,1 0 1,-1 0-1,1 0 1,-1 1-1,1-2 1,0 1-1,0 0 1,-1 0-1,1 0 1,0 0-1,0 0 1,0-1-1,0 1 1,0 0-1,0-1 1,2 2-1,26 1 72,0-2-1,0-1 0,0-1 1,0-1-1,0-1 0,45-12 1,218-72-300,-181 51-1200,0-1-2513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58.36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4033,'0'0'5402,"2"4"-5115,4 12 175,-1 1 1,0 0-1,-2 0 0,0 0 1,-1 0-1,0 34 0,1-7 199,24 278 1046,-27-310-1682,-1-10-22,1 0 0,0 0 0,-1 0 0,1-1 0,0 1 0,0 0 0,1 0 0,-1 0 0,0 0 0,1 0 0,-1 0 0,1 0 0,-1 0 0,1-1 0,0 1 0,0 0 0,1 2 0,-1-3 105,-1-3-321,0-1 1,0 0 0,-1 0 0,1 0 0,-1 1 0,0-1 0,0 0-1,0 1 1,0-1 0,0 0 0,0 1 0,-3-4 0,3 4-114,-21-29-5566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58.77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44 3041,'0'0'8283,"7"-2"-7740,19-5-72,2 1 0,-1 2 0,1 0 0,47 1 0,-29 2-138,355-13 691,-134 12-3171,-268 22-4268,-9-5 3215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59.1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1424,'0'0'11867,"65"28"-11275,12-17 248,18-11-144,11 0-232,7 0-288,0 0-176,17 0-256,-29 8-1544,-24 4-3473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15.0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2979 216 3753,'0'0'11090,"-1"1"-11058,0-1 0,0 0 0,0 0 0,-1 0 0,1 0 0,0 0 0,0 0 0,0 0-1,0-1 1,-1 1 0,1 0 0,0-1 0,0 1 0,-2-1 0,-3-4-27,-1 1 0,0-1 0,1-1 0,-8-7 0,7 6-3,0 0 1,-1 0-1,-13-8 1,-19-7-23,-1 2 0,-1 2 0,-1 2-1,-1 1 1,0 3 0,0 1 0,-80-8 0,-23 8 43,-158 10-1,143 3 132,45-1-82,-126 17 0,-1 28-14,137-23 12,-33 12-30,2 6-1,-206 89 1,327-121-41,0 0 0,1 0 0,0 2 0,0 0 0,1 1 1,1 0-1,-23 25 0,-80 111-21,80-97 20,28-39 1,0 0 0,1 0 1,1 1-1,0 0 0,0 0 0,-6 23 0,8-21 31,0-1 1,-1 0-1,-1 0 1,-14 23-1,12-24 56,2 0 0,0 0 0,0 1 0,-7 26 0,-22 146 4,26-115 5,2 1-1,4-1 1,6 94 0,0-43 226,-2 40-38,0-162-275,2 25 154,6-15-143,-1 0 0,1-1 1,1 0-1,0 0 0,19 13 0,14 15 120,-20-17-86,1-2 1,1 0 0,35 18 0,-3-1-20,-19-13 29,1-1 0,53 20 0,-9-5-29,73 53 18,-104-56-37,70 31-1,151 70 81,-149-82-69,-66-29-12,89 49 1,28 20-2,-51-28-1,57 31-14,-46-26 23,179 123 0,-53 25 262,-117-92-207,-95-89 217,2-2 1,88 45-1,-77-46-176,51 33 33,66 35-96,-58-38-9,103 48-19,-176-89-21,-1 1 0,-1 3 0,-1 1 0,65 54 0,-21-15 3,9 7 0,-42-25-8,2-2 0,90 55 0,48 22 0,233 103-6,-340-188 68,108 32 1,-100-40 6,87 22-2,-154-47-31,0-2 0,0-1 0,45-3 0,-22 0 61,-38 0-88,1-1 0,-1-1 0,0 0 0,0-1 0,-1-1 0,1 0 0,18-10 0,-11 5-6,41-12 1,-13 10-7,92-37 1,-118 39 4,41-17 11,-1-3 0,-2-2-1,71-51 1,-85 47-3,-2-1-1,-1-3 1,39-45 0,11-46 41,-86 119-50,8-16 10,0-2 0,16-44 0,15-29 10,-33 75-19,-2-1-1,-1-1 1,11-43-1,2-9 1,-5 18 2,-3 0 0,-3-1 0,6-100-1,-2-231 7,-11 152-1,-5 151 73,-3-106 684,-3 162-750,-2 0 0,-1 0 0,-25-69 0,5 41 80,-2 1 1,-71-110-1,82 143-106,-8-8 30,-1 1 0,-3 1 0,-36-35 0,-25-7-4,5 6 6,-249-232-14,313 284-8,2-1 1,0-2-1,1 0 0,1 0 0,-19-34 0,3 5-14,-25-43 19,1 10-14,-31-37-38,54 92 41,18 17 6,-1 1 1,-1 0-1,0 2 1,-37-17 0,30 17-3,-42-28 1,59 34 7,0 0 0,0 0 0,0 1 0,-17-5 0,-25-10-6,39 15-18,0 1-1,-1 0 1,1 1-1,-1 1 1,0 0-1,0 1 1,-19 1-1,7 0-38,-1164-1-654,1121 3 586,-108 19 0,109-10 28,-112 2 1,-143-14 128,310-1-32,0-1 0,0-1 0,1 0 0,-1-1 0,1 0 0,-22-11-1,18 8-7,-207-107-199,220 113 206,-15-10-20,0-2 1,1 0-1,1-1 0,0 0 1,0-2-1,2 0 0,0 0 1,0-2-1,-14-25 0,19 32-56,8 10 55,0 1 1,1-1-1,-1 0 0,0 0 0,1 0 0,-1 0 0,0 0 1,1 0-1,-1 0 0,1 0 0,-1 0 0,1 0 1,0 0-1,-1 0 0,1 0 0,0 0 0,0 0 1,0-1-1,0-1 0,0 0-137,-1 3 136,1 0 0,0-1 0,0 1 0,0 0 0,0-1 0,0 1 0,0-1 0,0 1 0,0 0 0,0-1 0,0 1 0,0-1 0,0 1 0,0 0 0,0-1-1,1 1 1,-1-1 0,0 1 0,0 0 0,0-1 0,1 1 0,-1 0 0,0-1 0,0 1 0,1 0 0,-1-1 0,0 1 0,1 0 0,-1 0 0,0-1 0,1 1 0,-1 0 0,0 0 0,1 0 0,-1 0 0,0-1 0,1 1 0,-1 0 0,1 0 0,-1 0 0,0 0 0,1 0 0,0 0 0,22-3-2032,41 1-1,-18 2-3110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16.73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 1 2961,'0'0'4765,"0"22"-2654,-1 98-1886,-2-31-130,4-1-1,20 139 1,-13-183 19,14-134-4069,-5 42 1163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17.1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0 616,'0'0'5873,"0"33"-5365,0 107 37,-1-55 958,4-1 0,25 145 1,-21-195-1341,-4-31-759,-2-21-402,-1-20-1296,0-2-1472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17.54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37 3329,'0'0'6329,"32"-6"-5964,0-1-256,5-1 80,1 2 0,-1 1 1,53 1-1,466 4 1229,-555 0-1509,0 0 0,1 0 0,-1 0 1,0 0-1,0 0 0,1 0 0,-1 0 0,0 1 1,1-1-1,-1 0 0,0 1 0,0-1 1,0 1-1,0 0 0,1-1 0,-1 1 1,0 0-1,0-1 0,0 1 0,0 0 0,0 0 1,1 2-1,-1 0-341,1 0 0,-1 1-1,0-1 1,0 1 0,0-1 0,-1 1 0,1 4-1,0 11-2255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17.98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5 3041,'0'0'8754,"0"0"-8736,0 0 1,0-1-1,-1 1 1,1 0-1,0 1 1,0-1-1,-1 0 1,1 0-1,0 0 1,0 0-1,-1 0 1,1 0-1,0 0 1,0 0-1,-1 0 1,1 0-1,0 1 1,0-1-1,-1 0 1,1 0-1,0 0 1,0 0-1,0 1 1,0-1-1,-1 0 1,1 0-1,0 1 1,0-1-1,0 0 1,0 0-1,0 1 1,-1-1-1,4 2 29,0-1 0,0 1-1,-1-1 1,1 0-1,0 0 1,0 0-1,0 0 1,0-1 0,0 1-1,0-1 1,0 0-1,6 0 1,4 1 106,88 7 949,138-8 0,-185-1-995,115-13 332,-54 3-1295,-38 9-2514,-58 2-1357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20.0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672 204 4841,'0'0'10494,"-34"-30"-9895,-105-94-49,87 85-133,50 38-380,0 0 0,0 0 0,0 0 1,0 0-1,0 1 0,0-1 1,0 1-1,0-1 0,0 1 0,-2 0 1,-7-1 128,5 0-111,-1 0-1,0 0 1,1 1 0,-1 0 0,0 1-1,0-1 1,1 1 0,-1 0-1,1 1 1,-1 0 0,1 0 0,0 0-1,-10 5 1,5 1-80,0-1 0,0 2 0,1-1 0,0 1 0,-16 20 0,1 2 6,0 0 0,2 2 0,2 0 0,0 2 0,3 0 0,1 1 0,1 1 0,2 0 0,2 1 0,2 0 0,1 1 0,2 0 0,-3 47-1,8-47-16,1 1-1,9 77 0,-6-102 0,1-1 0,1 1 1,0-1-1,1 0 0,0-1 0,2 1 0,-1-1 0,1 0 0,1 0 0,1-1 0,11 14 0,-6-12-61,0 0 0,1-1 0,1 0 0,0-1 1,1-1-1,0 0 0,1-2 0,-1 0 0,2-1 0,35 11 0,-30-13-49,1 0-1,-1-2 1,1-1-1,0-1 1,0-1-1,0-1 1,-1-1-1,36-6 1,-45 3 122,0 0 1,0 0-1,0-1 1,-1-1-1,0-1 1,0 0-1,0 0 1,-1-2 0,0 0-1,-1 0 1,0-1-1,-1 0 1,0-1-1,0 0 1,17-25-1,-17 19 29,0 0-1,-2 0 1,0-1-1,-1 0 0,-1 0 1,0-1-1,-2 0 0,0 0 1,-1 0-1,-1-1 0,1-38 1,-4 4 225,0 54-230,0 0 1,0 0-1,-1 0 0,1 0 0,0 0 1,-1-1-1,1 1 0,0 0 0,0 0 0,-1 0 1,1 0-1,0 0 0,-1 0 0,1 0 1,0 0-1,-1 0 0,1 0 0,0 0 1,0 0-1,-1 0 0,1 0 0,0 0 1,-1 0-1,1 1 0,0-1 0,0 0 0,-1 0 1,1 0-1,0 0 0,-1 1 0,1-1 1,0 0-1,0 0 0,0 0 0,-1 1 1,1-1-1,0 0 0,0 0 0,-1 1 0,0 12-110,-1 0 0,2-1-1,-1 1 1,3 16-1,-1 6 75,-1-5 19,-1-8 18,1-1 1,1 0-1,1 0 0,5 25 0,-6-41-2,0 0 1,1-1-1,-1 1 0,1-1 0,0 0 0,0 1 0,0-1 0,1 0 0,-1 0 0,1 0 0,0-1 0,0 1 1,1-1-1,-1 1 0,1-1 0,-1 0 0,1-1 0,0 1 0,0-1 0,1 1 0,-1-1 0,0 0 0,1-1 1,5 3-1,-5-4-96,-1 1 0,0 0 0,1-1 0,-1 0 0,0 0 0,1 0 0,-1-1 0,0 1 0,1-1 0,-1 0 0,0 0 1,0-1-1,0 1 0,0-1 0,0 0 0,0 0 0,0 0 0,-1 0 0,1-1 0,-1 0 0,1 1 0,-1-1 0,0-1 0,0 1 1,0 0-1,-1-1 0,5-7 0,24-39-2488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20.3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5761,'0'0'7778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20.68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73 370 4033,'0'0'6596,"-12"-34"-6317,-35-109-194,44 134-83,0-1 0,1 0 0,0 0 0,0 0 0,1 0 1,1 0-1,0-16 0,1 6-3,-1 15-8,0-1 0,0 1-1,0-1 1,1 1 0,0 0 0,0-1-1,1 1 1,2-7 0,-3 11-18,0-1-1,0 0 1,0 1-1,0-1 1,0 1-1,1 0 1,-1-1-1,0 1 1,1 0-1,0 0 1,-1 0-1,1 0 1,0 0-1,-1 0 1,1 0-1,0 1 1,0-1-1,-1 1 1,1-1-1,0 1 1,0 0-1,0-1 1,0 1-1,0 0 1,2 1 0,-1-1-10,0 0 0,0 1 0,0-1 0,0 1 1,0 0-1,0 0 0,0 0 0,-1 0 1,1 1-1,-1-1 0,1 1 0,-1 0 0,1 0 1,-1-1-1,0 1 0,0 1 0,1-1 1,-2 0-1,1 0 0,3 5 0,3 7 54,0 0 0,11 27 0,-7-12-41,2 3 48,2-1 0,1 0-1,2-1 1,1-1 0,42 48 0,-57-72-44,0-1 0,0 0 0,0 0 1,1-1-1,-1 1 0,1-1 0,0 0 1,0-1-1,0 1 0,0-1 0,11 2 1,1-2-836,1 0 1,31-1-1,-39-1 224,43 0-3746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21.1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70 0 3137,'0'0'6778,"-12"36"-6557,-35 119 72,44-144-262,1 0 0,0 0 0,0 0 0,1 0 0,1 1 0,0-1 0,1 0 0,0 0 0,0 0 0,1 0 0,5 18 0,-3-21-16,-1 0 0,1-1 0,0 1 0,1-1 0,0 1-1,0-1 1,0-1 0,1 1 0,0-1 0,1 0 0,-1 0-1,9 5 1,0-2-49,-1-1 0,1-1 0,1 0 0,-1-1 0,1-1 0,0 0 0,0-1 0,0-1 0,1-1 0,-1 0 0,1-1 0,0-1 0,19-2 0,-26 1-36,0 0-1,0-1 1,0 0-1,0-1 0,-1 0 1,1-1-1,-1 0 1,0 0-1,0-1 1,0 0-1,-1-1 1,0 0-1,0 0 0,0-1 1,-1 1-1,0-2 1,0 1-1,-1-1 1,0 0-1,0-1 1,-1 1-1,0-1 0,0 0 1,-1 0-1,0-1 1,-1 1-1,0-1 1,0 0-1,-1 0 1,-1 0-1,1-11 0,-1-116-233,-5 111 411,4 26-70,-1-1 0,1 0 0,0 0-1,-1 1 1,1-1 0,-1 0 0,0 1 0,1-1-1,-1 0 1,1 1 0,-1-1 0,0 1 0,0-1-1,1 1 1,-1-1 0,0 1 0,0 0-1,1-1 1,-1 1 0,0 0 0,0 0 0,0 0-1,0-1 1,1 1 0,-1 0 0,-1 0 0,1 1-18,0-1 1,1 1-1,-1-1 1,1 1-1,-1-1 1,1 1-1,0-1 1,-1 1-1,1 0 1,-1-1-1,1 1 1,0 0-1,0-1 1,-1 1-1,1 0 1,0-1-1,0 1 1,0 0-1,0-1 1,0 1 0,0 0-1,0 0 1,0-1-1,0 2 1,0 27-109,1-22 126,-1 2-38,-1 11-2,2 0 0,5 33 1,-5-45 1,1-1 1,0 0 0,1-1-1,-1 1 1,1 0-1,1-1 1,-1 0 0,1 1-1,1-1 1,8 10-1,-6-9-10,0 1-1,1-1 0,0-1 1,0 1-1,0-1 1,1-1-1,0 0 0,0 0 1,0-1-1,1 0 0,0 0 1,-1-1-1,1 0 0,0-1 1,1 0-1,-1-1 0,0 0 1,0-1-1,1 0 1,-1 0-1,14-3 0,-20 2 5,0 0 0,0-1 0,0 1 0,-1-1-1,1 0 1,-1 0 0,1 0 0,-1 0 0,0-1 0,0 1-1,0-1 1,0 0 0,0 0 0,-1 0 0,1 0 0,-1-1-1,0 1 1,0-1 0,0 1 0,0-1 0,-1 0 0,0 0-1,1 1 1,-1-1 0,0-5 0,3-11 3,-1 0 0,-1-1 1,-2-33-1,0 40 81,0 12 305,0 30-245,0-22-137,0 19 18,6 46-1,-5-62-6,1 0 1,0 0-1,1-1 0,0 1 1,0-1-1,1 0 0,0 0 0,0 0 1,7 7-1,-4-4 43,1-2-1,1 1 1,0-1-1,0 0 1,0-1-1,13 8 1,-15-12-22,-1 0 0,1 0 0,0-1 0,0 0-1,0-1 1,0 0 0,1 0 0,-1 0 0,1-1 0,-1 0 0,12 0 0,-15-1-13,0-1 1,0 0-1,0 0 1,0 0-1,0 0 1,-1-1-1,1 1 1,0-1-1,-1 0 1,1 0-1,-1-1 1,1 1-1,-1-1 1,0 1-1,0-1 1,0 0 0,-1 0-1,1 0 1,-1-1-1,1 1 1,-1 0-1,0-1 1,0 0-1,-1 1 1,3-6-1,3-11-17,0-1 0,-1 1 1,4-30-1,-7 30 6,-1 0 0,0-26 0,-1 45-2,0 1 1,-1 0 0,1-1-1,0 1 1,0 0 0,-1-1-1,1 1 1,0 0 0,0 0-1,0 0 1,0 0 0,-1 0-1,1 0 1,0 0 0,0 0-1,0 0 1,-1 0 0,1 1-1,0-1 1,0 0 0,1 1-1,3 1-51,-1 1 0,1 0 0,-1 0 0,0 0 0,0 0 0,0 1 0,0-1 0,0 1 0,3 5 0,31 45 25,-15-20 12,-7-11 11,-12-15-4,1 0 1,0-1-1,1 0 1,-1 0-1,2-1 1,-1 1-1,0-1 1,11 6-1,-16-11-64,0-1 0,1 1 1,-1-1-1,1 0 0,-1 1 0,1-1 0,-1 0 0,1 0 0,-1 0 0,1 0 0,-1 0 0,1-1 1,-1 1-1,1 0 0,-1-1 0,0 1 0,1-1 0,-1 1 0,1-1 0,-1 0 0,0 0 0,0 1 1,1-1-1,-1 0 0,0 0 0,0 0 0,0 0 0,0-1 0,0 1 0,0 0 0,-1 0 0,1 0 0,0-1 1,0 1-1,0-3 0,13-42-4440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21.4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3209,'0'0'2704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21.8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 0 3265,'0'0'6073,"6"34"-5548,11 54 478,37 115 0,157 438 2697,-159-455-3138,-26-84-479,-20-86-352,-5-38-811,-1-39-1894,0-19-3484</inkml:trace>
  <inkml:trace contextRef="#ctx0" brushRef="#br0" timeOffset="1">0 786 3809,'0'0'5545,"385"44"-5545,-284-44-880,-18-12-3945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22.19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43 109 6601,'0'0'7393,"-9"-18"-7459,1 6 34,2-1 0,0 0 0,-7-20 0,13 32 29,0 0 0,0 0 0,0 0-1,0 1 1,0-1 0,1 0 0,-1 0 0,0 0-1,0 1 1,1-1 0,-1 0 0,1 0 0,-1 1-1,0-1 1,1 0 0,-1 1 0,1-1-1,0 1 1,-1-1 0,1 0 0,-1 1 0,1-1-1,0 1 1,-1 0 0,1-1 0,0 1 0,0-1-1,-1 1 1,1 0 0,0 0 0,0-1-1,0 1 1,0 0 0,-1 0 0,1 0 0,0 0-1,0 0 1,0 0 0,-1 0 0,3 1 0,40 4-72,-36-3 69,-1 0 0,1 0 1,-1 1-1,0 0 1,1 0-1,-1 1 0,-1 0 1,1 0-1,-1 0 1,1 0-1,-1 1 0,8 10 1,-6-6-1,-1 0 0,-1 0 0,0 1 0,0 0 0,-1 0 1,0 0-1,4 16 0,-1 11 113,-2 0-1,-1 0 1,-2 64 0,-2-95-78,-2 37 281,-13 76 0,7-76 13,-2 79-1,27-121 4,301-1-1601,-265 0-399,9 0-2456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22.5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8466,'0'0'5129</inkml:trace>
  <inkml:trace contextRef="#ctx0" brushRef="#br0" timeOffset="1">101 445 5801,'0'0'8330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1.4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101 0 160,'0'0'10184,"0"8"-10144,0 40 563,-3-1 0,-12 74 0,-10 76-20,16-111-458,5-59-120,-17 245-204,16-272-1645,5 0 1622,-1 0 0,0 0 0,0 0 1,0 0-1,0 0 0,0 0 0,1-1 0,-1 1 0,0 0 0,0-1 0,0 1 1,1 0-1,-1-1 0,-1 0 0,-4-19-3896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1.89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10 56 3209,'0'0'11657,"-7"0"-11178,4 0-508,5 0 70,1146-40 1403,-1066 33-1453,45-2-3469,-125 33-5227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2.2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28 4913,'0'0'8010,"107"0"-7954,-12 0 200,11 0-32,13-12-64,-7 0-104,1 8-48,-6 4-8,-7 0-264,25 0-1112,-30 0-1377,-18 4-2792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2.81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19 197 3593,'0'0'7297,"-3"43"-7243,-9 146 10,8 64 200,5-160 903,-1-411 424,1 296-1672,0 0 0,2-1 0,1 1 0,0 0 0,2 1 0,0-1 0,1 1 0,2 0 0,0 1 0,1 0 0,1 0 0,20-27 0,-22 35 42,1-1-1,1 2 1,0-1-1,0 2 0,1-1 1,1 2-1,-1-1 1,1 2-1,1 0 1,0 0-1,0 1 0,1 1 1,-1 0-1,1 1 1,0 1-1,1 1 0,-1 0 1,27-2-1,-24 4-9,-7 0-70,0 1 0,0 0 0,16 2 0,-25-1 89,1-1 1,0 1-1,-1 0 1,1-1-1,-1 1 1,1 0-1,-1 1 0,1-1 1,-1 0-1,0 1 1,0-1-1,1 1 1,-1 0-1,0 0 1,-1 0-1,1 0 0,0 0 1,2 4-1,-1 1 17,1 1 0,-2 0 0,1 0 0,-1 0-1,0 0 1,-1 0 0,0 0 0,0 0-1,-1 1 1,0-1 0,-1 10 0,0-8 37,0 1 0,-1 0 0,0-1 0,-1 0 1,0 1-1,-1-1 0,0 0 0,-7 12 0,-1-6 27,0 0 0,-1 0 0,-1-1 0,0-1-1,-1 0 1,-1-1 0,0-1 0,-1 0 0,0-1 0,-1-1 0,0-1-1,0 0 1,-32 9 0,39-16 31,0 0 0,0-1 0,-1 0 1,-11-1-1,20 0-31,3 0-58,-1-1 0,1 1 1,-1 0-1,1-1 0,-1 1 0,1 0 1,-1-1-1,1 1 0,-1-1 1,1 1-1,0-1 0,-1 1 1,1-1-1,0 1 0,-1-1 0,1 1 1,0-1-1,0 0 0,0 1 1,0-1-1,-1 1 0,1-1 1,0 1-1,0-1 0,0 0 0,0 1 1,0-1-1,0 1 0,0-1 1,1 0-1,-1 1 0,0-1 1,0 1-1,0-1 0,1 0 1,-1 1-1,0-1 0,0 1 0,1-1 1,-1 1-1,0-1 0,1 1 1,0-1-1,6 0-36,-1 1 0,1-1 1,0 1-1,-1 1 0,1 0 1,-1-1-1,1 2 0,-1-1 0,1 1 1,-1 0-1,0 1 0,0-1 0,0 1 1,0 0-1,-1 1 0,1-1 0,-1 1 1,0 0-1,0 1 0,0-1 1,0 1-1,-1 0 0,7 9 0,7 12 83,-1 0-1,-1 2 1,21 50-1,-21-42-74,-12-27 42,5 10-2,0 0 0,14 20-1,-22-39-71,-1 1-1,0 0 1,1-1-1,-1 1 1,0-1-1,1 1 1,-1 0-1,1-1 1,-1 1-1,1-1 1,-1 1 0,1-1-1,-1 0 1,1 1-1,0-1 1,-1 0-1,1 1 1,-1-1-1,1 0 1,0 1-1,-1-1 1,1 0-1,0 0 1,-1 0-1,1 0 1,0 0-1,0 0 1,-1 0-1,1 0 1,0 0-1,-1 0 1,1 0-1,0 0 1,-1-1-1,1 1 1,0 0-1,-1 0 1,1-1-1,0 1 1,-1 0-1,1-1 1,-1 1-1,1-1 1,-1 1-1,1 0 1,-1-1-1,1 0 1,-1 1-1,1-1 1,-1 1-1,1-1 1,-1 1-1,0-1 1,0 0-1,1-1 1,6-25-3899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3.24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1640,'0'0'9401,"0"10"-9389,2 24 23,2-1-1,12 54 1,6 23 1453,12 159-1,-28-210-1269,-1-25-148,-5-33-67,0 0 0,1 0 0,-1 0 0,0 0 0,0 0 0,1 0 0,-1 0 0,0 0 0,1 0 0,-1 0 0,1 0 0,0 0 0,-1 0 0,1 0 0,0 0 0,-1 0 0,1-1 0,0 1 0,0 0 0,0 0 0,0-1 0,0 1 0,0-1 0,1 1 0,-1-1 189,12 0 507,77 3-592,-36-1-49,87-8 1,-134 5-133,0-1-1,0 1 1,0-2-1,0 1 1,0-1 0,0 0-1,-1 0 1,8-5-1,-10 5-363,-1 1-1,0-1 1,1 1-1,-1-1 0,-1 0 1,1 0-1,0-1 0,-1 1 1,4-6-1,-3-8-5866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4.0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0 1800,'0'0'8213,"-5"0"-7290,-14 0-132,14 0 1001,5 2-1680,0-2-111,0 0-1,0 1 1,0-1 0,0 1-1,0-1 1,1 0 0,-1 1-1,0-1 1,0 0 0,0 1-1,1-1 1,-1 0 0,0 0-1,1 1 1,-1-1 0,0 0-1,1 0 1,-1 1 0,0-1-1,1 0 1,-1 0 0,0 0-1,1 0 1,-1 1 0,0-1-1,1 0 1,-1 0 0,1 0-1,0 0 1,63 18 152,2-3 0,89 9 1,-147-23-142,179 16 254,242-9 0,-296-8-239,-49-8-1605,-87 12 156,-32 17-1377,-25 13-2603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5.63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61 556 3609,'0'0'6569,"25"-35"-6199,76-115-201,-95 140-158,-1 0 0,0 0-1,0 0 1,-1-1 0,3-12 0,-5 16-6,-1 0-1,-1 0 1,1 0 0,-2-13-1,0-1 3,2-8 11,0 12 4,-1 0-1,-1 0 1,0 0 0,-1 0-1,-6-20 1,7 33-13,0 0 0,-1-1 0,0 1 0,0 0 0,0 0 0,0 0 0,-1 1 0,0-1 0,0 0 0,0 1 0,0 0 0,0 0 0,0 0 0,-1 0 0,0 0 0,1 1 0,-1 0 0,0-1 0,0 1 0,-1 1 0,1-1 0,0 1 0,0-1 0,-9 0 0,11 2-14,-1-1 1,0 1-1,0 0 0,1 0 0,-1 0 0,0 0 1,0 0-1,1 1 0,-1-1 0,0 1 1,0 0-1,1 0 0,-1 0 0,1 0 1,-1 0-1,1 1 0,-1-1 0,1 1 1,0-1-1,0 1 0,0 0 0,0 0 1,0 0-1,0 0 0,0 0 0,1 0 0,-1 1 1,-1 3-1,-3 6-64,0 2-1,0-1 1,2 0-1,-5 21 1,7-27 74,-7 38-9,3-1 0,2 1 1,1 0-1,4 53 0,0-32 8,0-47 2,1 1 0,0-1 0,1 0 0,2 0 0,0-1 0,0 1 0,2-1 0,0 0 0,2-1-1,0 0 1,0 0 0,2-1 0,0 0 0,0-1 0,17 17 0,-20-24-9,0-1 0,1 0-1,0 0 1,0-1 0,0 0 0,1 0 0,19 7 0,-26-11 1,1 0 0,0-1 0,-1 0 0,1 0 0,0 0 0,0 0 0,0-1 1,-1 1-1,1-1 0,0 0 0,0 0 0,0-1 0,0 1 0,0-1 0,0 0 1,-1 0-1,1 0 0,0 0 0,-1-1 0,1 1 0,-1-1 0,1 0 0,-1 0 1,0 0-1,1-1 0,3-3 0,1-4 26,-1 0-1,0 0 1,-1-1 0,0 1 0,-1-1 0,5-14-1,23-78 23,-26 80-46,24-97-427,-6-1 0,14-166-1,-39 284 421,0 1 0,0 0 0,1-1-1,-1 1 1,1 0 0,-1 0 0,1-1-1,0 1 1,0 0 0,1-2 0,-2 3 3,1 1 0,-1 0 0,0 0 0,0 0 0,0 0 0,0 0 0,1 0 1,-1 0-1,0-1 0,0 1 0,0 0 0,1 0 0,-1 0 0,0 0 0,0 0 0,0 0 1,1 0-1,-1 0 0,0 0 0,0 0 0,0 0 0,1 0 0,-1 0 0,0 0 0,0 0 1,1 0-1,-1 1 0,0-1 0,0 0 0,0 0 0,0 0 0,1 0 0,-1 0 0,0 0 0,0 0 1,0 1-1,0-1 0,1 0 0,-1 0 0,10 19-297,10 38 225,22 109 0,-9-29 467,15 17 1095,-39-134-901,-4-21 116,-2-14 252,6-130-221,10-93-2078,-19 238 1343,0 0 0,0 0 0,0-1-1,0 1 1,0 0 0,-1-1 0,1 1 0,0 0-1,0-1 1,0 1 0,0 0 0,0 0 0,1-1-1,-1 1 1,0 0 0,0-1 0,0 1 0,0 0-1,0-1 1,0 1 0,0 0 0,1 0-1,-1-1 1,0 1 0,0 0 0,0 0 0,1-1-1,-1 1 1,0 0 0,0 0 0,1 0 0,-1 0-1,0-1 1,0 1 0,1 0 0,-1 0-1,0 0 1,0 0 0,1 0 0,-1 0 0,0 0-1,1 0 1,-1 0 0,0-1 0,1 1 0,-1 1-1,0-1 1,0 0 0,1 0 0,-1 0 0,0 0-1,1 0 1,-1 0 0,0 0 0,1 0-1,-1 0 1,0 0 0,0 1 0,1-1 0,-1 0-1,15 18-445,6 21 323,-1 1 0,22 62 0,-8-19 122,-24-58-33,0-2 0,2 1 0,1-2 0,0 1 0,2-2 0,0 0 0,32 32 0,7-9-1796,-6-17-1951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6.12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0 328 5537,'0'0'6654,"6"-40"-6553,20-129-53,-6 67-33,-20 102-21,0-1 0,0 0 1,0 1-1,0-1 0,0 1 1,0-1-1,0 0 1,1 1-1,-1-1 0,0 1 1,0-1-1,0 0 0,1 1 1,-1-1-1,0 1 0,0-1 1,1 1-1,-1-1 0,1 1 1,-1-1-1,0 1 1,1-1-1,-1 1 0,1 0 1,-1-1-1,1 1 0,-1 0 1,1-1-1,-1 1 0,1 0 1,-1 0-1,1-1 0,0 1 1,-1 0-1,1 0 1,-1 0-1,1 0 0,0 0 1,-1 0-1,1 0 0,-1 0 1,1 0-1,0 0 0,-1 0 1,1 0-1,-1 0 0,1 1 1,0-1-1,-1 0 1,1 0-1,-1 1 0,1-1 1,-1 0-1,1 1 0,-1-1 1,1 0-1,-1 1 0,1-1 1,-1 1-1,0-1 0,1 1 1,-1-1-1,0 1 1,1 0-1,8 12-51,-2 0 0,1 0 0,-2 0 0,0 1 0,0 0 0,3 14 0,9 22 100,5 5 188,36 62 0,-50-101-214,2 0 0,-1-1 0,2 0-1,0-1 1,0 0 0,1-1 0,1 0 0,19 12-1,-26-20 6,0-1-1,1 0 1,-1-1 0,1 1-1,0-2 1,0 1-1,0-1 1,1 0-1,13 1 1,-17-3 10,0 0 0,0 0 0,0 0 0,0 0 0,0-1 1,0 0-1,0 0 0,0 0 0,-1-1 0,1 1 0,0-1 0,-1 0 0,1-1 0,-1 1 0,0-1 1,0 0-1,7-6 0,-1-2 5,-2 1 0,1-2 1,-2 1-1,1-1 0,-1 0 0,-1-1 1,-1 0-1,1 0 0,-2 0 0,0 0 1,4-24-1,-2-8 55,-1 0 1,-3-60-1,-2 104-92,0-1-1,0 1 1,0-1 0,0 0-1,0 1 1,0-1 0,-1 0-1,1 1 1,-1-1 0,1 1-1,-1-1 1,1 1 0,-1-1-1,0 1 1,0 0 0,0-1-1,0 1 1,0 0 0,0-1-1,0 1 1,0 0 0,-1 0-1,1 0 1,0 0 0,-1 0-1,1 1 1,0-1 0,-1 0-1,1 0 1,-1 1 0,1-1-1,-1 1 1,0 0 0,1-1-1,-1 1 1,1 0 0,-1 0-1,0 0 1,1 0 0,-1 0-1,0 0 1,1 1 0,-1-1-1,1 0 1,-1 1 0,1-1-1,-1 1 1,1 0 0,-1-1-1,1 1 1,-2 1 0,0 1-37,1 0 0,0 0 0,0 0 1,0 0-1,0 0 0,0 1 1,1-1-1,-1 1 0,1-1 0,0 1 1,0-1-1,0 1 0,1 0 1,-1-1-1,1 1 0,0 6 0,-1-1-13,-3 34-18,2 0 0,4 59 0,-1-95 58,0 1 0,1-1 1,0 1-1,0-1 0,1 0 1,-1 1-1,2-1 0,-1-1 1,1 1-1,0 0 0,0-1 1,1 0-1,0 0 0,0 0 1,0-1-1,1 1 1,-1-1-1,2 0 0,-1-1 1,9 5-1,-5-3-95,0-1 1,1-1-1,-1 0 0,1-1 0,0 1 1,0-2-1,0 0 0,0 0 1,1-1-1,-1-1 0,0 0 1,1 0-1,19-4 0,-13 0-200,-1 0 0,0-2 0,0 0 0,0-1 0,-1 0 0,0-2 0,-1 0 0,1 0 0,23-21 0,35-40-3258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6.48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46 25 336,'0'0'9905,"-11"-8"-9812,-16-8-43,27 16-49,0 0 1,0 0-1,-1 0 1,1 0-1,0 0 1,0 0-1,-1 0 1,1 0-1,0 0 1,0 0-1,0 0 1,-1 0 0,1 0-1,0 0 1,0 0-1,-1 0 1,1 0-1,0 1 1,0-1-1,-1 0 1,1 0-1,0 0 1,0 0-1,0 0 1,-1 1-1,1-1 1,0 0-1,0 0 1,0 0-1,0 1 1,0-1-1,-1 0 1,1 0-1,0 0 1,0 1 0,0-1-1,0 0 1,0 0-1,0 1 1,0-1-1,0 0 1,0 0-1,0 1 1,0-1-1,0 0 1,0 0-1,0 1 1,0-1-1,0 0 1,0 0-1,0 1 1,4 14 74,1-1 0,0 1 1,8 14-1,-13-28-74,50 123 1336,44 178-1,-2 138 292,-56-285-1959,-35-168-3149,-1-25 672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6.80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1 139 5817,'0'0'6762,"308"-111"-6970,-225 91-1697,-24 12-4048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7.1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65 3161,'0'0'4111,"8"40"-3217,32 126-314,-38-159-538,1-1 1,-1 1-1,1-1 1,0 0-1,0 0 0,1 0 1,0-1-1,0 1 1,0-1-1,1 0 1,0 0-1,0 0 0,0-1 1,1 0-1,-1 0 1,1 0-1,0 0 1,0-1-1,0 0 0,0-1 1,10 4-1,-6-2 30,6 1 33,1 0 0,1 0 0,-1-2 0,0 0 0,1-1 0,-1-1 0,1-1 0,0 0 0,-1-1 0,20-4 0,-30 4-74,0-1-1,0 0 1,-1 0 0,1-1-1,-1 0 1,1 0-1,-1 0 1,0-1-1,0 0 1,-1 0-1,1 0 1,-1-1 0,0 0-1,0 0 1,0 0-1,-1-1 1,0 1-1,0-1 1,0 0-1,3-8 1,-1 0 6,0-1 0,-2 1 0,0-1 1,0 0-1,-1 0 0,-1 0 0,-1 0 0,0-20 1,0 30-24,-1 0 1,0 0-1,-1 0 1,1 0-1,-1 0 0,0 0 1,0 0-1,-1 0 1,1 0-1,-1 0 1,0 0-1,-1 1 1,1-1-1,-1 1 1,0 0-1,0 0 1,0 0-1,0 0 1,-1 0-1,0 0 1,1 1-1,-1 0 1,-1 0-1,1 0 1,0 0-1,-1 1 1,1 0-1,-1 0 1,-7-3-1,-6-2 79,-1 1 0,0 0 1,0 2-1,-1 0 0,1 1 0,-1 1 0,0 0 0,0 2 0,-34 3 0,49-2-115,0 0-1,0 0 1,0 1-1,0-1 1,0 1-1,1 0 1,-1 1-1,1-1 1,-1 1 0,1 0-1,0 0 1,0 0-1,0 0 1,0 1-1,1 0 1,-1-1-1,1 1 1,0 1-1,0-1 1,0 0-1,1 1 1,0-1 0,0 1-1,0 0 1,0 0-1,-1 9 1,-2 9-154,1 2 1,1-1 0,1 0-1,2 32 1,0-44 95,0-5-39,1-1-1,0 1 1,0-1-1,1 1 1,0-1-1,0 0 1,1 0-1,-1 0 1,1 0 0,0 0-1,1-1 1,0 1-1,0-1 1,0 0-1,0 0 1,1 0-1,0-1 1,0 0-1,0 0 1,0 0 0,1 0-1,-1-1 1,1 0-1,0 0 1,0 0-1,0-1 1,0 0-1,1 0 1,-1-1-1,1 1 1,-1-2-1,11 1 1,-14 0 5,0-1-1,0 0 1,0 0 0,0 0-1,0 0 1,0-1 0,0 1-1,1-1 1,-1 0 0,-1 0-1,1 0 1,0 0 0,0 0-1,0-1 1,0 1-1,-1-1 1,1 0 0,-1 0-1,1 0 1,-1 0 0,0 0-1,4-5 1,14-27-1590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7.7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0 460 1240,'0'0'7347,"55"-29"-6847,167-101-233,-213 124-255,-1 0 0,0-1 0,0 0-1,0-1 1,9-11 0,-14 13-5,0 1 0,0 0 0,0-1-1,0 0 1,2-8 0,10-37 90,12-77-1,-27 127-74,0-1-1,0 1 0,0 0 0,0 0 1,1 0-1,-1 0 0,0 0 1,0 0-1,1 0 0,-1 0 0,1 0 1,-1 0-1,1 0 0,-1 0 0,1 0 1,0 0-1,-1 0 0,1 0 0,0 1 1,0-1-1,-1 0 0,1 1 0,0-1 1,0 0-1,0 1 0,0-1 1,2 0-1,-2 1-12,1 1 1,0-1-1,-1 1 1,0 0-1,1 0 0,-1-1 1,1 1-1,-1 0 1,0 0-1,0 0 1,1 0-1,-1 1 0,0-1 1,0 0-1,0 0 1,0 1-1,0-1 1,-1 1-1,1-1 0,1 3 1,24 51 156,22 60 1,-32-70 44,2-1 0,2-1-1,34 56 1,-50-93-201,0 0 0,0-1 0,1 1 0,-1-1 0,1 0 0,1 0 0,-1 0 0,0 0 0,1-1 0,0 0 0,0-1 0,0 1 0,1-1 0,-1 0 0,1 0 0,0-1 0,0 0 0,0 0 0,0-1 0,0 0 0,14 1 0,-18-3-8,-1 1 0,1 0 0,0-1 0,0 1 0,0-1 0,-1 0 0,1 0-1,0 0 1,-1 0 0,1-1 0,-1 1 0,1-1 0,-1 1 0,1-1 0,-1 0 0,3-3 0,0-1-14,0 1 1,-1-2 0,0 1-1,0 0 1,0-1-1,3-8 1,0-3-166,0-1 1,-2 0-1,0 0 0,2-20 0,-5 29 98,-1 0-1,0 0 1,-1 0-1,-1-17 1,6 42 69,0-1 1,1 0-1,1 0 1,0 0-1,1-1 0,0 0 1,13 15-1,-15-21 15,-1-1 0,1 0 0,0 0-1,1-1 1,-1 1 0,1-1 0,0-1 0,1 0-1,-1 0 1,1 0 0,-1-1 0,1 0 0,0 0-1,1-1 1,8 2 0,-8-3 91,1 0 0,-1 0 0,1-1 0,0 0 0,-1-1-1,15-3 1,-18 3-46,-1-1-1,0 0 1,0 0-1,0-1 1,0 1-1,0-1 1,-1 0-1,1 0 1,-1-1-1,0 1 1,0-1-1,5-6 1,0-1-6,0-1 0,-1 1 0,-1-2 0,0 1 0,-1-1 0,0 0 0,-1 0 0,5-16 0,-5 7-17,0-1 1,-2 0-1,-1 1 0,0-30 0,-2 46-5,0-1-1,0 0 1,-1 1-1,1-1 1,-2 1 0,1-1-1,-1 1 1,0 0-1,0-1 1,-1 1 0,1 0-1,-1 1 1,-5-8 0,5 10 18,-1-1 1,1 1 0,-1 0-1,1 0 1,-1 0 0,0 1 0,0-1-1,0 1 1,-1 0 0,1 0-1,0 0 1,-1 1 0,0 0 0,1-1-1,-1 2 1,1-1 0,-1 0-1,-7 1 1,7 0-38,1-1 0,-1 1 0,0 1 0,0-1 0,0 1 0,0 0 0,0 0 0,0 0 0,0 0 0,1 1 0,-1 0 0,1 0 0,-1 0 0,1 1 0,0 0 0,0-1-1,-7 8 1,5-4-90,1 1-1,1-1 0,-1 1 0,1 0 1,0 1-1,1-1 0,0 0 0,0 1 1,0 0-1,-1 10 0,1-2-388,0 1 0,2-1 0,0 1 0,1 27 0,0-42 352,0-1 1,1 1 0,-1 0-1,0 0 1,1 0 0,-1-1 0,1 1-1,-1 0 1,1-1 0,0 1 0,0 0-1,0-1 1,0 1 0,0-1-1,0 1 1,0-1 0,1 0 0,-1 1-1,0-1 1,1 0 0,-1 0 0,1 0-1,-1 0 1,1 0 0,-1 0-1,1-1 1,0 1 0,0 0 0,-1-1-1,1 1 1,0-1 0,0 0 0,0 0-1,-1 1 1,1-1 0,3-1 0,36 3-2531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8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30 258 616,'0'0'5803,"-3"-41"-3039,-11-123-467,8 120-1011,2 36 21,1 39-602,4 20-645,2 0-1,2-1 1,3 0 0,18 67 0,43 151 751,84 276 469,-148-526-1278,-4-15-16,0 1 0,0 0-1,0-1 1,1 1 0,-1-1-1,1 1 1,0-1 0,0 0 0,0 0-1,3 5 1,-4-8-10,-1 0 1,0 1-1,0-1 0,1 0 1,-1 0-1,0 0 0,0 1 1,1-1-1,-1 0 1,0 0-1,0 0 0,1 0 1,-1 0-1,0 1 0,1-1 1,-1 0-1,0 0 0,0 0 1,1 0-1,-1 0 0,0 0 1,1 0-1,-1 0 1,0 0-1,1 0 0,-1 0 1,0 0-1,0-1 0,1 1 1,-1 0-1,0 0 0,1 0 1,-1 0-1,0 0 1,0 0-1,1-1 0,-1 1 1,0 0-1,0 0 0,1-1 1,-1 1-1,0 0 0,6-18-1638,-1-25-2280,-4-8-4426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9.1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1 591 3745,'0'0'6429,"20"-42"-5670,65-140-442,-73 153-301,0 0-1,-2-1 1,-1 0-1,6-40 1,-10 25 865,-1-74 1,-4 106-525,0 12-346,1 1 0,0 0 0,0 0 0,-1 0 0,1-1 0,0 1 0,-1 0 0,1 0 0,0 0 0,0 0 1,-1 0-1,1 0 0,0 1 0,0-1 0,-1 0 0,1 0 0,0 0 0,-1 1 0,1-1 0,0 0 0,-1 1 0,1-1 0,-1 1 0,1-1 0,1 2 0,38 24-492,0 3 1,71 66-1,-97-83 459,10 10 18,0 2 1,-2 0 0,0 1 0,28 45-1,-40-52-14,0 0-1,-1 1 1,-1-1-1,-1 2 1,0-1-1,-2 1 1,0 0-1,3 34 1,-5-30-32,-1 0 1,-2 0-1,0 0 1,-6 36-1,4-53 27,1-1 0,-1 1 1,0 0-1,0 0 0,-1-1 0,0 0 0,0 1 0,-1-1 0,1 0 0,-1-1 0,-1 1 1,1-1-1,-1 1 0,0-1 0,0-1 0,0 1 0,-1-1 0,0 0 0,-9 5 0,7-5 14,0 0 0,0-1 0,-1 0 0,1-1 0,-1 0-1,1 0 1,-1-1 0,0 0 0,0 0 0,0-1-1,-12-1 1,15 0 7,0 0-1,0 0 1,1 0-1,-1-1 1,0 0-1,0 0 1,1 0 0,-1-1-1,1 0 1,0 0-1,0 0 1,0-1-1,0 0 1,1 0-1,-1 0 1,-6-8-1,4 1-61,1 1-1,0-1 0,1-1 0,0 1 1,0-1-1,1 0 0,1 0 1,0 0-1,-2-24 0,3 12-177,1 1 0,1-1 0,1 0 0,7-33 0,-4 39 171,0 1 1,2 0 0,0 0 0,1 0-1,1 1 1,0 0 0,13-17-1,81-99-81,-102 131 152,10-10-3,0 0 1,0 0-1,1 1 1,12-9-1,-19 16 3,1 0 0,-1 0 0,0 1-1,0 0 1,1 0 0,0 0 0,-1 1 0,1-1-1,0 1 1,0 0 0,-1 1 0,1-1 0,0 1-1,0 0 1,0 0 0,6 1 0,-9 0 4,1 0 1,0 0-1,-1 0 1,1 0-1,-1 0 1,0 0 0,1 1-1,-1 0 1,0-1-1,0 1 1,0 0-1,0 0 1,0 0-1,0 0 1,0 0-1,-1 1 1,1-1-1,1 4 1,20 51 162,-17-41-113,33 113 520,-28-86-53,2-1 0,2 0 1,31 62-1,-42-97-467,0-1 0,0 1 0,1-1 0,0 0 0,0-1 0,0 1 0,0-1 0,1 0 0,0 0 0,7 3 0,-11-6-29,1-1 1,-1 0-1,0 0 0,1 0 1,0-1-1,-1 1 0,1-1 0,-1 1 1,1-1-1,0 0 0,-1 0 1,1 0-1,-1 0 0,1 0 1,0-1-1,-1 1 0,1-1 1,-1 0-1,1 0 0,-1 0 1,1 0-1,-1 0 0,0 0 1,1-1-1,-1 1 0,0-1 1,0 1-1,0-1 0,0 0 1,0 0-1,-1 0 0,1 0 0,1-3 1,5-5 102,0-1 0,-2-1 0,1 1 1,-1-1-1,6-18 0,18-69 50,-26 83-188,5-26-599,-2 0 0,2-85 0,-9 189 198,14 105 1,-11-147 429,1 0 0,1 0 0,0-1 0,2 0 0,0 0 0,1 0 0,1-1 0,1 0 0,18 24 0,-24-37 21,0 0-1,1 0 1,0 0-1,0-1 0,0 0 1,0 0-1,1 0 0,0-1 1,7 4-1,-10-6-7,1 1 0,-1-1 0,0 0 0,0 0-1,1-1 1,-1 1 0,0-1 0,1 0 0,-1 0 0,1 0 0,-1 0 0,0 0-1,1-1 1,-1 1 0,0-1 0,1 0 0,-1 0 0,0 0 0,0-1-1,4-1 1,-2-1 4,-1 0 0,1 1 0,-1-1 0,0-1 0,-1 1 0,1-1 0,-1 1 0,0-1 0,3-5 0,23-52 72,-9 13-494,-2-1-1,-3-1 0,-1 0 0,10-87 1,-24 137 388,0 0 0,0 0 0,0 0 0,0 1 0,0-1 0,0 0 0,0 0 0,0 0 0,0 1 0,0-1 0,0 0 0,1 0 0,-1 0 0,0 1 0,1-1 1,-1 0-1,0 1 0,1-1 0,-1 0 0,1 1 0,-1-1 0,1 0 0,-1 1 0,1-1 0,0 1 0,-1-1 0,1 1 0,0-1 0,0 0 0,1 2 0,-1 0-1,1-1 0,-1 1 0,0 0 0,0 0 1,1 0-1,-1 0 0,0 0 0,0 0 1,0 0-1,0 0 0,0 0 0,0 0 1,0 1-1,1 1 0,25 42 249,-2 0-1,25 61 1,-33-66 15,2 0-1,1-2 1,2 0 0,34 44 0,-51-76-259,0-1 0,0 1 0,1-1 1,0-1-1,-1 1 0,2-1 1,-1 0-1,1 0 0,-1-1 1,1 0-1,0 0 0,7 2 1,3-1-357,1-1 0,-1-1 1,32 1-1,13-2-2321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39.71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192 0 5449,'0'0'7284,"-1"34"-6814,0-11-378,1 12 50,-2 0-1,-1 0 1,-2 0-1,-19 67 1,-21 35 287,-30 101-117,65-196-184,1 0 0,3 1 0,-3 73-1,8-100-107,1-14-8,0 1 0,0-1 1,0 1-1,0-1 0,0 1 0,0-1 0,1 1 0,-1-1 1,2 3-1,-2-4-4,1 0-1,0 0 1,0 0 0,0-1 0,0 1 0,-1 0 0,1 0-1,0-1 1,0 1 0,0 0 0,0-1 0,0 1 0,1-1-1,-1 1 1,0-1 0,0 0 0,0 0 0,0 1 0,0-1-1,1 0 1,-1 0 0,0 0 0,2 0 0,20 1 73,0-1-1,0-1 1,0-1 0,0-1 0,-1-1 0,1-1 0,-1-1 0,42-17 0,-16 2-167,87-38-876,-50 12-2495,-46 19-989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0.05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0 183 4489,'0'0'8098,"374"-20"-8010,-280-11-88,1-17-856,-24 4-1393,-29 5-3024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0.38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196 655 3649,'0'0'9650,"362"-20"-9562,-256-3-88,19-13-712,-31 8-2305,-28 0-4064</inkml:trace>
  <inkml:trace contextRef="#ctx0" brushRef="#br0" timeOffset="1">0 16 6793,'0'0'9482,"445"4"-8553,-267-4-489,-1-12-240,-17 4-152,-11 8-48,-31 0-304,-11 56-1393,-36 4-2295,-30-1-5787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2.1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164 0 5169,'0'0'6559,"-28"35"-6328,-83 115-3,108-145-220,0-1-1,1 1 1,-1-1 0,1 1 0,0 0 0,0 0 0,0 0 0,0 0 0,1 0 0,0 0 0,0 1 0,1-1-1,-1 0 1,2 10 0,0-10-5,0-1 0,1 0 0,0 0-1,0 1 1,0-1 0,0 0 0,1-1-1,0 1 1,0 0 0,5 5 0,-7-8-3,8 9-6,1-1 0,0 0 1,0-1-1,1 0 0,-1 0 0,2-1 1,-1-1-1,1 0 0,0-1 0,25 8 1,-19-8-13,0-1 1,0-1-1,0-1 1,0 0 0,1-1-1,-1-1 1,26-4-1,-38 4 19,0-1 0,-1 0 0,1 0 0,0-1 1,-1 0-1,0 0 0,1 0 0,-1 0 0,0-1 0,0 0 0,0 0 0,-1 0 0,1-1 0,-1 1 0,0-1 0,0 0 0,0-1 0,0 1 0,-1-1 0,1 1 0,-1-1 0,0 0 0,-1 0 0,4-10 1,-1-2-12,-1 0 1,-1 1 0,0-1-1,-2-1 1,0 1 0,0 0 0,-3-18-1,2 30 10,-1-1-1,0 1 1,0-1 0,0 1-1,-1 0 1,1-1-1,-1 1 1,0 0 0,-1 0-1,1 0 1,-1 1-1,0-1 1,0 1-1,-1-1 1,-3-3 0,0 2 18,0 0 1,0 1-1,0 0 1,0 0-1,-1 0 1,0 1-1,0 0 1,-15-4-1,3 2 55,0 2 0,0 0 0,-1 1 0,0 1 0,1 0 0,-1 2 0,-29 3 0,46-3-86,0 1 0,0-1 0,1 1-1,-1 0 1,0 0 0,0 1 0,1-1 0,-1 1-1,1-1 1,0 1 0,-1 0 0,1 0-1,0 1 1,0-1 0,0 1 0,1-1-1,-1 1 1,0 0 0,1 0 0,0 0-1,0 1 1,-2 3 0,0 1-129,1 1 0,1-1 0,-1 1 0,1 0 0,1 0 0,0-1 0,0 1-1,1 13 1,0-18 15,0 0-1,0 1 0,1-1 0,-1 0 0,1 0 0,0 0 1,0 0-1,0 0 0,1-1 0,-1 1 0,1 0 0,0-1 0,0 1 1,1-1-1,-1 1 0,6 5 0,-3-5-104,0 0 0,0 0 0,1 0 0,0-1 0,-1 0 0,1 0 0,0-1 0,0 1 0,12 1 0,41 7-1808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2.5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48 0 416,'0'0'11028,"-8"1"-10649,7 0-383,-1-1-1,0 0 1,0 1 0,1-1 0,-1 1 0,0 0 0,1 0 0,-1-1 0,1 1 0,-1 0 0,1 0 0,-1 1 0,1-1 0,0 0 0,0 0 0,-1 1 0,1-1 0,0 0 0,0 1 0,0-1 0,0 1 0,1 0 0,-1-1 0,0 1 0,1 0 0,-2 2 0,1 6-1,-1 1 0,1-1 0,1 1 0,0 10 0,0-7 8,-1 59 11,7 140 35,-4-189-33,2 1-1,1-1 1,0-1 0,2 1 0,1-1-1,18 38 1,-11-34 49,1-1 0,0 0 0,2-1 0,31 33 0,-39-48-36,0 0 0,0-1-1,1 0 1,0-1 0,0 0 0,1-1-1,0 0 1,1-1 0,-1 0 0,1-1-1,0 0 1,16 3 0,-16-6-24,0 0 1,0-1-1,0 0 1,0-1-1,1 0 0,12-3 1,-20 2 0,1 0 1,-1-1-1,0 0 1,0 0-1,0 0 1,0-1-1,-1 0 0,1 0 1,-1 0-1,1-1 1,-1 0-1,0 0 1,-1 0-1,5-5 1,0-2 4,-1 0 0,-1-1-1,0 0 1,0 0 0,-1-1 0,-1 0 0,0 0 0,-1 0 0,0 0 0,2-18 0,-2 3-52,-1 0 0,-2 0 0,-1-1 0,-3-29 1,3 57 45,0 0 1,0 0 0,0-1 0,-1 1-1,1 0 1,0 0 0,-1 0-1,1 0 1,-1 0 0,0 0-1,1 0 1,-1 0 0,0 0 0,1 0-1,-1 0 1,0 0 0,0 0-1,0 0 1,0 1 0,0-1-1,0 0 1,0 1 0,0-1 0,-2 0-1,3 1-3,-1 0-1,0 0 1,0 0-1,1 0 0,-1 0 1,0 0-1,0 0 1,1 0-1,-1 0 0,0 1 1,0-1-1,1 0 1,-1 1-1,0-1 0,1 0 1,-1 1-1,0-1 1,1 1-1,-1-1 0,0 1 1,1-1-1,-1 1 1,1-1-1,-1 1 0,1-1 1,-1 1-1,1 0 1,0-1-1,-1 1 0,1 0 1,0 0-1,0-1 1,-1 1-1,1 0 0,0 0 1,0-1-1,0 1 1,0 0-1,0 0 0,0 1 1,-2 20-145,1 44 1,2-29 76,-2-24-11,1 0-1,0 0 1,1 1 0,0-1-1,1 0 1,1 0 0,0 0-1,1 0 1,0 0-1,11 22 1,-2-17-426,1 0 1,0-1-1,1 0 0,1-1 0,0-1 1,1 0-1,23 14 0,32 11-5072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3.30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374 60 3145,'0'0'9454,"-52"-8"-8282,-164-20-480,207 27-656,0 0-1,-1 1 1,1 0-1,-12 2 1,20-2-30,0 1 0,-1-1-1,1 1 1,-1-1 0,1 1 0,0-1 0,0 1-1,-1 0 1,1-1 0,0 1 0,0 0 0,0 0-1,0 0 1,0 0 0,-2 2 0,0 2-2,0 0 1,0 0-1,0 1 0,1-1 1,-1 1-1,1 0 1,1 0-1,-1 0 1,1-1-1,-1 11 0,0 66-15,3-53 11,-2-13-1,2-1-1,0 0 1,1 0 0,0 1-1,7 20 1,-6-28 0,0 0 1,1 0-1,0-1 0,0 1 1,1-1-1,0 0 0,0 0 1,0-1-1,1 1 0,0-1 1,8 5-1,-2-1-4,1-1 0,0 0 1,0-1-1,1-1 0,0 0 0,0-1 0,0-1 0,21 6 0,-12-6-8,0-1 0,0-2-1,0 0 1,44-2-1,-58 0 28,-1-1-1,1-1 0,0 1 1,-1-1-1,0-1 0,1 1 1,-1-1-1,0-1 0,0 0 0,0 0 1,-1 0-1,0-1 0,0 0 1,0-1-1,0 1 0,-1-1 0,0-1 1,0 1-1,0-1 0,-1 0 1,0 0-1,-1-1 0,1 1 1,-1-1-1,-1 0 0,0 0 0,0 0 1,0-1-1,-1 1 0,0-1 1,1-13-1,-2 9 25,0 0 0,0 0 0,-1 0 0,-1 0 1,0 0-1,-5-23 0,4 28-11,-1 1 0,0-1 0,0 1 0,0 0 0,-1 0 0,0 0 0,-1 1 0,1-1 0,-1 1 0,-1 0 1,1 1-1,-9-8 0,-3 0 46,0 1 1,-1 0 0,-1 1-1,0 0 1,0 2 0,-1 1-1,0 0 1,-1 1 0,1 1-1,-2 1 1,1 1 0,-43-2-1,59 6-84,0-1 0,0 1 1,0 0-1,0 1 0,0-1 0,0 1 0,0 0 0,0 1 0,0-1 0,0 1 1,1 0-1,-1 0 0,-4 2 0,6-1-43,0 0 0,0 0 0,1 0 1,-1 0-1,1 1 0,0-1 0,-1 1 0,2-1 0,-1 1 0,0 0 1,1 0-1,-1 0 0,1 0 0,0 0 0,1 0 0,-1 0 0,0 6 1,-2 19-879,2 1 0,1 0 0,6 58 0,-2-73-458,1 1-1,11 27 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4.0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403 0 1720,'0'0'9237,"-24"34"-9158,-84 113 10,-39 43 565,84-110-1,57-73-566,0 2 61,-1-1 0,0 0 0,-1 0 0,0 0 0,-11 8 0,22-16 186,1-1 1,-1 1-1,0 0 0,0 0 1,0 0-1,0 1 0,0-1 1,0 1-1,0 0 1,6 2-1,43 14-673,0 3 333,94 51-1,54 54 36,-198-124 237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4.47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2601,'0'0'10320,"37"6"-10233,126 24 50,-143-26-87,1 2 0,-2 1-1,1 0 1,-1 1 0,0 1-1,23 16 1,-25-15-13,17 9 7,-1 2 0,-1 2 1,-1 0-1,-1 2 1,40 44-1,-63-60-127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5.3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184 1 744,'0'0'12111,"-31"37"-12083,-10 15-19,-40 63 0,76-107-3,1-1 0,0 1 0,1 0 0,0 1 0,0-1 0,1 0-1,-1 1 1,2-1 0,0 1 0,0 0 0,0 0 0,1 8-1,0 11 81,1 0-1,2 0 1,0 0-1,2 0 1,13 44-1,-12-57-42,-1-1 0,2 0 0,0-1 0,0 1 0,2-2 1,-1 1-1,2-1 0,-1 0 0,2-1 0,-1 0 0,25 19 0,-26-24-33,0-1 1,0 1-1,1-1 1,0-1-1,-1 0 1,2 0-1,-1-1 0,0 0 1,1-1-1,-1 0 1,1 0-1,10-1 1,-13-1 0,-1 0 1,1 0 0,-1-1-1,0 0 1,1-1 0,-1 1-1,0-1 1,0-1 0,0 1-1,0-1 1,-1-1-1,1 1 1,-1-1 0,1 0-1,-1 0 1,-1-1 0,9-7-1,-1-4 20,0-1 0,-1 0-1,-1 0 1,-1-1 0,0 0-1,-1-1 1,11-34 0,-9 13 46,-1 1 0,8-81 1,-16 14 231,-3 60-294,0 40-24,0 1 0,0-1 1,0 0-1,-1 0 0,0 1 0,0-1 0,-1 1 1,1-1-1,-1 1 0,0 0 0,-1 0 0,1 0 1,-6-5-1,-4-4-92,0 1 0,-30-24 0,42 35 74,-1 1-1,0-1 1,0 1-1,0 0 0,-1-1 1,1 1-1,0 0 1,0 0-1,-1 1 1,1-1-1,-1 0 0,-3 0 1,5 1-1,0 0 1,0 0 0,0 1-1,0-1 1,0 0 0,0 0-1,0 1 1,0-1 0,1 1-1,-1-1 1,0 0 0,0 1-1,0 0 1,1-1 0,-1 1-1,0-1 1,0 1 0,1 0-1,-1 0 1,1-1 0,-1 1-1,0 1 1,-2 5-59,1-1 1,-1 1 0,1 0-1,1 0 1,-1 0 0,0 14-1,2-21 94,-6 214-151,6-150 139,2-27 7,1 1-1,1 0 1,3-1-1,14 50 0,59 141 441,10 39 1143,-86-250-1303,-1 0 0,0 0 0,0 19 0,-3-36-280,0 0 0,0-1 1,0 1-1,0 0 0,0 0 1,1-1-1,-1 1 0,0 0 0,0 0 1,0 0-1,1 0 0,-1-1 1,0 1-1,0 0 0,0 0 1,1 0-1,-1 0 0,0 0 0,0 0 1,1-1-1,-1 1 0,0 0 1,0 0-1,1 0 0,-1 0 1,0 0-1,1 0 0,-1 0 0,0 0 1,0 0-1,1 0 0,-1 0 1,0 0-1,0 1 0,1-1 1,-1 0-1,0 0 0,0 0 0,1 0 1,-1 0-1,0 0 0,0 1 1,0-1-1,1 0 0,-1 0 1,0 0-1,0 0 0,0 1 0,1-1 1,-1 0-1,0 0 0,0 1 1,0-1-1,0 0 0,0 0 1,0 1-1,0-1 0,1 0 0,59-156-5793,-32 86 258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5.70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4385,'0'0'10810,"83"305"-10810,-89-182-8,-41-15-2960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49.9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581 1 2529,'0'0'8816,"-2"6"-8429,-7 9-351,-1 0 1,-1-1-1,0 0 1,-26 24-1,3-3 55,-263 324 1184,151-175-371,122-158 3080,46-24-4366,7 6 360,0 2-1,0 1 1,33 17-1,-1 0 17,210 103-16,-262-124 438,-5-5-994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50.27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3833,'0'0'8906,"231"88"-8730,-166-45-48,7 1-120,-13 0 72,-6-5-80,-5-3-304,-13-8-1297,-11-20-2567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50.7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29 1 5217,'0'0'8375,"-5"3"-8549,3-1 156,0-1 1,0 1 0,0 0 0,1 0 0,-1 0 0,0 0 0,1 0 0,0 1 0,-1-1 0,1 0 0,0 1-1,0-1 1,0 1 0,1-1 0,-1 1 0,1-1 0,-1 1 0,1-1 0,0 1 0,0 0 0,0-1 0,0 1-1,0 0 1,1 2 0,2 12 35,1 0 1,11 30-1,-4-13-26,-1 8-329,-3 1 0,-1-1 0,-2 1 0,-2 63 0,-25-105-6326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51.13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1 124 3577,'0'0'7577,"22"-10"-7569,-11 5-7,14-7 1,0 1 0,0 1-1,2 2 1,52-11 0,262-12-3,-133 15-36,-203 15-61,-1 1 0,1-1 0,-1 1-1,1 0 1,-1 1 0,1-1 0,-1 1-1,6 1 1,-9-2 36,0 1 0,1 0 0,-1 0 0,0 0 0,0 0 0,0 0 0,1 0 0,-1 0 0,0 0 0,0 1-1,-1-1 1,1 0 0,0 1 0,0-1 0,-1 0 0,1 1 0,0-1 0,-1 1 0,0-1 0,1 1 0,-1 0 0,0-1 0,0 1 0,0-1 0,0 2 0,3 246 245,-5-131 578,2-30-959,-1-84-1255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51.84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88 128 416,'0'0'14023,"-19"0"-13604,-49 0-362,398-26-322,22-30 504,-127 19-230,-175 29-140,-53 18-2503,0-4 1493,-1 1 0,1-1-1,-1 1 1,-7 7 0,-8 11-5190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3:52.3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122 124 800,'0'0'13899,"-22"-12"-13667,-66-38-217,87 49-18,0 1 1,1 0-1,-1 0 0,1-1 1,-1 1-1,1 0 1,-1 0-1,1-1 0,-1 1 1,1-1-1,-1 1 0,1 0 1,-1-1-1,1 1 1,-1-1-1,1 1 0,0-1 1,-1 1-1,1-1 0,0 1 1,0-1-1,-1 0 1,1 1-1,0-1 0,0 1 1,0-1-1,0 0 1,0 1-1,0-1 0,-1 0 1,2 1-1,-1-1 0,0 1 1,0-1-1,0 0 1,0 1-1,0-1 0,0 1 1,1-1-1,-1 0 0,0 1 1,0-1-1,1 1 1,-1-1-1,0 1 0,1-1 1,-1 1-1,1-1 1,-1 1-1,1 0 0,-1-1 1,1 1-1,-1-1 0,2 1 1,31-13-201,-29 12 147,12-4-216,1 1-1,-1 0 0,1 1 1,0 1-1,0 0 1,0 1-1,31 3 1,-45-2 240,0 1 0,-1 0 0,1-1-1,0 1 1,-1 0 0,1 1 0,-1-1 0,1 0 0,-1 1 0,0-1 0,1 1 0,-1 0 0,0-1 0,0 1 0,0 0 0,0 0 0,-1 1 0,1-1 0,0 0 0,-1 1 0,0-1 0,1 1 0,-1-1 0,0 1 0,0-1 0,-1 1 0,2 4 0,0 8 80,0 0 0,-1 0 0,0 0 0,-2 16 0,0-7 103,0-8-109,0-1 0,-2 1 0,0-1 0,-1 0 0,-10 26 0,8-25 7,1-1-1,1 1 1,0 0-1,1 0 1,-2 29-1,5-44-32,0 0-1,0-1 1,0 1 0,1-1-1,-1 1 1,0-1 0,0 1-1,0 0 1,1-1 0,-1 1-1,0-1 1,1 1 0,-1-1-1,0 0 1,1 1 0,-1-1-1,1 1 1,-1-1 0,1 0-1,-1 1 1,1-1 0,-1 0-1,1 1 1,-1-1 0,1 0-1,-1 0 1,1 1 0,-1-1-1,1 0 1,0 0 0,-1 0-1,1 0 1,0 0 0,28 0 136,-17-1-77,-6 1-59,40 2-32,1-3 0,-1-2 0,0-2 0,79-18 0,-78 10-2300,-15 1-3671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32.76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214 311 4473,'0'0'4668,"-6"-24"-1420,-1 20-3106,0 1 0,0-1 0,0 2 0,0-1 0,-1 1 0,1 0 0,-14-2 0,12 3-57,1 0-1,0-1 1,0 0 0,0 0 0,1-1-1,-1 0 1,-13-8 0,16 8-86,1 0 0,0 0 0,0-1 0,0 1 0,1-1 0,-1 0 0,1 0 0,0 0 0,0-1 0,0 1 1,0-1-1,1 1 0,0-1 0,0 0 0,-2-7 0,1-2-86,1 0 0,1-1 0,0 1 1,1-18-1,1 12-25,-1 20 99,0-1 1,0 1-1,1-1 1,-1 1-1,1-1 1,-1 1-1,0-1 1,1 1-1,-1-1 1,1 1-1,-1 0 1,1-1 0,-1 1-1,1 0 1,-1-1-1,1 1 1,-1 0-1,1 0 1,0 0-1,-1-1 1,1 1-1,-1 0 1,1 0-1,0 0 1,-1 0-1,1 0 1,0 0 0,23 0-143,-20 0 102,18-1-65,-12 1 0,0 0 1,0 0 0,0 1-1,0 0 1,16 4-1,-22-4 75,-1 0 0,0 1 0,1 0-1,-1-1 1,0 1 0,0 0 0,0 1 0,-1-1-1,1 0 1,0 1 0,-1 0 0,0-1 0,1 1 0,-1 0-1,0 0 1,-1 0 0,1 1 0,0-1 0,1 7-1,0 3 50,0 0-1,-1 1 0,0-1 0,-2 1 0,1 0 0,-3 18 0,1 3 170,1-34-154,0-1 0,0 1 0,0 0-1,-1 0 1,1 0 0,0 0 0,0 0 0,-1-1-1,1 1 1,-1 0 0,1 0 0,-1-1 0,1 1 0,-1 0-1,1-1 1,-1 1 0,0 0 0,1-1 0,-1 1-1,0-1 1,1 1 0,-1-1 0,0 1 0,0-1 0,0 1-1,-31 5 567,28-6-524,-1 0 0,0 0 0,1 0 0,-1-1 0,1 0 0,-1 0 0,1 0 0,0 0 0,-1-1 0,1 1 0,-8-5 1,8 2-72,1-1 1,-1 1 0,0 0-1,1-1 1,0 0 0,0 0 0,1 0-1,-1 0 1,1 0 0,0 0-1,0-1 1,1 1 0,0-1 0,-1-6-1,-1-11-81,2 0 0,1-27 0,1 22-16,-1 25 88,-1 1 0,1-1 0,0 1 0,1 0 0,-1-1 0,0 1 1,1 0-1,-1-1 0,1 1 0,0 0 0,-1-1 0,1 1 0,0 0 0,1 0 0,-1 0 0,0 0 0,0 0 0,1 0 0,0 0 0,-1 1 0,1-1 0,2-1 0,0 1-29,0 0-1,0 0 1,1 1-1,-1 0 1,1 0-1,-1 0 1,1 0-1,0 1 1,-1 0-1,8 0 1,2-1-170,18 2-417,-31-1 606,0 0-1,0 0 0,-1 0 0,1 1 1,0-1-1,0 0 0,0 1 0,0-1 0,-1 0 1,1 1-1,0 0 0,0-1 0,-1 1 1,1-1-1,0 1 0,-1 0 0,1-1 0,-1 1 1,1 0-1,-1 0 0,1-1 0,-1 1 1,1 0-1,-1 0 0,0 0 0,0-1 0,1 1 1,-1 2-1,1 3 124,1 0 1,-2 0-1,1-1 1,-1 1-1,0 0 1,0 0-1,0 0 1,-1 0-1,0 0 1,0 0-1,-1 0 1,0-1-1,0 1 1,0 0-1,0-1 1,-1 0-1,0 1 1,0-1-1,-1 0 1,1-1-1,-1 1 1,0-1-1,0 1 1,-5 2-1,6-4 63,0-1 0,0 1 0,-1-1 0,1 0 0,0 0 0,-1 0 0,1-1 0,-1 0 0,1 1-1,-1-1 1,0 0 0,-5 0 0,8-1-112,0 0 0,0 0-1,0 0 1,0 0 0,0 0-1,0 0 1,0-1 0,0 1-1,0 0 1,0-1 0,0 1 0,0-1-1,0 1 1,0-1 0,1 1-1,-1-1 1,0 0 0,0 1 0,0-2-1,-1 0-63,1 0 1,0 1-1,1-1 0,-1 0 0,0 0 0,1 0 1,-1 0-1,1 0 0,-1 0 0,1 0 0,0 0 1,0 0-1,0-3 0,0-2-7,-1 2-51,1 1 0,0 0 0,1 0 0,-1 0 0,1 0 0,-1 0 0,3-5 0,-2 7 43,0 1-1,0-1 1,0 1-1,0 0 1,0-1-1,0 1 1,0 0-1,0 0 1,1 0-1,-1 0 1,0 0-1,1 0 1,-1 0-1,1 1 1,-1-1-1,1 0 1,0 1-1,-1-1 1,1 1-1,-1 0 1,3-1-1,13-1-337,-1 0-1,1 1 1,0 0-1,22 3 1,-38-2 351,0 1 0,1-1 0,-1 0 1,0 1-1,0-1 0,0 1 0,0-1 1,0 1-1,0 0 0,0-1 0,0 1 1,0 0-1,0 0 0,0-1 1,0 1-1,0 0 0,0 0 0,-1 0 1,1 0-1,0 0 0,-1 1 0,1-1 1,-1 0-1,1 0 0,-1 0 0,0 0 1,1 1-1,-1-1 0,0 2 0,1 45 144,-1-32 70,0-5-24,0-1 0,-1 1 0,0-1 0,0 0 0,-1 0 0,-6 19 0,5-23-117,1-1-1,-1 0 1,0-1 0,0 1 0,-1 0-1,0-1 1,1 0 0,-1 0 0,0 0-1,-1 0 1,1-1 0,-1 0 0,0 1-1,-8 3 1,5-4 144,0-1 1,1 1-1,-1-2 0,0 1 1,0-1-1,0 0 0,0-1 1,0 1-1,-10-2 0,2 0 93,14 1-342,0 0 0,0-1 1,-1 1-1,1-1 0,0 1 0,0-1 1,0 0-1,1 0 0,-1 0 0,0 0 1,0-1-1,0 1 0,1 0 0,-1-1 0,1 1 1,-1-1-1,1 1 0,-1-1 0,1 0 1,0 0-1,0 1 0,0-1 0,0 0 1,0 0-1,0 0 0,1 0 0,-1 0 1,1 0-1,-1 0 0,1-1 0,0 1 1,0 0-1,0 0 0,0 0 0,0 0 1,0 0-1,0-1 0,1 1 0,-1 0 0,1 0 1,0 0-1,-1 0 0,1 0 0,0 0 1,0 0-1,0 1 0,1-1 0,1-3 1,28-16-3316,4 1-2697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34.54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2 409 4793,'0'0'8889,"-1"0"-8848,1 1 0,0-1 0,0 1 0,0-1 0,0 1 0,0-1 0,0 0 0,0 1 0,0-1 0,0 1 0,0-1 0,0 1 0,0-1 0,0 1 0,1-1 0,-1 1 0,0-1 1,0 1-1,0-1 0,1 1 0,-1-1 0,1 1 0,25-13 114,0-1 1,-1-1 0,-1-1-1,0-1 1,31-29-1,-35 28-195,-1 0 0,-1-2 0,-1-1-1,-1 0 1,0-1 0,-2 0 0,0-1-1,-2-1 1,0 0 0,8-26 0,-17 41-48,0 0 0,-1 1 0,0-1-1,1-13 1,-2 21-56,-1 0 0,1 0 0,-1 0-1,1 0 1,-1 0 0,1 0-1,-1 1 1,1-1 0,-1 0-1,1 1 1,-1-1 0,1 0-1,-1 1 1,1-1 0,-1 0-1,1 1 1,-1-1 0,0 1-1,1-1 1,-1 1 0,0-1-1,1 1 1,-1-1 0,0 1 0,0-1-1,0 1 1,1 0 0,7 29-44,-2 1 0,3 33 0,2 10 332,0-21-47,20 96 282,-27-128-270,0 0 0,-2 0 0,1 35 0,-3-55 175,-24-2 68,1-1 1,-43-10 0,19 4 1177,46 7-1528,-14-2 1064,13 1-674,14 0-821,141-8 548,-51 5 199,182-33 0,-277 37-623,11-6 829,-13-5-5168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6:58.52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1841 135 1344,'0'0'9366,"-25"12"-3423,-482-12-4952,479 2-999,0 1-1,1 1 1,-1 2 0,1 0 0,-27 12 0,-15 2-9,11-1-27,1 2-1,-55 29 1,48-21 27,-144 50 49,171-65-15,22-9-4,0 1 1,-20 10-1,-135 71 3,142-72-14,-38 29 1,30-19 7,11 2 1926,22-23-1950,1-1 0,0 1 0,0 0-1,0-1 1,0 1 0,1 0 0,-2 7-1,-3 5 10,-70 185 21,70-178-17,0 1-1,2 0 1,1 0-1,0 0 1,2 1-1,4 43 1,-2-6-13,-1 516 100,1-564-96,1 0 0,0-1 0,5 19 0,0-1 26,15 53 19,-13-56-24,7 47 0,-12-49-16,1 0 0,1 0 0,1-1 0,2 0 0,0 0 1,2-1-1,0 0 0,2-1 0,18 27 0,2-5-15,35 45-10,-52-72 23,-6-6-14,0-1 1,1 0-1,0 0 0,20 13 1,-4-4 15,-1 1 0,24 25-1,-23-20 15,31 24-1,-2-7 0,-36-26-8,0 0-1,46 25 1,134 61-28,-152-81 6,98 33-1,-114-45 1,155 37-46,-84-23 112,61 8 1,-132-27-42,-26-4-1,-1 1 1,1 0-1,-1 1 0,0-1 0,9 6 1,22 8 14,124 17 0,-24 6-9,-58-30 82,151-2-1,-175-7-71,-9 1-33,53-2 85,-84-3-25,0 0-1,-1-1 1,1 0-1,-1-1 1,-1 0-1,1-1 1,17-13-1,-12 9-14,9-7 10,0-1 1,-2-2 0,37-36 0,59-79 44,-92 101-5,35-48 159,-42 51-248,46-50 0,-49 61-6,22-31 1,-30 37 15,13-33 18,-10 24 11,-2-1 1,0-1 0,14-47-1,-25 67-27,9-27 69,7-60-1,4-13 61,16-67-117,-22 91-14,-9 46 56,1-67 0,-2 18-22,-2-152 211,-5 125 223,2 43-460,2-4 128,-4 0 1,-16-105-1,10 135-108,-2 0-1,-1 0 1,-3 1-1,-1 1 1,-22-40-1,31 70-4,-2 0 1,0 0-1,0 1 0,-1 0 1,0 0-1,0 1 0,-1 0 1,-1 0-1,-14-9 0,-13-4-12,-62-27 0,-3-3 103,66 32-110,4 2 7,0-2 0,-30-25 0,32 23 21,-34-19 0,9 6-3,38 25-47,1 0 0,-1 2 0,-19-7-1,-22-10-17,40 15 42,1 1-1,-1 1 1,-1 1 0,1 1-1,-34-7 1,39 10 6,-1 0 1,0-2-1,1 0 1,-17-8-1,20 8-7,0 0-1,0 1 1,0 0 0,-1 1-1,0 0 1,1 1-1,-17-2 1,-25-7 9,-47-1-78,99 12 55,-5-4-16,0 3 23,-8-2-44,-1 0 1,0 1-1,1 0 0,-1 2 1,0 0-1,-18 2 1,-1-1 51,-56-1-101,45 0-2316,45 24-616,0-1-497,0-3-3458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21.5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160 84 1136,'0'0'11213,"0"-14"-9962,0-42-279,0 42 1825,0 16-2825,-11 789-29,10-218 315,-11-590-247,-76-89-4756,40 50-3358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21.9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1 346 2473,'0'0'7450,"51"-42"-7262,179-133-165,-208 160-69,1 2-1,0 0 1,1 1-1,0 2 1,0 0-1,1 2 0,1 0 1,-1 2-1,1 1 1,33-2-1,-38 4-49,175-15-914,-159 17 827,0 2 1,-1 1 0,46 9 0,-64-7 152,-1 1 0,0 1 0,0 0 0,0 1 0,-1 1 0,0 0 0,20 15 0,-28-17 59,0 0 0,0 1 0,0 0 0,-1 0 0,0 0 1,0 1-1,-1 0 0,0 1 0,0-1 0,-1 1 0,0 0 0,-1 0 0,0 1 0,3 10 0,-4-7 155,0 0 0,-1 0 0,0 0 1,-2 0-1,1 1 0,-3 24 0,1-32-83,0 0-1,-1 0 0,1 0 1,-1-1-1,0 1 1,-1 0-1,1-1 1,-1 0-1,0 1 1,0-1-1,-1-1 0,1 1 1,-1 0-1,0-1 1,-1 0-1,-8 8 1,-6-1 178,0 0 1,0-2 0,-1 0 0,0-1 0,-1-1 0,0 0-1,0-2 1,-23 3 0,-21 0 405,-87 1 1,-43-9-305,189 0-573,-10 2 214,13 2-1491,2-4 1260,1 1-1,0-1 0,0 1 0,-1-1 1,1 1-1,0 0 0,0-1 0,0 1 1,0 0-1,0-1 0,0 1 0,0-1 1,0 1-1,0 0 0,0 0 1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22.4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443 0 6569,'0'0'4692,"0"35"-4210,1 6-294,0 18 173,-2 1 0,-11 74-1,-6-40 206,-58 170-1,-57 84 250,129-338-787,-35 88 903,-4-1 0,-69 110 0,107-200-908,3-3 1058,11-6-573,46-11-493,-1 2 0,2 2-1,62-1 1,174 11-4636,-246 2 1332,-14 1-2091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22.86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3473,'0'0'7783,"16"39"-7238,51 134 66,-54-135-409,-2 1 0,-2 0 0,-1 1 1,-2-1-1,1 47 0,-3-32-32,8 229 531,-11-166-2777,-1-148-759,0-12-3789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23.2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0 917 6009,'0'0'10593,"60"-51"-9623,206-172-453,151-104-215,-374 295-297,42-33-61,-1 0-617,126-74 0,-208 138 599,0-1-224,1 0 0,0 1 0,0-1-1,0 1 1,0 0 0,0 0 0,0 0 0,1 0 0,-1 0 0,0 1 0,4-1 0,-16 34-8041,-22 5 3343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23.56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0 4233,'0'0'7092,"25"41"-6208,-10-17-734,171 254 1243,-87-142-530,-17-20-12,127 135 1,-203-244-822,0-1 0,1 0 0,14 9 0,-24-37-30,-23-15-1121,-14-6-3170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26.31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0 566 5441,'0'0'6827,"11"0"-6432,49 0 2553,-60 0-2913,0 0-1,0 0 0,0 0 0,0 1 1,0-1-1,0 0 0,0 0 1,0 1-1,0-1 0,0 0 0,0 0 1,0 0-1,0 1 0,0-1 1,0 0-1,0 0 0,0 1 0,0-1 1,0 0-1,0 0 0,0 0 1,0 1-1,0-1 0,0 0 0,0 0 1,1 0-1,-1 1 0,0-1 1,0 0-1,0 0 0,0 0 0,0 0 1,1 1-1,-1-1 0,0 0 1,0 0-1,0 0 0,1 0 0,-1 0 1,0 1-1,8-2-29,-1 0 0,0-1 0,0 0 0,0 0 0,0 0 0,0-1 0,-1 0-1,1 0 1,-1-1 0,0 1 0,1-1 0,-2-1 0,1 1 0,-1-1 0,10-11 0,1-2 18,0 0 1,-2-2-1,19-30 0,-23 32-2,-1 0 0,0 0 0,-2 0-1,0-1 1,-1 0 0,-1-1 0,0 1 0,-2-1 0,0 0 0,-1-38-1,-2 48-20,0 0-1,-1 0 1,0 1-1,0-1 1,-1 0-1,0 1 1,-1-1-1,-6-13 1,7 19-45,0 1 1,0-1-1,-1 0 1,0 1-1,1 0 1,-1 0-1,0 0 0,0 0 1,-1 0-1,1 0 1,0 1-1,-1 0 1,0-1-1,1 1 0,-1 1 1,0-1-1,0 0 1,0 1-1,-1 0 1,1 0-1,0 0 0,-5 0 1,-5 0-154,2-1 54,0 1 1,0 0 0,-15 1-1,24 1 122,0-1 0,0 0 0,0 1 0,0 0-1,0 0 1,0 0 0,0 0 0,0 0 0,1 0-1,-1 1 1,0 0 0,1-1 0,-1 1 0,1 0 0,0 0-1,-1 0 1,-2 4 0,-3 6 2,1 0 1,0 1-1,0-1 0,2 1 1,-1 0-1,2 1 0,0 0 1,0-1-1,-3 29 1,4 7 50,3 78 0,2-49 150,-2-75-177,0 1 1,1-1 0,0 0 0,-1 0-1,1 0 1,0 0 0,1 0 0,1 4-1,-2-5 19,1 1 0,-1 0 0,0 0 0,0 1 0,0-1 0,-1 0 0,1 0 0,0 4 0,0-1-16,1-1 0,0 1 0,1-1 0,-1 1 0,1-1 0,0 0 0,4 5 0,-3-5 11,0 1 0,0-1-1,0 1 1,1-1 0,-1-1 0,1 1 0,1-1-1,-1 1 1,1-1 0,-1-1 0,1 1 0,0-1-1,0 0 1,0-1 0,1 1 0,-1-1 0,1 0-1,-1-1 1,1 0 0,0 0 0,-1 0 0,9-1-1,7 0 48,-3 1-1,-1-1 0,1-2 0,27-4 0,-39 5-46,0-2 1,0 1 0,-1-1 0,1 0 0,-1 0 0,0 0 0,1-1 0,-1 0-1,-1 0 1,1-1 0,-1 0 0,8-8 0,3-8 1,-1-1 1,0 0-1,-2-1 1,-1-1 0,-1 0-1,-1 0 1,0-1-1,-2 0 1,6-38-1,-10 35-29,-1-1 0,-2-49 0,-2 43 16,13-5-87,-12 39-24,23 6-3546,-20 5 3632,0-1 0,0 1 0,-1 0 1,0 0-1,-1 0 0,0 18 0,3 17 276,18 155 549,-10-120-494,13 65 521,-14-114-502,-4-25 552,1-21 411,2-20-1268,1 1-1,2 1 1,26-48-1,65-94-1309,-52 91 377,-35 54 541,29-43-577,-46 73 939,0 0 0,0 0 0,0 0 0,0 1-1,0-1 1,0 0 0,0 0 0,0 0 0,0 0 0,0 1-1,0-1 1,0 0 0,0 0 0,0 0 0,0 0-1,0 0 1,0 1 0,0-1 0,0 0 0,0 0 0,1 0-1,-1 0 1,0 0 0,0 0 0,0 1 0,0-1-1,0 0 1,0 0 0,1 0 0,-1 0 0,0 0 0,0 0-1,0 0 1,0 0 0,0 0 0,1 0 0,-1 0-1,0 0 1,0 0 0,0 0 0,0 0 0,0 0 0,1 0-1,-1 0 1,0 0 0,0 0 0,0 0 0,0 0-1,1 0 1,-1 0 0,0 0 0,0 0 0,0 0 0,0 0-1,0 0 1,1 0 0,-1 0 0,0-1 0,0 1-1,0 0 1,0 0 0,0 0 0,0 0 0,0 0 0,0 0-1,1-1 1,0 17-150,-1 69 495,20 153 0,-17-221-320,0-1 0,2 0 0,0 0-1,1 0 1,1-1 0,0 0 0,1 0 0,12 17 0,-18-30-26,0 1-1,0-1 1,1 1 0,-1-1-1,1 1 1,0-1-1,0 0 1,-1-1 0,1 1-1,1 0 1,-1-1-1,0 1 1,0-1 0,6 1-1,1 0-353,0-1 0,0 0-1,16-1 1,-13 0-474,24 0-3398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26.9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1 391 3953,'0'0'9837,"49"-43"-9767,154-137-503,-185 163 304,-1-1 1,15-19 0,-29 33 81,-1 0 1,1-1 0,-1 1 0,0-1 0,0 1 0,2-9 0,1 0-25,-2 4 20,-2 7 22,0-1 0,0 1 1,0-1-1,-1 0 1,1 1-1,-1-1 1,0 0-1,0 0 1,0 1-1,-1-6 1,5 75-387,3 0 0,3-1 0,20 71 0,-13-64 582,-4 0 0,6 85 0,-17-125-162,0-14-28,-2-1 0,1 0 0,-2 0 0,-4 23 0,5-40 15,0 0 1,-1 0-1,1 0 0,-1 1 0,1-1 0,-1 0 0,0 0 0,1 0 0,-1 0 0,0 0 0,0 0 0,0 0 0,0-1 0,1 1 1,-1 0-1,0 0 0,0-1 0,-1 1 0,1 0 0,0-1 0,0 1 0,-2 0 0,-28 3-35,23-4 30,-226 3 228,132-4 4423,588 1-3226,-277 0-5722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3.91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1 80,'0'0'19036,"-12"0"-18940,12 31-4193,0 1 1217,0-4-1049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4.24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0 8858,'0'0'8178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4.58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8506,'0'0'5762,"1"35"-5640,5 120 132,8-35 115,-6-64-120,24 330 1147,-27-321-1356,-1-36-915,-3-64-882,-1-14-1739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4.91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6 108 968,'0'0'14683,"-6"-16"-14683,60 8-104,17 0 104,30 0 0,5-4 8,13 0-8,5 0-144,30-4-848,-29 5-1472,-25 7-2185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5.27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6161,'0'0'8410,"77"24"-7866,-18-16-40,12 0-152,6-8-240,6 0 8,0 0-120,6 0-176,-6-8-544,12-4-952,-24 4-1465,-18 0-3128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5.603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95 0 6241,'0'0'6874,"0"43"-6183,-3 142-46,2-158-457,-2 1 0,-1-1 0,-1 0-1,-14 43 1,2-9 203,1-4 103,9-38-318,2 1 0,0 0 0,1 0 0,-2 35 1,7-54-180,-1 0-1,0-1 1,1 1 0,-1 0 0,1 0 0,-1 0 0,1 0-1,0-1 1,-1 1 0,1 0 0,0 0 0,-1-1 0,1 1 0,0-1-1,0 1 1,0-1 0,0 1 0,0-1 0,-1 1 0,1-1-1,0 0 1,0 1 0,0-1 0,0 0 0,0 0 0,0 0 0,0 0-1,0 0 1,2 0 0,38 1 16,-34-1 6,116 2 311,149-5-1548,-262 2 679,0 0 1,-1 0-1,0-1 1,1-1 0,-1 1-1,0-1 1,12-7-1,5-6-3236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5.92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0 107 5313,'0'0'9434,"172"-27"-9330,-107 15-104,12-12-584,-12 4-1608,-17-4-3018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6.30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87 6145,'0'0'8378,"355"-75"-8354,-272 67-24,-6 4-1120,-17 4-1777,-25 0-3184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7.36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 56 208,'0'0'17747,"-8"1"-17521,6 0-261,8 0 28,267 2 40,-138-5 124,429-21-39,-244-12-1732,-282 34-1385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7.8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32 5129,'0'0'11747,"201"-19"-11747,-100 11-8,-12 4-785,18 4-815,-30 0-2289,-24 0-2480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8.2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1 116 1400,'0'0'12547,"415"-44"-13515,-261 8-1921,-18 1-5609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8.59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 2969,'0'0'7961,"0"281"-6664,0-174-353,0-3-160,0-5-120,0-12-152,0-15-272,0-13-88,0-23-104,0-16-48,0-56-2408,0-16-737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8.97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0 180 1688,'0'0'16100,"273"-80"-15964,-131 52-56,12 5-80,-11-1-16,-13 8 8,-23 8-512,-13 8-601,-22 4-647,-25 28-1313,-17 3-2280</inkml:trace>
  <inkml:trace contextRef="#ctx0" brushRef="#br0" timeOffset="1">178 1128 4241,'0'0'9850,"302"40"-8650,-183-40-272,5-12-391,7-12-385,-13 4-152,13 8-553,-25 4-1839,-29 4-3273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49.9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14 144 1168,'0'0'4817,"0"39"-3516,-1 1-946,1 42 606,11 82 0,-7-125-354,23 346 4162,-30-458-4252,-17-91-1,-3-53-1758,22-33 407,1 240 829,0-1 0,1 1 1,0-1-1,1 1 0,0 0 1,0-1-1,8-17 0,-7 23-3,-1 0-1,1 0 1,0 0-1,1 0 1,-1 1-1,1-1 1,0 1-1,0 0 1,1 0-1,-1 0 1,1 1-1,0 0 1,0 0 0,0 0-1,9-4 1,3 2-154,0 1 0,0 0 1,1 2-1,0 0 0,-1 0 1,30 3-1,-36-1 16,-6-1 89,1 1-1,-1 0 1,0 1 0,0-1-1,0 1 1,-1 0 0,1 0-1,0 0 1,0 1 0,0 0-1,-1 0 1,1 0 0,-1 0-1,1 1 1,-1-1 0,0 1-1,0 0 1,0 1 0,-1-1 0,1 1-1,-1 0 1,0-1 0,0 1-1,0 1 1,0-1 0,-1 0-1,1 1 1,-1-1 0,2 8-1,0 0 71,-1 1 0,-1-1 0,0 1 1,-1 0-1,0 0 0,-1 0 0,0-1 0,-1 1 0,0 0 0,-1 0 0,-1-1 0,0 1 0,-1-1 0,0 0 0,0 0 0,-2 0 0,1-1 1,-2 0-1,-10 17 0,1-10 109,1 0 0,-2-1 1,0 0-1,-1-2 1,-1 0-1,-25 15 0,31-22 111,-1 0 0,0-2 0,0 0 0,-1 0 0,0-1 0,0-1 0,0-1 0,0 0 0,0-1-1,-23 1 1,37-4-222,0 1-1,1 0 0,-1 0 0,1-1 0,-1 1 0,1 0 0,-1-1 1,1 1-1,-1-1 0,1 1 0,0 0 0,-1-1 0,1 1 0,0-1 1,-1 1-1,1-1 0,0 1 0,-1-1 0,1 0 0,0 1 0,0-1 1,0 1-1,-1-1 0,1 0 0,0 1 0,0-1 0,0 1 0,0-1 1,0 0-1,0 1 0,1-2 0,-2 0-27,1 0 1,1 1 0,-1-1-1,0 0 1,0 0-1,1 0 1,-1 0-1,1 1 1,-1-1-1,1 0 1,1-1-1,1 0-43,0 0 1,1 0-1,-1 0 0,1 1 1,0-1-1,0 1 0,0 0 1,0 0-1,0 0 0,0 1 1,0 0-1,1 0 0,-1 0 1,8-1-1,9-1-360,36 1 0,-43 2 252,0 0 0,0 1 0,18 4 0,-27-4 146,0 0 1,0 1-1,0 0 1,-1 0-1,1 1 0,0-1 1,-1 1-1,1 0 1,-1 0-1,0 0 0,6 7 1,1 3 140,0 0 0,-1 1 0,-1 1 0,0-1 0,-1 1 0,-1 1 0,0-1 0,-1 1 0,-1 0 0,4 19 0,-1 2-7,-2 0-1,-2 1 1,0 51-1,-2-114-2706,8-13-4411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0.39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 48 2937,'0'0'11081,"-1"-7"-11123,1 6 34,0 0 0,-1-1 0,1 1 0,0 0 0,0 0-1,0-1 1,0 1 0,0 0 0,0 0 0,0 0 0,1-1-1,-1 1 1,0 0 0,1 0 0,-1 0 0,1-1 0,-1 1-1,1 0 1,0 0 0,-1 0 0,1 0 0,0 0 0,0 0 0,-1 0-1,1 1 1,0-1 0,0 0 0,0 0 0,0 1 0,0-1-1,0 0 1,1 1 0,-1-1 0,1 0 0,6 0-46,0-1 1,1 1 0,-1 0-1,0 1 1,9 1 0,-4-1 8,-5-1 7,1 2 0,-1-1 0,0 1 0,0 0 0,13 4 0,-18-4 35,0 0-1,-1 0 0,1 0 0,-1 1 0,1-1 0,-1 1 0,0 0 0,0-1 0,0 1 0,0 0 0,0 0 0,0 1 1,0-1-1,0 0 0,-1 1 0,1-1 0,-1 1 0,0-1 0,2 5 0,1 10 86,-1-1-1,-1 1 1,0 0-1,-1-1 1,-1 1-1,-3 25 1,2-23 26,0-9-30,0-1 0,-1 1 0,0-1 0,-1 1 0,0-1 1,0 0-1,-9 16 0,-4 3 184,-21 27 0,20-31 151,-21 38 0,37-60-214,6-2-175,11 0 3,-1 0 0,0-1 0,0 0 0,1-2 0,-1 0 0,-1 0 0,1-1 0,0-1 0,18-9 0,11-8-693,79-54 0,-23-5-3909,-43 24-1772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0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96 7866,'0'0'9706,"445"4"-9090,-273-4-168,5-24-64,-5 1-192,-24 3-184,-17 0-8,-30 8-48,-24 12-992,-24 0-1225,-29 0-4008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1.50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1 520,'0'0'10380,"0"42"-9372,1 137-229,13 89 1239,-4-132-1268,-5-78-433,1 10-3476,-6-85 316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1.89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0 116 3753,'0'0'9378,"273"-8"-8970,-178 8 80,0 0-136,-18 0-128,-6 0-136,-12-4-48,-12-4-40,1-24-1072,-18 0-1649,-7 1-6273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2.40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143 5 1616,'0'0'12823,"-3"-2"-12463,3 1-359,0 1 0,-1 0 0,1 0 0,0 0 0,0 0-1,0-1 1,-1 1 0,1 0 0,0 0 0,0 0 0,0 0 0,-1 0-1,1 0 1,0 0 0,0 0 0,0 0 0,-1-1 0,1 1 0,0 0 0,0 0-1,-1 0 1,1 0 0,0 0 0,0 0 0,-1 0 0,1 1 0,0-1 0,0 0-1,0 0 1,-1 0 0,1 0 0,0 0 0,0 0 0,0 0 0,-1 0 0,1 1-1,0-1 1,0 0 0,0 0 0,-1 0 0,1 0 0,0 1 0,0-1 0,0 0-1,0 0 1,0 1 0,-6 17 10,2 43-23,2-33 18,-21 206 401,-6 88-2,28-200-1846,-3-121 22,1-1 1175,1-1 0,-1 0 0,1-1 0,0 1 0,-1 0 0,1-1 0,0 1 0,0-1 0,0 0 0,0 1 0,0-1 0,0 0 0,1 0 0,-1 0 0,1-1 0,-1 1 0,1 0-1,-2-4 1,-19-29-5539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2.75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72 3673,'0'0'8442,"320"-64"-8050,-184 60-80,0 0-120,7 4-136,-13 0 16,-6 0-72,-17 0-40,12 20-416,-36 0-1369,-18 0-2064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3.15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1 152 2865,'0'0'10167,"14"0"-9872,4 0-113,167 0 661,225-29 0,-131-21-1247,-98 2-3739,-101 24-1576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3.63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13 48 1168,'0'0'15053,"-3"0"-14616,-6 0-197,16 0-94,26 0-104,174 1 423,539-18 579,-627 9-1043,112-11 4,-227 18-143,9-2-284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4.68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78 6409,'0'0'4181,"-1"33"-3651,-3 232 617,4 191 730,-1-472-1584,-1 1-1,0 0 1,-8-27-1,1 3-285,-5-55-342,4 1 1,4-150 0,6 226 293,1-1 0,0 0 0,1 1 0,1-1 0,1 1 0,1 0 0,10-26 0,-12 37 32,0-1-1,0 0 0,1 1 0,0 0 0,0 0 1,1 0-1,0 1 0,0-1 0,0 1 0,1 0 0,0 1 1,-1-1-1,2 1 0,-1 0 0,0 1 0,1-1 1,0 1-1,0 1 0,-1-1 0,14-2 0,-6 2-23,-1 1 1,1 1-1,0 0 0,0 1 0,-1 0 0,1 1 1,0 0-1,21 6 0,-29-5 6,1 0 0,-1 0 0,1 1 1,-1 0-1,0 0 0,0 0 0,-1 1 0,1 0 0,-1 0 0,1 1 1,-1-1-1,-1 1 0,1 0 0,-1 1 0,0-1 0,0 1 0,0 0 1,5 11-1,-5-5 15,0-1-1,-1 0 1,0 1 0,-1 0-1,0-1 1,-1 1 0,0 0 0,-1 0-1,0 0 1,-1 0 0,0-1 0,-1 1-1,-1 0 1,0-1 0,0 1 0,-1-1-1,0 0 1,-1 0 0,-1 0 0,-11 16-1,1-7 3,-2-1 0,0-1 0,-2-1 0,0-1 0,-23 16 1,27-22 118,0-1 0,-1 0 1,0-1-1,-1-1 0,1-1 1,-1 0-1,-30 5 0,47-11-48,0 0 0,-1 1 0,1-1 0,0 0 0,-1 0 0,1 0 0,-1 0 0,1 0 0,0 0 0,-1-1-1,1 1 1,0 0 0,-1-1 0,1 1 0,0-1 0,0 1 0,-1-1 0,1 1 0,0-1 0,0 0 0,0 0 0,0 0 0,-2-1 0,2 0-59,1 1 1,-1 0 0,1 0 0,0-1-1,-1 1 1,1 0 0,0-1 0,0 1-1,0-1 1,0 1 0,0 0 0,0-1-1,1 1 1,-1 0 0,0-1 0,1 1-1,-1 0 1,0 0 0,1-1-1,0 1 1,-1 0 0,1 0 0,0 0-1,1-2 1,0 1-41,0-1 0,0 1-1,0 0 1,0 0 0,1 0 0,-1 0-1,1 0 1,-1 0 0,1 1 0,0-1-1,0 1 1,5-2 0,39-8-474,-27 7 294,0 1 1,0 2 0,1 0 0,-1 1-1,29 3 1,-40-1 172,0 0 0,-1 0-1,1 0 1,0 1 0,-1 1 0,0-1 0,1 1-1,-2 1 1,1 0 0,0 0 0,-1 0 0,0 1-1,0 0 1,7 8 0,-3-1 181,-2 1 0,1-1 0,-2 2 0,0-1 0,0 1 0,-1 0 0,-1 1 0,-1-1 0,0 1 0,-1 1 0,-1-1 0,0 0 0,0 30 2035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5.39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44 0 2865,'0'0'8887,"0"45"-7864,0 150-308,1-13 136,-3 101 443,-2-216-648,-19 97-1,23-160-264,0-4-325,0 1 0,0 0 0,1-1 0,-1 1 1,0-1-1,0 1 0,0 0 0,0-1 0,-1 1 0,1 0 0,0-1 0,0 1 0,0 0 0,0-1 0,-1 1 0,1-1 0,0 1 0,0-1 0,-1 2 0,-7 3-57,6-6 23,1 1 40,-2 0 567,11 0-529,339-27 24,-315 24-105,33 1 1,-64 2 164,0-1-442,0 1 0,1-1 0,-1 0 0,0 1 0,0-1 0,0 1 0,1 0 0,-1-1 0,0 1 0,1 0 0,-1 0 0,0 0-1,1 0 1,-1 0 0,0 0 0,1 0 0,-1 0 0,2 1 0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4:55.75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2785,'0'0'16843,"6"4"-17723,6-4-2089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2.73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220 1 784,'-7'8'16781,"6"-8"-16800,1 1 1,-1-1-1,1 1 0,-1-1 0,1 1 0,-1 0 1,1-1-1,-1 1 0,1 0 0,0-1 1,-1 1-1,1 0 0,0 0 0,0-1 0,0 1 1,-1 0-1,1 0 0,0-1 0,0 1 0,0 0 1,0 0-1,0 0 0,0-1 0,1 1 1,-1 0-1,0 1 0,0 8-162,-52 373-625,-7 96 1018,58-408-125,1-70-20,-12-2 965,7-2-1123,1 0 0,0 0 0,0-1 0,1 1-1,-1-1 1,1 1 0,-1-1 0,1 0 0,-4-7 0,-11-13-1911,-5 0-2176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3.1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0 204 4729,'0'0'10961,"62"-13"-10554,205-41-126,180-21 377,1 22-595,-258 45-2943,-189 8 2627,1 0 0,-1 0 1,1 0-1,-1 0 0,1 0 0,-1 0 0,1 0 1,-1 1-1,1-1 0,-1 1 0,1-1 0,-1 1 0,2 0 1,-2 0-189,0 1 0,-1-1-1,1 0 1,-1 0 0,1 1 0,-1-1 0,0 0 0,0 0 0,1 1 0,-1-1 0,0 0 0,0 1 0,-1 1 0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3.5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0 191 5761,'0'0'9906,"356"-47"-9338,-196 11-303,0 0-153,-6 4-112,-24 13-40,-11 3-721,-7 12-991,-35 4-2137,-23 0-2144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4.01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25 175 3513,'0'0'7201,"-4"41"-6470,-12 139-180,11 51 453,6-150-526,-1 4 1870,-1-148-1333,4-91-741,-1 131-366,1 0 1,1 0 0,1 0 0,13-36-1,-2 21-22,2 2-1,1 0 1,3 1 0,0 1-1,2 0 1,2 2-1,0 2 1,51-45 0,-69 67 56,1 1 1,0 0 0,0 0 0,1 1-1,-1 0 1,2 1 0,-1 0 0,0 0-1,1 1 1,0 1 0,0 0-1,0 0 1,1 1 0,-1 0 0,0 1-1,20 1 1,-29 0 33,0 0 1,-1 0-1,1 1 0,0-1 1,0 0-1,-1 1 0,1-1 0,0 1 1,-1 0-1,1 0 0,-1 0 1,1-1-1,-1 1 0,1 1 0,-1-1 1,1 0-1,-1 0 0,0 0 0,0 1 1,0-1-1,0 1 0,0-1 1,0 1-1,0-1 0,0 1 0,0 0 1,-1-1-1,1 1 0,0 2 1,1 5-14,-1 1 0,0 0 0,-1-1 0,0 16 0,0-8-6,-2-2 45,1 0 0,-2-1 0,0 1 0,0-1-1,-2 1 1,0-1 0,0 0 0,-1-1 0,-1 0-1,0 0 1,-1 0 0,-1-1 0,-9 12 0,-8 7 28,-1-2 0,-1-1 1,-57 44-1,74-63 37,0-1 0,-1 0 0,0 0 0,0-2 0,-1 1 0,1-1 0,-1-1 0,-1 0 1,1-1-1,-1-1 0,1 0 0,-1 0 0,-22 0 0,35-4-63,0 0 1,1 1 0,-1-1-1,0 0 1,0 0-1,1 1 1,-1-1-1,0 0 1,1 0 0,-1 0-1,1 0 1,-1 0-1,1 0 1,0 0-1,-1 0 1,1 0 0,0 0-1,0 0 1,0 0-1,-1-1 1,1 1-1,0 0 1,0 0 0,1-1-1,-2 0-13,1 0-1,0 1 0,0-1 1,0 0-1,0 0 1,0 0-1,1 1 1,-1-1-1,0 0 0,1 0 1,-1 1-1,1-1 1,0 0-1,1-2 0,2 2-9,0 0-1,0 1 0,0 0 0,0 0 0,1 0 0,-1 0 0,0 1 0,0 0 0,0-1 0,1 2 0,-1-1 0,8 2 0,-4-1-36,0 0 0,-1 1 0,1 0 0,-1 1 0,0-1-1,13 7 1,0 6 52,0 1-1,-1 1 0,-1 1 0,0 0 0,-1 1 0,-2 1 0,0 1 1,0 0-1,-2 1 0,18 41 0,-29-59-216,-1 0 1,0 0-1,0 0 0,-1-1 1,1 1-1,-1 0 0,0 0 1,0 4-1,0-7 21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4.58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119 1 6329,'0'0'6359,"-2"34"-6314,-8 112-9,5-95 187,-20 82 0,8-51 128,-7 53 410,6 1 1,0 155-1,18-236-596,0-31 3678,15-25-4038,320-53 126,-284 47 76,-11 1-21,52-1 1,-92 7-19,0 0 1,1 0 0,-1 0 0,1-1 0,-1 1 0,0 0-1,1 0 1,-1 0 0,0 0 0,1-1 0,-1 1 0,0 0 0,0 0-1,1-1 1,-1 1 0,0 0 0,0-1 0,1 1 0,-1 0-1,0-1 1,0 1 0,0 0 0,1-1 0,-1 1 0,0 0 0,0-1-1,0 1 1,0 0 0,0-1 0,0 1 0,0-1 0,0 1 0,0-1-1,0-16-529,0 12 208,-4-25-1881,-16-7-2386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5.0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1 111 5825,'0'0'10514,"9"-1"-10596,376-32 476,-174 19-136,38-13-4,194-9-1840,-382 40-2321,-57-3 3084,0 0-1,0 0 0,0 1 1,-1 0-1,1 0 0,0 0 1,3 3-1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6.0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0 683 4977,'0'0'9346,"34"-37"-8651,107-125-375,-131 151-296,0-1 0,-1 0 1,-1 0-1,0-1 0,0 0 0,-1 0 0,-1-1 1,-1 0-1,0 0 0,0-1 0,2-16 0,-5 23-5,3-13 65,-1-1-1,-1 0 0,-1 0 0,-1 0 1,-1 0-1,-4-40 0,2 57-64,1 0 1,-1 0-1,0 0 1,0 1-1,0-1 0,0 0 1,-1 1-1,0-1 0,0 1 1,0 0-1,-1 0 0,1 0 1,-1 1-1,0-1 1,0 1-1,0 0 0,-1 0 1,1 0-1,-6-2 0,0 1-15,1 0-1,-1 0 0,1 1 0,-1 0 0,0 0 1,-1 1-1,1 1 0,-18-1 0,24 2-38,1 1 0,0-1-1,-1 1 1,1 0 0,0-1 0,-1 2-1,1-1 1,0 0 0,0 1-1,0-1 1,0 1 0,0 0 0,0 0-1,0 0 1,1 0 0,-1 1 0,1-1-1,0 1 1,-1-1 0,1 1-1,0 0 1,1 0 0,-1 0 0,0 0-1,1 0 1,-2 5 0,-2 5-58,1 1 0,0 0 0,1 0 0,1 1 0,-1 17 1,1 105-48,2-91 136,0-23-2,2 0 0,0-1 0,2 1 0,0-1 0,1 0 1,1 0-1,15 32 0,-14-38 0,1 0 0,1-1 1,1 0-1,0 0 0,0-1 1,2 0-1,0-1 0,0 0 1,1-1-1,19 13 0,-25-20-7,1-1-1,-1 0 1,1 0-1,0-1 1,0 0-1,0 0 0,1 0 1,-1-1-1,1-1 1,16 2-1,-18-3-15,0 0 0,-1 0 0,1-1 0,0 0-1,-1 0 1,1 0 0,-1-1 0,1 0-1,-1 0 1,0-1 0,0 0 0,0 0 0,0 0-1,0-1 1,5-5 0,4-5 31,-2 0 1,1-2-1,-2 1 0,0-2 0,-1 0 1,-1 0-1,11-25 0,2-11 45,22-73 0,-30 68-68,-2 0-1,9-104 1,-22 160 6,0 0-1,1 0 1,-1 0 0,0 0 0,0 0-1,1 0 1,0 0 0,-1 0-1,1 0 1,0 1 0,0-1 0,0 0-1,1-2 1,-1 4 9,-1 0 0,0-1-1,0 1 1,1 0 0,-1 0 0,0 0-1,1 0 1,-1 0 0,0 0-1,1 0 1,-1 0 0,0 0 0,0 0-1,1 0 1,-1 0 0,0 0 0,1 0-1,-1 0 1,0 0 0,0 0 0,1 0-1,-1 0 1,0 1 0,1-1 0,-1 0-1,0 0 1,0 0 0,1 0 0,-1 1-1,0-1 1,0 0 0,13 19-196,12 42 235,-3 1 1,25 108-1,-25-87 164,-12-32-40,-7-37-96,-1 0-1,2-1 0,0 1 1,0-1-1,11 21 0,-15-33-51,0-1 0,1 1 0,-1 0 0,0-1-1,1 1 1,-1-1 0,0 1 0,1 0 0,-1-1 0,1 1 0,-1-1 0,1 0-1,-1 1 1,1-1 0,-1 1 0,1-1 0,0 0 0,-1 1 0,1-1 0,-1 0-1,1 0 1,0 1 0,-1-1 0,1 0 0,0 0 0,-1 0 0,1 0-1,0 0 1,1-1 42,-1 1 0,0-1 0,0 0 0,0 0 0,1 0-1,-1 0 1,0 0 0,0 0 0,-1 0 0,1 0 0,0 0 0,0-1-1,0 1 1,-1 0 0,2-3 0,13-32 582,21-71-1,-6 13-467,57-136-295,-83 219 127,10-17-18,-7 52-496,4 50 135,24 127 410,-28-174-4,1 0 1,1 0-1,2-1 1,0 0 0,19 30-1,-25-48-34,0-1 0,1 1-1,1-1 1,-1 0 0,1-1-1,0 0 1,0 0 0,1 0-1,0-1 1,0 0 0,11 5 0,-2-3-351,-1-1-1,1 0 1,0-2 0,1 0 0,20 2 0,39-3-3645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7.1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85 1547 880,'0'0'14766,"12"-47"-14298,42-162-283,-46 172-150,-1-1-1,-2 0 1,-1-1-1,-2 1 0,-5-56 1,1 57-8,2 30 4,0 0 0,-1 0 0,0 0 0,-1 0 0,0 0 0,0 1 1,0-1-1,-1 0 0,0 1 0,0 0 0,0-1 0,-1 1 0,0 0 0,0 1 0,-1-1 1,0 1-1,0 0 0,0 0 0,0 0 0,-1 1 0,0 0 0,0 0 0,0 0 0,0 1 0,0 0 1,-1 0-1,-12-3 0,-10 1 110,28 5-179,0 0 1,0 1-1,0-1 1,1 0-1,-1 0 1,0 0-1,0 1 1,1-1-1,-1 1 1,0-1 0,0 0-1,1 1 1,-1-1-1,0 1 1,1-1-1,-1 1 1,1 0-1,-1-1 1,0 2-1,0 1-115,0 0-1,0 1 1,0-1 0,0 1-1,0-1 1,1 1-1,0-1 1,0 1-1,0-1 1,0 5-1,1 3 129,-1-8-27,0-1 1,1 1-1,-1 0 0,1-1 1,0 1-1,0-1 1,0 1-1,0-1 0,0 1 1,1-1-1,-1 0 1,1 0-1,-1 1 0,1-1 1,0 0-1,0-1 1,0 1-1,0 0 0,0 0 1,0-1-1,1 1 1,-1-1-1,0 0 0,1 0 1,-1 0-1,1 0 1,-1 0-1,4 0 0,9 3-251,0 0-1,0-1 0,26 1 1,118-4-1172,-146-1 1398,1-1 1,-1-1 0,0 0-1,0 0 1,16-8 0,-17 6-42,-1 1 0,1 0 0,0 1 0,1 0-1,-1 1 1,16-1 0,-27 3 117,0 1-1,0-1 0,0 0 1,0 0-1,-1 1 1,1-1-1,0 0 0,0 1 1,-1-1-1,1 1 0,0-1 1,0 1-1,-1-1 0,1 1 1,-1-1-1,1 1 1,0 0-1,-1-1 0,1 1 1,-1 0-1,0-1 0,1 1 1,-1 0-1,1 0 0,-1-1 1,0 1-1,0 0 1,0 0-1,1 0 0,-1 0 1,0 1-1,1 34 225,-1-26-116,0 249 2124,0-253-2199,0-1 0,0 1 1,0 0-1,0-1 0,1 1 0,0-1 0,1 1 1,-1-1-1,1 1 0,0-1 0,0 0 1,0 0-1,1 0 0,0 0 0,0 0 0,0-1 1,1 1-1,0-1 0,-1 0 0,1 0 1,1 0-1,-1-1 0,0 1 0,1-1 0,0 0 1,0-1-1,0 1 0,0-1 0,0 0 1,9 3-1,-5-2 15,1 0 0,0-1 0,0 0 0,-1-1 0,1 0 1,0 0-1,0-1 0,0 0 0,0-1 0,0 0 0,0-1 0,0 0 1,-1 0-1,1-1 0,-1 0 0,1-1 0,-1 0 0,0-1 0,-1 0 1,1 0-1,-1 0 0,0-1 0,0-1 0,-1 1 0,1-1 0,-2-1 0,1 1 1,9-15-1,-6 6-6,0-1 1,-1-1-1,-1 0 1,-1 0-1,0-1 1,-2 0 0,0 0-1,-1 0 1,0-1-1,-2 1 1,0-1-1,-2-28 1,0 28 19,1 12-44,-1-1 0,0 1 0,-1-1 0,0 1 0,-3-15 0,3 21-9,0 0 1,0 0-1,0 0 0,0 0 1,0 0-1,0 0 0,0 1 1,-1-1-1,1 0 0,-1 1 1,1-1-1,-1 1 0,0-1 1,1 1-1,-1 0 0,0 0 1,0 0-1,0 0 0,0 0 1,0 0-1,0 0 0,0 1 1,0-1-1,0 1 0,0 0 1,-5-1-1,6 1-5,-1 0 0,1 0 1,-1 1-1,0-1 0,1 0 0,-1 1 1,1-1-1,-1 1 0,1-1 0,-1 1 1,1 0-1,0-1 0,-1 1 0,1 0 0,0 0 1,0 0-1,-1 0 0,1 0 0,0 0 1,0 1-1,0-1 0,0 0 0,0 0 1,1 1-1,-1-1 0,0 1 0,1-1 0,-1 0 1,1 1-1,-1 2 0,-2 6-58,1 0-1,0 0 0,-1 16 1,3-23 45,-1 161-133,1-155 138,1 0 0,0 1 0,0-1 0,1 0-1,0 0 1,1 0 0,0 0 0,0-1 0,1 1-1,0-1 1,1 0 0,0 0 0,0 0 0,1 0 0,-1-1-1,2 0 1,-1 0 0,1-1 0,0 0 0,0 0 0,1-1-1,-1 0 1,1 0 0,15 7 0,-9-6-101,1 0 1,-1-1-1,1-1 0,0 0 1,1 0-1,-1-2 0,0 0 1,30-1-1,-32-1 37,-1 0-1,1-2 1,0 0-1,-1 0 1,1-1-1,-1 0 1,0-1-1,0-1 1,0 0-1,-1 0 1,14-10-1,-8 2 16,-1-1 0,0 0 0,-1-2 0,-1 0 0,0 0 0,-1-1 0,-1-1-1,-1 0 1,16-34 0,-6 4-457,-3-1 1,24-95-1,-26 66-142,-3-1-1,2-85 1,-9-159-162,-6 266 890,0 30 52,1 2 411,-2 0 0,0 1 0,-1-1 0,-7-27 0,5 75 737,2 26-1450,17 153 361,-1-62 208,-4 65 312,-3-30-81,37 213 0,-38-355-1456,21 62 1,-26-122-3291,-1-10 1143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7.44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1 243 2785,'0'0'12826,"95"-104"-12826,11 73 0,13-1-16,23-4-584,-35 12-2264,-30 9-5154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18.55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315 80 3025,'0'0'8799,"-38"37"-8746,-112 122 58,146-154-101,0 0 0,0 0 0,1 1 1,-1-1-1,1 1 0,1 0 0,-1 0 0,1 0 0,0 0 1,0 0-1,1 1 0,0-1 0,0 0 0,0 1 0,1 10 1,0-17-11,-1 35 77,0-16-3,1 0 0,5 34 1,-4-47-63,0 0-1,1 0 1,0 0 0,0-1 0,0 1 0,1-1 0,0 1 0,0-1 0,0 0 0,1 0 0,-1 0-1,9 8 1,-3-7 5,-1 1-1,1-1 0,0 0 0,1-1 1,-1 0-1,1-1 0,0 0 0,1 0 1,-1-1-1,0-1 0,1 0 0,0 0 1,-1-1-1,1 0 0,21-1 0,-26 0-11,0 0-1,1-1 1,-1 0-1,0 0 1,0 0-1,0 0 1,0-1-1,0 0 1,0-1-1,0 1 1,-1-1-1,1 0 1,-1 0-1,6-5 1,-4 1 22,0 1 0,-1-1 1,0-1-1,0 1 0,-1-1 1,1 0-1,-2 0 0,7-15 1,-6 10 6,0-1 0,0 0 0,-2 0 0,0 0 0,0 0 0,0-19 0,-2-3 2,-4-48 1,1 74-36,1 1 0,-2-1 0,1 1 0,-1 0 0,-1-1 0,0 1 0,0 1 0,-1-1 0,0 0 0,0 1 0,-1 0 0,0 1 0,0-1 0,-1 1 0,0 0 0,0 1 0,-1-1 0,0 2 0,0-1 0,-11-5 0,7 4 23,-1 0-1,0 1 0,-1 1 1,1 0-1,-1 1 1,0 0-1,0 1 0,0 1 1,-1 0-1,1 1 1,-1 0-1,1 2 1,-21 2-1,28-2-24,0 1-1,1 1 1,-1-1-1,1 1 1,-1 0-1,1 1 1,0-1-1,1 1 1,-1 0-1,0 1 1,1 0 0,0-1-1,0 2 1,1-1-1,-1 0 1,1 1-1,0 0 1,-6 12-1,3-2 2,0-1 0,1 1 0,0 1 0,1-1 0,1 1 0,-3 27 0,4 74 0,3-83-1,0-27-4,0-1 1,0 1-1,1-1 1,0 0-1,1 1 1,-1-1-1,1 0 1,1 0 0,5 12-1,-5-15-17,0 1 1,0-1-1,0 0 1,0 0-1,1 0 0,0-1 1,0 1-1,0-1 0,0 0 1,1 0-1,-1 0 0,1-1 1,0 0-1,8 3 0,-3-1-93,0-1-1,0 0 0,1-1 1,-1 0-1,1-1 0,-1 0 1,1-1-1,0 0 0,-1-1 1,1 0-1,-1 0 0,1-1 1,-1-1-1,1 0 0,-1 0 1,0-1-1,-1 0 0,1 0 1,-1-1-1,1-1 0,-2 0 1,1 0-1,0 0 0,-1-1 1,-1-1-1,1 1 0,-1-1 1,7-11-1,-13 19 107,40-60-885,-38 55 904,0 0 0,0-1 0,-1 1 0,0-1 0,0 0 0,0 0 0,-1 0 0,0 0 0,0-10 0,8 47 225,-4-17-230,4 11 43,0 0 0,18 32-1,-21-45 90,1-1 1,0 0-1,1 0 1,0-1-1,1 0 0,18 16 1,-24-23-94,0-1 1,0 0 0,1 0 0,-1 0-1,1 0 1,-1-1 0,1 1 0,0-1-1,-1 0 1,1 0 0,0 0 0,0 0-1,0-1 1,0 0 0,0 0 0,0 0-1,0 0 1,-1 0 0,1-1 0,0 0-1,4-1 1,-1 0 3,0-1 1,0 0-1,0-1 0,-1 1 0,0-1 0,0-1 1,0 1-1,0-1 0,-1 0 0,8-8 1,13-19 3,-1-1-1,-2-1 1,25-49 0,45-116-1302,-76 159 1063,21-74 0,-37 110 905,1 12-354,27 117-288,11 42 268,-32-142-263,1-1 0,1-1 0,1 0-1,25 39 1,-30-53-78,1 0 0,1-1 0,0 0 1,0 0-1,0-1 0,1 0 0,0-1 0,0 1 0,1-2 0,0 1 1,0-2-1,0 1 0,1-1 0,-1-1 0,1 0 0,0 0 0,0-1 0,13 0 1,-15-1-8,1 0 1,0-1 0,-1-1 0,1 1 0,-1-2-1,1 1 1,-1-1 0,0-1 0,1 1-1,-1-2 1,0 1 0,-1-1 0,1-1 0,-1 1-1,0-2 1,0 1 0,0-1 0,-1 0-1,1 0 1,11-15 0,-11 10 22,-1 0 0,0 0 1,0-1-1,-2 0 0,1 0 0,-1 0 1,5-23-1,-5 13 452,-2-1 0,0 1 0,-1-36 0,-2 77-653,-1-1 100,2-1 1,3 24-1,-3-35 84,0 1 1,1-1 0,0 0 0,0 0 0,1 0 0,0-1-1,0 1 1,0 0 0,1-1 0,4 6 0,-1-3 23,0 0 0,1-1 0,-1 0 0,2-1 0,-1 0 0,0 0 0,1 0 1,0-1-1,0-1 0,1 0 0,15 5 0,-5-4 87,1-1 0,-1 0 0,1-2-1,35-1 1,-43 0-68,-1-1 0,1-1 0,-1 0 0,1-1 0,-1-1 0,0 0 0,0 0 0,0-1 0,0 0 0,-1-1 0,1-1 0,-1 0-1,-1 0 1,1-1 0,-1-1 0,0 1 0,-1-2 0,1 1 0,7-11 0,-7 7-42,-2 1-1,0-1 1,0 0-1,-1-1 1,0 0-1,-1 0 1,-1-1-1,0 1 1,-1-1-1,0 0 1,-1 0-1,-1-1 1,0 1-1,-1 0 1,-1-18-1,1 27-4,-1 1 0,-1-1 0,1 0-1,-1 1 1,0-1 0,0 1 0,0-1 0,0 1 0,-1-1-1,0 1 1,0 0 0,0 0 0,0 0 0,-1 0 0,1 0 0,-1 0-1,0 1 1,0-1 0,0 1 0,-6-4 0,1 2 3,0 0 0,0 1 0,-1 0 1,1 1-1,-1 0 0,0 0 0,0 1 0,0 0 1,-17-2-1,7 2-11,0 1 0,0 0 0,1 1 0,-1 1 0,-20 4 1,29-3-5,-1 1 1,1 0-1,0 0 1,1 1-1,-1 0 1,1 1 0,-1 0-1,1 0 1,1 1-1,-14 11 1,8-4-31,1 1 1,0 0-1,0 1 0,2 0 0,0 1 1,1 0-1,0 1 0,-9 22 1,14-25-202,0 0 1,1 0 0,0 0 0,1 0 0,1 1 0,0-1-1,1 1 1,0-1 0,2 1 0,-1 0 0,5 19 0,-4-31 137,-1-1 0,1 1 1,0-1-1,0 0 0,1 1 1,-1-1-1,0 0 0,1 0 1,-1 0-1,1 0 0,0 0 1,0 0-1,-1 0 1,1-1-1,0 1 0,1-1 1,-1 1-1,0-1 0,0 0 1,1 0-1,-1 0 0,0 0 1,1 0-1,-1-1 0,1 1 1,-1-1-1,1 1 0,4-1 1,1 1-127,0-1-1,0 0 1,0-1 0,1 0 0,-1 0 0,0 0-1,0-1 1,9-4 0,-8 2 104,0 0 1,-1-1-1,1-1 1,-1 1 0,-1-1-1,1-1 1,-1 1-1,10-12 1,23-32-530,-2-1 0,-3-2 0,52-102 0,-2-17-1761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3.88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155 345 1736,'0'0'6946,"6"-34"-5731,18-106-103,-14 43 1286,-3 39 2,-6 42-1707,-1 32-612,-3 25-219,-2 0 0,-2 0 0,-1-1 0,-25 71 0,17-56 109,-76 316 267,77-280-104,3-1 0,1 112 0,11-177-124,-1-16-17,1 1 0,0 0 1,1 0-1,0 0 0,4 16 1,-4-23 4,0-1-1,1 1 1,-1 0 0,1 0 0,-1-1 0,1 1 0,0-1 0,0 0 0,0 1 0,0-1 0,0 0 0,1 0-1,-1-1 1,1 1 0,-1 0 0,1-1 0,0 1 0,-1-1 0,1 0 0,0 0 0,0 0 0,4 1 0,4 0-105,0 0 0,1 0 1,-1-1-1,1 0 1,0-1-1,-1 0 0,1-1 1,0 0-1,20-6 1,-18 3-794,0 0-1,-1-2 1,1 1 0,13-9 0,9-7-5812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4.4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400 1 7274,'0'0'7146,"-50"43"-6552,-152 144-238,195-180-335,1 0 0,0 1 0,0 0 0,1 0-1,-9 17 1,13-21-8,-1 0 0,1 0-1,0 0 1,1 0 0,-1 0-1,1 0 1,0 7 0,-1-6-4,1 1 0,0 0 0,0 0 1,1-1-1,0 1 0,0-1 0,0 1 1,0-1-1,1 1 0,0-1 0,0 0 1,1 1-1,-1-1 0,1 0 0,0-1 1,1 1-1,-1-1 0,1 1 0,0-1 1,0 0-1,0 0 0,0-1 0,1 1 1,0-1-1,-1 0 0,1 0 0,0 0 1,1-1-1,-1 0 0,0 0 0,8 2 1,0 0 12,0-1 0,0 0 0,0 0 0,1-1 0,-1-1 0,0 0 0,1-1 0,-1 0 0,0-1 0,1-1 0,-1 0 0,16-5 0,-21 4 2,0 0 0,0-1 0,0 1 0,-1-2 1,0 1-1,0-1 0,0 0 0,0 0 0,-1-1 0,0 0 0,0 0 0,0-1 0,-1 1 0,0-1 0,0 0 1,-1-1-1,0 1 0,0-1 0,4-13 0,-2 1 12,-2 1 0,-1-1 0,0 0 0,-2 0 0,-1-31 0,0 46-28,0-1 1,0 1-1,0-1 1,-1 1 0,1-1 0,-1 1-1,-1 0 1,1-1 0,-1 1 0,0 0-1,0 0 1,0 0 0,-1 0 0,0 1-1,0-1 1,0 1 0,0-1 0,-8-6-1,5 6 0,-2 0-1,1 0 1,0 0-1,-1 1 0,0 0 1,0 1-1,0 0 1,0 0-1,-1 1 0,-12-3 1,4 2-15,0 1 1,0 0-1,-1 1 1,1 1-1,0 0 1,-1 2 0,1 0-1,0 1 1,0 0-1,0 2 1,1 0-1,-21 9 1,27-10-33,1 1 0,-1 1 0,1-1 0,0 2 0,1-1 1,0 1-1,0 0 0,0 1 0,1 0 0,0 0 0,0 1 0,1 0 0,0 0 1,1 0-1,0 1 0,0-1 0,1 1 0,0 1 0,1-1 0,-3 17 0,4-18-142,0 1-1,1-1 0,0 1 0,1-1 1,0 1-1,0-1 0,2 12 0,-1-18 78,0-1 0,0 1 0,0 0 0,0 0 0,1-1 0,-1 1 0,1-1 0,0 1 0,-1-1 0,1 1 0,0-1 0,0 0 0,1 0 0,-1 0 0,0 0 0,1-1 0,-1 1 0,1-1 0,0 1 0,-1-1 0,1 0 0,0 0 0,0 0 0,0 0 0,0 0 0,-1-1 0,5 1 0,12 1-489,0-1 0,1-1 0,-1 0 0,0-2-1,0 0 1,0-1 0,0-1 0,35-12 0,-30 6-660,36-23 0,-53 29 1033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4.8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56 476 2481,'1'-109'2978,"-4"-135"3291,-7 178-4495,9 62-1556,0-1 1,0 1-1,-1-1 1,0 1-1,0-1 1,0 1-1,0 0 1,-1 0-1,0 0 1,0 0-1,-3-4 0,-2 6 358,4 15-653,1 262-932,5-141 1030,-4-38 20,5 124 35,-2-199-69,2-1 0,1 1 0,0-1 0,2 0-1,0 0 1,1-1 0,1 1 0,12 20 0,-16-32-11,1 0 1,1 0 0,-1 0-1,1-1 1,0 0-1,1 0 1,-1-1 0,1 1-1,1-2 1,-1 1-1,1-1 1,0 0 0,0 0-1,1-1 1,-1-1-1,1 1 1,0-1 0,0 0-1,0-1 1,0 0 0,1-1-1,-1 0 1,14 0-1,-16-1 2,0 0 0,0 0 0,1-1 0,-1 0 0,0-1 0,0 1 0,0-1 0,0-1-1,0 1 1,-1-1 0,1 0 0,-1-1 0,10-6 0,-6 2 7,-1 0-1,0-1 1,0 0 0,-1-1-1,-1 0 1,1 0 0,6-14-1,-4 6-15,-1 0 0,-1-1 0,0 0 0,-2 0 0,0 0-1,-1-1 1,-1 0 0,-1 0 0,-1 0 0,-1-31 0,-1 120-623,3 122 341,-2-182 288,1 1-1,-1-1 1,2 1 0,-1-1 0,1 0 0,7 16 0,-7-20-16,0 0 1,1 0 0,-1 0-1,1 0 1,0-1 0,0 0 0,1 0-1,-1 0 1,1 0 0,0-1-1,0 1 1,10 4 0,1-1-166,1-1 0,-1-1 0,1-1 0,27 4 0,83 3-1822,-8-10-618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5.23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77 0 5217,'0'0'7130,"-65"274"-6442,59-167-224,0-3-160,6-13-152,0-16-80,0-19-72,0-32-376,0-36-1745,0-48-2127,0-15-1306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5.68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37 3689,'0'0'8347,"62"-1"-8111,210-4-129,-33-12-239,-58 5-368,-13 11 14,-161 1 475,0 0 0,0 0 0,1 1 0,-1 0 0,0 1 0,0 0-1,0 0 1,0 0 0,0 1 0,-1 0 0,1 0 0,-1 1 0,1-1 0,-1 2 0,-1-1 0,1 0 0,0 1 0,-1 0 0,0 1-1,0-1 1,-1 1 0,0 0 0,0 0 0,0 0 0,0 1 0,-1-1 0,0 1 0,3 13 0,1 0 136,-2 1 1,0 0-1,-1 0 1,1 32-1,-5 89 651,-1-70-534,1 159-2087,0-206-877</inkml:trace>
  <inkml:trace contextRef="#ctx0" brushRef="#br0" timeOffset="1">202 1219 880,'0'0'11835,"361"-39"-11427,-225 19-360,-5 0-48,11 4-1008,-29 4-1545,-31 4-3168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6.0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136 73 4369,'0'0'10920,"-21"-3"-10352,11 2-544,-50-9-31,59 10 4,1 0-1,-1 0 1,1 0-1,0 0 1,-1 0-1,1 0 1,-1 0-1,1 0 1,0 0-1,-1-1 1,1 1-1,-1 0 1,1 0-1,0 0 1,-1-1-1,1 1 1,0 0-1,-1-1 1,1 1-1,0 0 1,0 0-1,-1-1 1,1 1-1,0-1 1,0 1-1,-1 0 1,1-1 0,0 1-1,0 0 1,0-1-1,0 1 1,0-1-1,0 1 1,0-1-1,0 1 1,0-1-1,1-1-16,1 1 0,-1-1 0,1 1 0,0 0-1,0-1 1,0 1 0,0 0 0,0 0 0,0 0 0,0 1 0,0-1-1,3 0 1,21-8-302,1 3 0,-1 0-1,1 1 1,0 2 0,44-1 0,-65 4 222,1 0 1,-1 0-1,0 1 1,1-1-1,-1 1 1,0 1 0,1-1-1,-1 1 1,0 0-1,7 4 1,-10-4 58,0 0 0,-1 1 0,1-1 0,-1 1 0,1-1 0,-1 1 0,0 0 0,0 0 0,0 0 0,0 0 0,-1 0 0,1 0 0,-1 1 1,0-1-1,0 0 0,0 1 0,0-1 0,0 1 0,-1-1 0,0 6 0,3 10 57,-2 0 0,0 0 1,-2 0-1,0 0 0,-1 0 1,-1-1-1,0 1 1,-1 0-1,-2-1 0,0 0 1,-11 24-1,-40 57 548,-78 105 0,33-55 456,94-137-863,-19 32 487,25-41-569,1-1 0,0 1 0,0 0 0,0-1 0,0 1 0,0 0 0,1-1 1,-1 1-1,1 0 0,-1 0 0,1 0 0,0 0 0,0-1 0,1 4 0,-1-5-66,1-1-1,-1 1 1,1-1-1,-1 0 0,0 1 1,1-1-1,-1 1 1,1-1-1,-1 0 0,1 1 1,-1-1-1,1 0 1,-1 0-1,1 1 0,-1-1 1,1 0-1,-1 0 1,1 0-1,0 0 0,-1 0 1,1 0-1,-1 0 1,1 0-1,0 0 0,-1 0 1,1 0-1,-1 0 1,1 0-1,0-1 0,53 4 242,0-4-1,0-1 1,96-18-1,180-61-2265,-201 44-2947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6.9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0 742 6121,'0'0'8041,"56"-47"-7525,177-158-304,-209 181-186,0 0 1,35-49-1,-46 52-24,-1 0 1,13-31-1,-18 37-8,1-3-9,-1-1 0,0 0 1,-2 0-1,6-30 0,-7 11 103,-1-59-1,-2 100-196,0 0 0,0 0-1,0 0 1,0-1 0,1 1 0,-1 0-1,1-1 1,-1 1 0,1-1 0,0 1 0,4 3-1,-2-1-44,34 38-177,53 46 1,-3-5 262,-56-51 57,-2 2-1,-1 1 0,-2 1 0,23 43 1,-38-58 13,-1 1 0,-1 0 1,-1 0-1,-1 1 1,-1 0-1,-1 1 0,-2 0 1,4 45-1,-7-45 9,0-6 10,0 0 1,-1 1 0,-6 35-1,5-52-20,0 0 0,0 1 0,-1-1 0,1 0-1,-1 0 1,0-1 0,0 1 0,0 0 0,0-1-1,-1 1 1,1-1 0,-1 1 0,1-1 0,-1 0-1,0 0 1,0 0 0,0-1 0,0 1 0,0-1-1,0 1 1,0-1 0,0 0 0,-6 1 0,2-1-2,1 0 0,-1 0 0,1 0 0,-1-1 0,1 0 1,-1 0-1,1-1 0,-1 0 0,1 0 0,-1 0 1,-8-4-1,9 2-15,0 0 0,0-1 0,0 0-1,1 0 1,-1 0 0,1-1 0,0 0 0,1 0 0,-1 0 0,1-1 0,0 1 0,0-1 0,1 0 0,-1 0 0,1 0 0,1-1-1,-1 1 1,1-1 0,0 1 0,-1-13 0,-1-3-53,1 0-1,2 0 1,0-1-1,1 1 0,4-29 1,-1 38 24,0 0-1,0 0 1,1 0-1,1 0 1,0 0 0,1 1-1,1 0 1,-1 0-1,2 1 1,0 0 0,16-18-1,9-6-816,72-56-1,-101 88 803,23-20-857,45-27 1,-64 45 773,1 1 0,-1 0 1,1 0-1,0 0 1,0 1-1,1 1 0,-1-1 1,0 2-1,1-1 1,11 1-1,-17 1 120,0-1-41,0 1 0,1 0 0,-1 1 1,1-1-1,-1 1 0,9 2 0,-11-2 52,-1 0-1,1 0 0,0 0 0,-1 1 1,1-1-1,-1 0 0,1 1 0,-1 0 0,0-1 1,0 1-1,0 0 0,0-1 0,0 1 1,0 0-1,0 0 0,1 3 0,3 14 103,-1-1-1,-1 1 0,0 0 1,-2 0-1,0 0 1,-1 0-1,-3 22 1,2 16 424,1-39-311,3 105 1233,-1-108-1192,0-1 0,0 1 0,1-1 0,1 0-1,1 0 1,6 16 0,-9-26-207,1-1 0,-1 0 0,0 0 0,1 1 0,0-2-1,0 1 1,0 0 0,0 0 0,0-1 0,0 0 0,1 0 0,-1 0 0,1 0 0,0 0 0,0-1 0,-1 1 0,1-1 0,7 1 0,-6-1-18,0 0 1,0-1 0,0 1-1,0-1 1,0-1 0,0 1-1,0 0 1,0-1-1,0 0 1,-1 0 0,1-1-1,0 1 1,-1-1 0,1 0-1,5-4 1,-1-1 1,-1 0 0,-1 0 0,1-1 1,-1 0-1,-1 0 0,1-1 0,-2 0 0,9-16 0,2-7-101,15-44-1,-19 42-349,-2-1 0,-2 0 0,-1-1 0,-1 0 0,0-37 0,-8 178 457,0-16 538,9 92 0,-5-167-465,1 0-1,0 0 0,1 0 0,1-1 0,0 0 0,0 0 0,1 0 0,10 14 0,-13-21-44,1-1-1,0 1 0,0-1 0,0 0 1,0 0-1,1-1 0,0 1 1,0-1-1,0 0 0,0 0 1,1-1-1,-1 0 0,1 0 0,0 0 1,0-1-1,0 1 0,1-1 1,-1-1-1,12 2 0,-13-3-17,0 0-1,1 0 1,-1-1-1,0 0 1,0 0 0,0-1-1,-1 1 1,1-1-1,0 0 1,-1 0-1,1-1 1,-1 1-1,1-1 1,-1 0-1,0 0 1,0 0 0,6-8-1,3-4-12,0-1 1,-2 0-1,12-21 0,-20 32-24,27-45-577,-2-1 1,-2-1-1,-3-2 1,-2 0-1,24-102 1,-40 142 1621,-4 39-359,-1 48 265,16 125 0,-12-175-842,0 0 1,2-1-1,0 0 1,1 0-1,2 0 0,0-1 1,1 0-1,1-1 1,27 37-1,-34-52-102,1 0 0,0 0-1,1-1 1,-1 1 0,1-1-1,0 0 1,0-1 0,0 1-1,0-1 1,0-1 0,1 1-1,0-1 1,-1 0 0,1 0-1,11 1 1,3-2-500,0 0 0,0-1 0,36-5 0,6-8-3356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8.31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83 76 5825,'0'0'9524,"-14"43"-9479,6-17-39,-6 16 3,1 0 0,3 1 0,1 0 1,3 0-1,-3 74 0,9-73-5,9 229 53,-5-235-43,2 0-1,1-1 1,2 1-1,1-2 0,18 41 1,-17-52-12,1-1 0,0 0 0,2-1 0,1 0 0,0-2 0,2 1 0,1-2 0,23 22 0,-32-34-4,1 0 0,0-1 0,1 0 0,0 0 0,0-1 0,0-1 1,1 0-1,0 0 0,0-1 0,0-1 0,0 0 0,0 0 0,1-1 0,-1-1 0,1 0 0,-1-1 0,1 0 0,0-1 1,18-4-1,-21 2 31,1 0 0,-2 0 0,1-1 0,0 0 0,-1-1 0,1 0 0,-2-1 0,1 1-1,0-2 1,-1 1 0,10-11 0,7-11 49,42-56-1,-66 83-77,34-49-30,-2-2-1,-2-1 1,-3-1-1,29-76 1,-41 85-32,-3 0-1,-1-1 1,-2-1 0,-2 0 0,-2 0 0,-1-55-1,-5 63 69,-7-61 1,5 87 12,-1 0 0,0-1 0,-1 1 0,-1 0-1,0 1 1,-1-1 0,-13-21 0,-3 3 232,-33-34 0,-2-4 324,52 64-556,4 4-22,1 1 0,-1-1 0,0 0 0,1 0 0,-1 0 0,0 1 0,1-1 0,-1 0-1,1 0 1,-1 0 0,1 0 0,0 0 0,-1 0 0,1-2 0,15 15-4525,-10-7 3225,22 21-3042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9.0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173 0 3329,'0'0'9943,"-2"21"-9901,-10 68 281,-29 108 0,21-125-57,-15 53 542,-26 174-1,60-298-777,1 0 1,0 0-1,0 0 1,0-1-1,-1 1 1,1 0-1,0 0 1,0 0-1,0 0 1,0-1-1,0 1 1,0 0-1,1 0 1,-1 0-1,0 0 0,0-1 1,1 1-1,-1 0 1,0 0-1,1-1 1,-1 1-1,0 0 1,1 0-1,-1-1 1,1 1-1,0 0 1,0 0-1,21-3 899,-12-1-1198,284-46 297,-166 43-2626,-124 6 2119,17-1-1299,-21 1 1633,1 0 0,-1 0 1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29.45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101 3 7818,'0'0'9202,"-3"0"-9358,7 0-16,32-1-158,-14 0 194,-1 1 1,1 0-1,28 5 0,-47-4 115,0 0 0,0 0 0,-1 1 0,1-1 0,0 1 0,-1-1 0,1 1 0,-1 0-1,1 0 1,-1 0 0,0 0 0,0 1 0,0-1 0,0 0 0,-1 1 0,1 0 0,-1-1-1,1 1 1,-1 0 0,0 0 0,0-1 0,0 1 0,0 0 0,-1 0 0,1 0 0,-1 0-1,1 4 1,0 9 13,-1-1-1,0 1 0,-1-1 0,-2 18 1,0-21 40,0 1-1,-1 0 1,0-1 0,-1 0 0,0 0 0,0 0 0,-2-1 0,-8 14 0,-72 83 312,40-51-163,18-18 164,-43 79 1,70-115-326,1 0 1,-1-1 0,1 1 0,-1 0-1,1 0 1,0 0 0,0 1 0,0-1 0,1 0-1,-1 0 1,0 6 0,3-8-26,-1 0 0,1 0 0,-1-1 0,1 1 0,-1-1 0,1 1 0,-1-1 0,1 0 0,-1 0 0,1 0-1,0 1 1,-1-2 0,1 1 0,-1 0 0,4-1 0,1 1 6,19 1-283,0-1 0,0-2 0,0-1 0,0 0 1,0-2-1,-1-1 0,0-1 0,0-1 0,-1-1 0,31-16 0,10-19-4896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7:30.02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76 7098,'0'0'8797,"65"-2"-8471,446-16 906,396-33 380,-806 47-2001,-59 4-2613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1.0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321 21 912,'0'0'7631,"2"-3"-6529,-1 3-1005,-1 0 0,0-1 0,1 1 0,-1 0 1,0-1-1,0 1 0,1 0 0,-1-1 0,0 1 0,0 0 1,0-1-1,1 1 0,-1 0 0,0-1 0,0 1 0,0 0 1,0-1-1,0 1 0,0-1 0,0 1 0,0 0 0,0-1 1,0 1-1,0-1 0,0 1 0,0 0 0,0-1 0,0 1 1,0-1-1,0 1 0,0 0 0,0-1 0,-1 1 0,1 0 1,0-1-1,0 1 0,-1 0 0,1-1 0,0 1 0,0 0 1,-1-1-1,1 1 0,0 0 0,-1 0 0,1 0 0,-1-1 1,-25 0 4640,9 1-6256,7 1 1408,-1 1-1,1-1 1,0 2 0,0-1 0,0 1-1,1 1 1,-1-1 0,1 2 0,0-1 0,0 2-1,-14 9 1,3 0-64,1 1-1,0 1 1,-28 33-1,42-44 125,0 0 0,1 0 0,0 0-1,0 1 1,1 0 0,0-1 0,0 1-1,0 0 1,1 0 0,0 1 0,0-1 0,1 0-1,0 1 1,0-1 0,1 1 0,0-1-1,1 12 1,0-16 32,0 0-1,0 0 1,0-1 0,0 1-1,0 0 1,1-1 0,-1 1 0,1 0-1,-1-1 1,1 0 0,0 1-1,0-1 1,0 0 0,0 0-1,1 0 1,-1 0 0,1-1-1,2 2 1,9 6-55,0-2 0,19 8 0,-9-5-47,75 35-186,-35-18-301,99 59 1,-145-75 525,-1 1 0,0 1 0,-1 1 1,0 0-1,-1 1 0,-1 0 0,0 1 1,-2 1-1,22 34 0,-30-42 71,0 1 0,0-1 0,-1 1 0,0 0 0,0 0 0,-1 0 0,0 12 0,0 6 27,-4 37-1,2-59 10,-1 0 0,0 0-1,0-1 1,-1 1-1,1 0 1,-1-1-1,-1 1 1,1-1-1,-1 1 1,0-1-1,0 0 1,-7 9 0,3-6 68,-1-1 0,0 1 0,0-1 0,0-1 0,-1 0 0,-16 9 0,0-3 238,-1-1 0,0-1 0,-1-1 1,-46 9-1,27-12 275,-1-1-1,-79-3 1,86-2-219,38 0-382,1 0 1,-1 1-1,0-1 0,1 0 0,-1 0 1,0 0-1,0-1 0,1 1 0,-1 0 0,0-1 1,1 1-1,-1-1 0,1 1 0,-1-1 1,0 0-1,1 0 0,0 0 0,-1 0 0,1 0 1,-1 0-1,1 0 0,0 0 0,0 0 1,0 0-1,-2-3 0,2-1-157,0 1 0,0-1 0,0 0 0,1 0 0,0 0 0,0 0 0,0 0 0,2-7 0,-2 6-254,1 0 0,1 1 1,-1-1-1,1 0 0,0 0 1,0 1-1,0-1 0,1 1 1,0-1-1,0 1 0,1 0 1,-1 0-1,1 1 0,0-1 1,6-4-1,31-32-7365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1.52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113 0 808,'0'0'5109,"1"32"-4297,4 196 1134,-7-195-1386,-2-1-1,-2 1 1,-1-1-1,-1-1 1,-21 53-1,12-38 209,-15 76-1,26-88-424,2-1-1,1 45 1,3-77-318,1-1-1,0 1 1,-1-1-1,1 1 1,0-1 0,-1 0-1,1 1 1,0-1-1,0 0 1,0 1 0,-1-1-1,1 0 1,0 0-1,0 0 1,0 0 0,-1 0-1,1 0 1,0 0-1,0 0 1,0 0-1,0 0 1,-1 0 0,1 0-1,1-1 1,4 1 122,318 0 1961,-106 0-8453,-182 0-518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1.90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5153,'0'0'8301,"0"4"-8063,0 114 498,17 129 1,25 17-548,-41-259-189,-1-2-17,0-1-1,0 1 1,1 0 0,-1-1 0,1 1-1,-1-1 1,1 0 0,0 1 0,0-1-1,0 0 1,1 1 0,-1-1 0,0 0-1,1 0 1,2 2 0,-3-3-62,-1-72-5755,0 43 958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2.24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0 624 6105,'0'0'8890,"154"-227"-8058,-65 148-247,6-8-289,0 7-152,-18 17-96,-24 11-40,-17 24-8,-19 20 0,-17 72-4881,-17-8 1984,-13-5-5537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2.60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1 744,'0'0'14353,"0"16"-14344,0-2 7,1-1-1,1 1 1,0-1 0,1 0 0,0 0-1,1 0 1,0 0 0,1-1 0,12 23-1,148 262 735,-150-273-732,0 1 1,32 37 0,-46-61-59,-1 0-1,1 0 1,-1 0 0,1 0 0,-1-1 0,1 1-1,0 0 1,-1-1 0,1 1 0,0 0-1,-1-1 1,1 1 0,0-1 0,0 1 0,0-1-1,-1 1 1,1-1 0,0 1 0,0-1 0,0 0-1,0 0 1,0 1 0,0-1 0,0 0 0,0 0-1,0 0 1,0 0 0,0 0 0,0 0-1,0 0 1,0-1 0,1 1 0,0-2-244,-1 1 0,1-1 0,-1 1 0,0-1 0,1 0-1,-1 0 1,0 1 0,0-1 0,0 0 0,-1 0 0,1 0 0,0 0 0,0-2 0,10-27-6080</inkml:trace>
  <inkml:trace contextRef="#ctx0" brushRef="#br0" timeOffset="1">1162 21 6465,'0'0'10843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2.93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0 10722,'0'0'6010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3.30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125 0 8970,'0'0'7236,"-2"31"-7436,0 14 201,-13 145 77,-37 28 496,0 0 892,51-197-1388,18-21-109,240-6 503,6 0-4940,-202 6-226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3.63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32 7194,'0'0'8065,"225"-8"-8825,-154-4-1168,-12 4-1177,-23 4-2536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3.96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96 743 4825,'-95'-218'6801,"107"218"-5568,35-4 111,24-4-504,6 0-512,12 0-240,0-4-88,-6 4-1104,-18 4-1424,-23-4-2562</inkml:trace>
  <inkml:trace contextRef="#ctx0" brushRef="#br0" timeOffset="1">25 40 8426,'0'0'8578,"373"-27"-8426,-243 19-104,42 4-48,-41 4-1081,-25 0-3095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4.45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9 8434,'0'0'6409,"397"-8"-6833,-296 8-2072,-24 0-5090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4.88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0 128 640,'0'0'15483,"314"-68"-15483,-95 40-216,-35 9-1584,-24 7-2465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5.82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194 1 7826,'0'0'10175,"-23"33"-10047,11-15-138,-6 7 2,1 0 0,1 2-1,2 0 1,0 0-1,2 2 1,1-1 0,1 2-1,-7 37 1,0 60 111,6 1-1,9 220 1,5-309-81,1 1 0,2-1 0,2-1 0,2 1-1,20 52 1,-20-64-24,2-1 0,1 0 0,1-1 0,1 0 0,1-1 0,1-1 0,1-1 0,24 23 0,-33-37-9,0-1-1,0 0 0,1 0 1,0-1-1,1 0 0,-1-1 1,1 0-1,0-1 0,21 5 1,-22-6 17,-1-2 1,0 1 0,1-1 0,-1-1 0,1 0 0,-1 0 0,1-1 0,-1 0 0,0-1 0,1 0 0,-1 0 0,17-7 0,-15 3 27,-1 0 0,0-1 0,0 0 1,-1 0-1,1-1 0,13-16 0,0-2 38,23-36-1,-16 16-87,-3 0-1,-1-2 1,-3-1-1,-2-1 1,24-85-1,-29 70-14,-2-1-1,-4-1 0,-2 0 1,-1-78-1,-6 3 53,-3-161 185,-1 276-254,-1-8 371,4 25-1111,37 41-5141,5 5 806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46.9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0 107 6601,'0'0'3645,"4"41"-3297,27 269 1319,-21-61 445,-2-44-967,-7-172-554,-1-78 122,-1 6-559,7-203-325,-2 196-139,2-1 0,2 1 0,17-55 0,-12 59 114,2 1-1,37-70 1,-44 95 143,1 1-1,1 1 1,0-1-1,1 2 0,1-1 1,0 2-1,0 0 1,2 0-1,27-19 0,-31 26-48,0 1-1,1-1 1,-1 2-1,1-1 1,-1 1-1,1 1 1,0 0-1,0 1 1,1 0-1,-1 1 1,16 1-1,-19-1 23,0 1 1,1 0-1,-1 0 1,0 1-1,0 0 1,0 1-1,0 0 1,0 0-1,-1 1 1,1 0-1,-1 0 0,0 1 1,0-1-1,-1 2 1,10 7-1,-11-6 56,0 0 0,0 0 1,-1 0-1,0 0 0,0 0 0,-1 1 0,0 0 0,0 0 0,-1 0 0,3 12 1,-2 6 23,-1 0 0,-1 28 1,-1-40 9,-1 0-1,0-1 1,-1 1 0,-1 0-1,0-1 1,0 0 0,-2 0-1,0 0 1,0 0 0,-11 18-1,5-14 31,-1 0 0,-1-1 0,0-1 0,-2 0 1,1 0-1,-23 16 0,27-23 17,-1-1 0,0 0 0,0 0 1,-1-1-1,0 0 0,0-1 0,-22 6 0,14-6 71,-1-2-1,1 0 0,-42-1 0,57-2-88,-1 0 0,1 0 0,0-1-1,-1 0 1,1 0 0,0 0 0,0 0-1,0-1 1,0 0 0,0 0-1,0-1 1,1 1 0,-7-5 0,8 4-35,1 1 1,-1-1-1,0 0 1,1 0 0,0 0-1,0 0 1,0 0 0,0 0-1,0-1 1,0 1 0,1-1-1,0 1 1,0-1-1,0 0 1,0 1 0,0-1-1,1 0 1,-1 0 0,1-4-1,0 6-30,0 0 0,0 1 0,0-1 0,0 0 0,0 1-1,0-1 1,0 0 0,1 0 0,-1 1 0,0-1 0,1 1 0,0-1-1,-1 0 1,1 1 0,0-1 0,0 1 0,0 0 0,-1-1-1,2 1 1,0-2 0,1 2-37,0 0-1,-1 0 1,1 0-1,0 0 1,0 1 0,0-1-1,0 1 1,0 0-1,0 0 1,6 0-1,1 1-45,1 0 1,0 0-1,-1 1 0,0 1 0,1 0 0,-1 0 0,0 1 0,0 0 1,-1 1-1,1 0 0,-1 0 0,0 1 0,-1 0 0,14 12 0,6 9 91,-2 1 0,39 52 0,-56-68 26,31 45 946,53 102 0,-91-154-875,0-3 5,-1 0-1,0 0 0,0-1 0,-1 1 0,1 0 0,0 1 1,-1-1-1,1 0 0,-1 6 3097,-5 15-9653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50.13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119 147 3137,'0'0'11254,"0"-26"-10148,0-94 1529,-3 162-2724,-2 1 0,-2-1 0,-15 49 0,5-18 111,-5 31 82,5 1-1,-9 210 0,26-299-124,0-16 20,1 0 0,-1 1 1,0-1-1,0 0 1,0 1-1,0-1 0,1 0 1,-1 1-1,0-1 1,1 0-1,-1 1 1,0-1-1,0 0 0,1 0 1,-1 1-1,0-1 1,1 0-1,-1 0 0,0 0 1,1 1-1,-1-1 1,1 0-1,-1 0 1,0 0-1,1 0 0,-1 0 1,1 0-1,-1 0 1,0 0-1,1 0 0,0 0 1,16 0 122,-12 0-73,23-1 162,1-2 0,-1 0 0,0-2-1,51-15 1,-41 10-633,68-12 0,-44 18-6244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50.6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8 8482,'0'0'8850,"438"44"-8018,-230-44-408,11 0-272,0-24-112,-6 8-40,-29 4-584,-6 12-888,-48 0-1577,-41 0-4601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51.29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48 0 6633,'0'0'4097,"-29"246"-2504,17-123-441,6 4-552,6 0-376,0-16-104,0-15-120,6-25-568,12-23-1424,-1-28-2489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51.65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20 1088,'0'0'12043,"362"0"-11995,-179-4-48,-29-4-1400,-29 0-3794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52.0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24 355 6569,'0'0'1866,"-4"43"23,1-9-1484,-14 270 2276,17-264-2225,2 1 0,8 48 1,-6-71-354,0-1 1,1 0 0,1 0 0,0 0 0,1-1 0,1 1 0,13 20 0,-12-24-56,0-1 0,0 1 0,1-1 1,1-1-1,0 0 0,0 0 0,1-1 0,0-1 0,1 0 1,0-1-1,1 0 0,-1-1 0,1 0 0,1-1 0,-1-1 1,1 0-1,16 2 0,-11-4 27,0 0 1,0-2 0,0-1-1,0 0 1,0-1-1,22-5 1,-28 3-29,-1 0 0,1-1 0,-1-1 0,1 0 0,-2-1 1,1-1-1,-1 0 0,1 0 0,14-13 0,-5 1-10,-1-1 1,-1-1-1,0-1 1,-2-1-1,0 0 1,-2-1-1,-1-1 1,-1 0-1,19-47 0,-18 30-24,-1 0 0,-3-1 0,-1 0-1,-3-1 1,4-76 0,-6 15 60,-11-133 1,3 214-55,-2 0 1,0 1-1,-1 0 1,-2 0-1,-13-28 1,20 49-52,-7-23 83,8 25-150,0-1 0,1 1 1,-1-1-1,0 0 0,0 1 0,0-1 0,0 1 1,0-1-1,0 1 0,1 0 0,-1-1 0,0 1 1,0-1-1,1 1 0,-1-1 0,0 1 0,1 0 1,-1-1-1,0 1 0,1-1 0,-1 1 0,1 0 1,-1 0-1,1-1 0,-1 1 0,1 0 1,-1 0-1,1-1 0,-1 1 0,1 0 0,-1 0 1,1 0-1,-1 0 0,1 0 0,-1 0 0,1 0 1,-1 0-1,1 0 0,-1 0 0,1 0 0,0 0 1,25 0-6434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52.45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152 1 1800,'0'0'12540,"-10"36"-12120,3-11-313,-59 244 1035,22-33-39,34-167-626,-1 103-1,9-142-345,1-22-101,1-1 0,-1 1-1,1 0 1,1-1 0,0 1 0,0-1 0,2 10 0,-2-16-28,-1 0 0,1 1 0,0-1 0,0 0 0,0 0 0,-1 0 0,1 0 0,0 0 1,1-1-1,-1 1 0,0 0 0,0 0 0,0-1 0,0 1 0,0 0 0,1-1 0,-1 0 0,0 1 1,1-1-1,-1 0 0,0 1 0,3-1 0,34 1 148,-25-2-60,-7 1-59,32 1 131,0-2 0,0-2 1,58-11-1,-20-4-140,183-38-3800,-210 48-532,-6 0-2682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52.8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49 5553,'0'0'12224,"7"-8"-12456,-4 5 184,0-1 0,0 1 0,1 0 0,-1 0 0,1 0 0,0 0 0,0 1 1,0 0-1,0-1 0,0 2 0,0-1 0,1 0 0,-1 1 0,1 0 0,-1 0 0,1 0 0,-1 0 0,1 1 0,7 0 0,11-1-254,-12 1 166,0-1 1,0 2 0,0-1 0,0 2 0,12 2 0,-20-3 110,-1 0 0,1 0-1,0 0 1,0 0 0,0 1 0,-1-1 0,1 1-1,0 0 1,-1 0 0,0 0 0,1 0 0,-1 0 0,0 1-1,0-1 1,0 0 0,-1 1 0,1 0 0,-1-1 0,1 1-1,-1 0 1,0 0 0,2 5 0,1 15 74,-1-1 1,-1 1 0,0 0-1,-2 0 1,-5 43 0,5-65-44,-5 28 234,0-2-1,-2 1 1,0-1-1,-22 48 1,18-47 84,0 0 1,2 1-1,1 0 1,-4 30 0,12-58-311,-1 1 1,1-1 0,0 0 0,0 1 0,-1-1 0,1 1-1,0-1 1,0 0 0,1 1 0,-1-1 0,0 0 0,0 1-1,1-1 1,-1 0 0,1 1 0,-1-1 0,1 0 0,-1 1-1,1-1 1,0 0 0,1 2 0,0-2 8,1 0 1,0 0-1,-1 0 0,1-1 1,0 1-1,-1 0 0,1-1 0,0 0 1,0 0-1,4 0 0,30 1 150,0-2 0,0-2-1,57-11 1,-69 9-379,-1-1 1,1-2-1,-1 0 1,-1-2-1,0-1 1,26-15-1,-43 22-191,0 0-1,0 0 1,0-1-1,-1 0 1,1 0 0,-1 0-1,0-1 1,0 0-1,-1 1 1,0-2 0,5-7-1,-5-15-4684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53.394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76 6833,'0'0'10551,"37"4"-9790,461 12 1588,61-40-1286,-433 11-995,380-37 25,-433 42-182,-71 8-137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3T19:22:02.149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0,'0'12561,"0"-12646,0 32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3T19:22:20.755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0 0,'19268'0,"-19307"0,-8 0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28.0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497 149 120,'0'0'4310,"-37"4"750,4-4-5065,20-12 2333,6 0-1741,3-1-592,0-1 0,1 0 0,1 1-1,0-1 1,1 0 0,0-27 0,1 41 5,0-1 1,0 1-1,0 0 0,0-1 1,0 1-1,0 0 1,-1 0-1,1-1 0,0 1 1,0 0-1,0 0 0,-1-1 1,1 1-1,0 0 0,0 0 1,-1 0-1,1-1 0,0 1 1,0 0-1,-1 0 1,1 0-1,0 0 0,-1 0 1,1 0-1,0 0 0,0-1 1,-1 1-1,1 0 0,0 0 1,-1 0-1,1 0 1,0 0-1,-1 0 0,1 0 1,0 1-1,-1-1 0,1 0 1,0 0-1,0 0 0,-1 0 1,1 0-1,0 0 1,-1 1-1,1-1 0,0 0 1,0 0-1,-1 0 0,1 1 1,0-1-1,0 0 0,-19 14 15,3 10-4,1 0 0,2 2 0,-21 50-1,20-42-1,-34 77-10,-136 291 1733,149-322-1264,36-88-247,0 0-1,-1 0 0,0-1 0,-1-8 0,0-32-271,4 35 50,0 0 0,1 1-1,1-1 1,0 1 0,0 0 0,2 0-1,-1 0 1,2 1 0,0 0 0,9-11-1,12-21-1,237-339-113,-221 335 87,-24 28 7,-21 20 9,0 0 0,1 0 0,-1-1 0,0 1 0,1 0 1,-1 0-1,0 0 0,1-1 0,-1 1 0,0 0 0,1 0 0,-1 0 0,0 0 0,1 0 0,-1 0 1,1 0-1,-1 0 0,0 0 0,1 0 0,-1 0 0,0 0 0,1 0 0,-1 0 0,0 0 0,1 0 0,-1 0 1,1 0-1,-1 1 0,0-1 0,1 0 0,-1 0 0,0 0 0,0 1 0,1-1 0,-1 0 0,0 0 1,1 1-1,-1-1 0,0 0 0,0 1 0,0-1 0,1 0 0,-1 1 0,0-1 0,0 0 0,0 1 0,0-1 1,0 0-1,0 1 0,1-1 0,-1 0 0,0 1 0,0 0 0,8 29 157,-5-18-158,11 26 71,1-1 0,40 67-1,54 62 205,15 26 350,-30-49-11,-89-139-225,-3-9 299,-7-8-926,-21-5-2291,-14-1-3458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30.85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13 28 4305,'0'0'9922,"-2"-4"-9357,-6-15-248,6 14-145,5 6-178,0-1 5,1 1 1,-1 0-1,0 0 1,0 0-1,0 0 0,0 1 1,0-1-1,0 1 1,0 0-1,3 2 1,34 29 10,-19-15 2,77 67 83,-55-47-87,59 41 0,-9-20 3,37 24-19,-112-70 48,-1 0 1,-1 2-1,0 0 1,25 32-1,-36-42 133,6 8-320,-11-13 180,0 1 1,0-1 0,1 0-1,-1 0 1,0 1-1,0-1 1,0 0 0,0 0-1,0 0 1,0 1-1,0-1 1,0 0 0,0 0-1,0 1 1,0-1 0,0 0-1,0 0 1,-1 1-1,1-1 1,0 0 0,0 0-1,0 0 1,0 1-1,0-1 1,0 0 0,-1 0-1,1 0 1,0 1-1,0-1 1,0 0 0,0 0-1,-1 0 1,1 0 0,0 0-1,0 1 1,0-1-1,-1 0 1,1 0 0,0 0-1,0 0 1,-1 0-1,1 0 1,0 0 0,0 0-1,-1 0 1,1 0-1,0 0 1,0 0 0,0 0-1,-1 0 1,1 0-1,0 0 1,0 0 0,-1 0-1,1 0 1,0 0 0,0-1-1,-1 1 1,-9 0-2,-91 4 164,90-2-190,-1-1-1,1 2 1,0 0-1,-1 0 1,2 1-1,-20 9 0,4 3-5,1 1 0,0 0 0,2 2-1,0 1 1,1 1 0,-26 33-1,1 5-5,-52 89 0,85-130 11,12-16 12,0 0-1,0 1 1,0-1 0,0 0 0,0 1-1,1-1 1,-1 1 0,1 0-1,0 0 1,-1-1 0,1 1 0,1 0-1,-1 0 1,0 4 0,0-7-10,-3 0-5,-7 14 60,8-10-5,6-11-58,-1 5-1,-1-1 0,1 1 1,1-1-1,-1 1 1,0-1-1,0 1 1,1 0-1,-1 0 0,4-1 1,14-15 15,-9 10 50,-10 7 67,-1-12-3542,0-6-1060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36.24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8 263 4657,'0'0'7154,"-6"-9"-5671,6 1032-158,0-1021-1214,0-29 188,-1-154-313,3-222-413,0 349 354,3 1-1,3-1 0,1 2 0,23-72 0,-23 98 19,0 0 0,2 1 1,0 0-1,2 1 0,1 1 0,0 0 0,2 0 1,1 2-1,1 0 0,29-27 0,-42 43 17,1 0 0,0 1 0,0 0 0,1 0 0,-1 0 0,1 1 0,0 0 0,0 0 0,0 1 0,0 0 0,0 0 0,1 0 0,-1 1 0,0 0 0,1 1-1,9 0 1,-13 0-6,0 1 0,0 0 0,0 0-1,0 0 1,0 1 0,0-1 0,-1 1-1,1 0 1,0 0 0,-1 0 0,0 0 0,1 0-1,-1 1 1,0 0 0,0 0 0,-1 0-1,1 0 1,0 0 0,-1 0 0,0 1-1,0-1 1,0 1 0,3 6 0,1 5 28,0 0 0,0 0 0,-2 1 0,6 30 0,-5 1 76,-1 1-1,-2-1 1,-8 75 0,2-94-23,-1 0 1,-1 0 0,-2-1 0,-1 0 0,-22 49 0,10-36 24,-1 0 1,-52 68-1,69-101-40,-1 0 0,0 0 0,0-1 0,0 0 0,-1 0 0,0 0-1,-12 7 1,12-10 25,0 0 0,1-1 0,-1 1 1,0-2-1,0 1 0,0-1 0,0 0 0,0 0 0,-12-1 0,16 0-32,0 0-1,1 0 1,-1-1 0,0 1 0,1-1-1,-1 0 1,1 1 0,-1-1 0,1 0 0,-1 0-1,1-1 1,-1 1 0,1 0 0,0-1 0,0 0-1,0 1 1,-3-3 0,2 0-7,0 0 0,0 0-1,1 0 1,-1 0 0,1-1 0,0 1 0,0-1 0,-2-8 0,0-4-21,1 0 1,0 0 0,2-1 0,0-21 0,1 37 5,0 0 1,0 0 0,0 0-1,1 0 1,-1 0 0,1 0-1,-1 1 1,1-1-1,0 0 1,-1 0 0,1 0-1,0 1 1,0-1-1,0 0 1,1 1 0,-1-1-1,0 1 1,3-3-1,-1 2 0,1 0 0,-1-1 0,1 1 0,-1 1 1,1-1-1,0 0 0,0 1 0,6-2 0,7 0-60,1 1 1,-1 1 0,24 1 0,-30 0-29,-5 0 50,1 0 0,-1 0 1,1 1-1,-1 0 0,1 0 1,-1 1-1,1-1 0,-1 1 1,0 1-1,0-1 0,8 6 1,-6-2 10,0 0 0,-1 0 0,0 1 0,0 1 0,-1-1 0,11 16 0,34 56 97,63 133 0,-93-178 646,-8-26-2118,6-5-6784,-13-3 6891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36.74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0 207 1880,'0'0'8824,"21"6"-8148,66 18-137,-85-24-512,0 1 0,0-1 0,0 0 1,0 0-1,0 0 0,0 0 0,1 0 0,-1 0 1,0 0-1,0-1 0,0 1 0,0-1 1,0 0-1,0 1 0,0-1 0,-1 0 1,1 0-1,0 0 0,0-1 0,-1 1 1,1 0-1,0-1 0,1-2 0,0 0 48,0 0 0,-1 0-1,1-1 1,-1 0 0,-1 1 0,4-10-1,-2 3 55,2-8-25,0 0-1,-2 0 1,0-1 0,-1 0 0,-2-39-1,0 47-5,-8 10 120,6 2-212,0 1 0,0-1 0,0 1 0,1-1 0,-1 1 0,0 0 0,0-1 0,1 1 1,-1 0-1,0 0 0,1 0 0,-1 1 0,1-1 0,0 0 0,-1 0 0,1 1 0,0-1 0,0 1 1,0-1-1,0 1 0,0 0 0,-1 1 0,-18 45-52,18-41 48,-6 21-1,1 0 0,1 1 1,2-1-1,1 1 0,1 58 1,2-81 5,0 0 0,0 1 0,1-1 0,0 0 0,0 0 1,0 0-1,1 0 0,0 0 0,0 0 0,1 0 0,0 0 0,0-1 1,0 1-1,0-1 0,1 0 0,0 0 0,0 0 0,0-1 1,1 1-1,0-1 0,0 0 0,0-1 0,0 1 0,9 4 0,-3-3 9,0 0 0,0 0 0,0-1 0,1-1 0,-1 0 0,1 0 0,14 0 0,5-1-12,51-2 0,-69-1-57,0 0-1,0-2 0,0 1 1,0-1-1,-1-1 0,0-1 0,1 1 1,-2-2-1,19-10 0,-8 2-1098,-1-2 0,-1 0 0,34-34 0,-2-14-7347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38.05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6 0 3449,'0'0'11410,"-6"17"-11018,7-12-378,0 1 1,0-1-1,0 0 0,0 0 0,1 0 0,0 0 1,0 0-1,4 5 0,7 22 90,-6 0-98,-2 0 0,-1 1 0,-1-1-1,-4 66 1,1-42-1,-1 24 34,0 49 77,19 155-1,-14-264-176,-2-28-592,-1-31-1094,-1 36 1628,-2-29-2574,-8 0-1708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38.53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30 132 464,'0'0'10589,"-4"-4"-9726,-21-12 2135,78 16-2682,230-4 722,-200-1-864,112-22 0,-104 9-142,203-35 20,-173 49-503,-97 4-491,-24 0 789,1 0-1,-1 1 1,1-1-1,0 0 1,-1 1-1,1-1 1,-1 1 0,1-1-1,-1 1 1,1-1-1,-1 1 1,1-1-1,-1 1 1,0-1-1,1 1 1,-1 0-1,0-1 1,1 1-1,-1 0 1,0-1-1,0 1 1,1 0-1,-1-1 1,0 1-1,0 1 1,3 9-751,25 49-4831,-16-31 1153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39.02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1 104 1688,'0'0'10129,"10"0"-8937,2 0-1040,44 1 168,0-2 1,-1-3-1,105-20 1,-79 2-324,98-23-3511,-142 37-563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39.75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1 447 3185,'0'0'3222,"0"-38"-2198,1-125-273,0 134-487,1 0 0,9-41 1,-8 54 88,-1 0 0,2-30 0,-4 44-286,0-1-1,0 1 1,0-1-1,0 0 1,1 1-1,-1-1 1,1 1-1,0-1 1,2-3-1,-3 5-49,0 0 0,1 1 0,-1-1 0,1 0 0,-1 1 0,1-1 0,0 1 0,-1-1 0,1 1 0,-1-1 0,1 1 0,0-1 0,0 1 0,-1-1 0,1 1 0,0 0 0,0-1 0,-1 1 0,1 0 0,2 0 0,-1 0-10,0 0-1,0 1 1,0-1 0,0 1-1,0 0 1,0-1 0,0 1 0,-1 0-1,1 0 1,0 0 0,0 1 0,-1-1-1,1 0 1,0 1 0,-1-1-1,1 1 1,-1-1 0,0 1 0,0 0-1,1-1 1,0 4 0,9 13 34,-1 1 0,-1 1 0,-1 0-1,11 38 1,13 91 400,-9-31 367,-20-108-718,0 3 17,0-2-1,0 1 0,1 0 1,1-1-1,9 18 1,-2-18-39,-3-15 28,1-22 129,14-149 116,-19 158-342,-5 16-43,9 0-466,-8 2 508,0-1 0,0 0 0,0 0-1,0 0 1,0 0 0,0 0 0,-1 0 0,1-1 0,0 1-1,0 0 1,0 0 0,0-1 0,-1 1 0,1 0 0,0-1-1,1 0 1,19-19-32,-1-1-1,31-41 1,-26 30-280,-19 26 236,2-5-159,1 0 0,0 1 0,1 0 0,0 1 0,12-9 0,-20 17 228,0 0 1,0-1 0,0 1 0,0 0-1,0 0 1,0 0 0,0 0 0,0 0-1,1 1 1,-1-1 0,0 1 0,1-1-1,-1 1 1,0 0 0,1 0 0,-1 0-1,0 0 1,1 1 0,-1-1 0,0 0-1,1 1 1,-1 0 0,0-1 0,0 1-1,0 0 1,0 0 0,1 0 0,-2 1-1,1-1 1,0 0 0,0 1 0,0-1-1,0 1 1,-1 0 0,1-1 0,-1 1-1,3 3 1,50 75 1614,21 27-290,-63-94-1325,-1-1-1,2 1 1,0-2 0,0 0-1,29 18 1,53 17-3053,-62-33-1242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48.50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1 3425,'0'0'6634,"0"0"-6612,-1 0 0,1 0 0,0 0 0,0 0 0,-1 0 0,1 0 0,0 0 0,-1 0-1,1 0 1,0 0 0,0 0 0,-1 0 0,1 0 0,0 1 0,0-1 0,-1 0-1,1 0 1,0 0 0,0 1 0,0-1 0,-1 0 0,1 0 0,0 0 0,0 1 0,0-1-1,0 0 1,0 0 0,0 1 0,-1-1 0,1 0 0,0 0 0,0 1 0,0-1-1,0 0 1,0 1 0,0-1 0,0 0 0,0 0 0,0 1 0,0-1 0,0 0 0,0 1-1,0-1 1,0 0 0,0 0 0,1 1 0,-1-1 0,0 0 0,17 321 74,8 444 1314,-25-655-1300,2-106-1135,1-14-799,-3-15-769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49.1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0 330 1712,'0'0'10187,"6"-35"-9799,23-107-120,-29 138-254,1 0 0,0-1 0,1 1 0,-1 0 0,1 0 0,-1 0 0,1 0 0,0 0 0,1 0 0,-1 0 0,1 1 0,-1-1 0,1 1 0,0 0 0,1 0 0,-1 0 0,0 0 1,1 1-1,0-1 0,4-2 0,5-2 13,1-2-31,0 0-1,1 2 0,0 0 0,0 1 0,1 0 0,0 1 0,0 1 0,20-3 1,12 2-59,74 1 1,-110 4 62,13 2-22,-1 0-1,1 2 0,0 0 0,-1 2 1,0 0-1,0 2 0,-1 1 1,31 16-1,-4 2-116,-2 1 1,76 60-1,-87-59 100,-1 2 0,-2 2 0,-1 1 0,-1 1 1,-3 2-1,27 40 0,-40-50 37,-1 0 1,-1 2 0,-2-1 0,0 1 0,-2 1 0,-2 0 0,0 0-1,-2 1 1,-1 0 0,0 33 0,-4-38 36,0 71 261,-2-87-253,0 0 0,-1 0 0,0 0 0,0 0 1,-1 0-1,-1 0 0,-6 12 0,-1-3 69,-1-1 0,-1 0 0,-1-1 0,0-1 0,-1 0 0,-28 22 0,0-3 389,-72 41 0,59-43 7,-2-2 0,-102 38 0,120-56-274,0-1 0,-1-2 0,-1-1 0,1-3 0,-52 2 0,55-7-100,8 1 1,0-1 0,-54-7 1,77 5-163,0 0 1,0-1-1,0 1 1,0-2-1,0 1 1,1-1 0,-1 0-1,1 0 1,-1-1-1,1 1 1,0-1-1,1-1 1,-1 1-1,1-1 1,0 0-1,-9-12 1,11 12-243,1 0 1,0 0-1,0-1 1,0 1-1,1-1 1,-1 0-1,1 0 1,1 1-1,-1-1 1,1 0-1,0 0 1,0 0-1,2-7 1,-1 7-403,0 0 1,0 0 0,1-1 0,0 1 0,0 0-1,0 1 1,4-7 0,25-25-5605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50.13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16 0 1736,'0'0'5995,"-2"4"-5915,-1 3 19,1 0 1,0 1-1,0-1 0,1 0 0,-1 1 1,2 0-1,-1 8 0,3 65 872,-1-31-689,-1-32-177,0 37 399,8 67 0,-5-105-448,0 0 1,1 0 0,0 0 0,2 0 0,0 0-1,1-1 1,18 30 0,-23-41-91,1-1-1,0 0 1,0-1-1,0 1 1,1-1-1,0 1 1,-1-1-1,1 0 1,7 4-1,-10-6-70,1-1 0,-1 1-1,0-1 1,1 1-1,-1-1 1,1 1-1,-1-1 1,1 0-1,0 0 1,-1 1-1,1-1 1,-1 0 0,1-1-1,-1 1 1,1 0-1,-1 0 1,1-1-1,-1 1 1,1-1-1,-1 1 1,1-1-1,-1 0 1,0 1 0,1-1-1,-1 0 1,0 0-1,1 0 1,-1 0-1,0 0 1,0 0-1,0 0 1,0 0-1,1-3 1,16-25-2773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50.47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7 5 3809,'0'0'8130,"-6"-4"-8627,18 4-1511,5 0-2433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52.36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39 153 280,'0'0'4045,"-1"42"-3866,-3 134-2,3-122-52,0-32 38,1 0 0,3 22-1,-2-36-119,1-1-1,0 1 1,0-1-1,1 1 1,-1-1-1,2 0 1,-1 0-1,1 0 1,0 0-1,0-1 1,1 0-1,0 0 0,0 0 1,0 0-1,1-1 1,0 0-1,0 0 1,8 5-1,-6-5-45,-1-1 0,1 0 0,0 0 0,0-1 0,0 0 0,0 0 0,1-1 0,-1 0 0,1-1 0,0 0 0,-1 0 1,1-1-1,0 0 0,-1 0 0,1-1 0,8-1 0,-13 0 3,0 1 0,-1-1 0,1 1-1,-1-1 1,1 0 0,-1 0 0,0-1 0,0 1 0,0-1 0,0 1 0,0-1 0,-1 0 0,1 0 0,-1 0 0,1 0 0,-1-1 0,2-5 0,3-5 34,-1-1 0,8-28 0,-5 4 33,-3-1 0,-1 0 1,-1 0-1,-3-1 0,-1 1 0,-7-47 1,5 75 42,0 0 0,-1 0 0,-1 0 0,0 1 1,0-1-1,-1 1 0,0 0 0,-1 1 0,-1-1 1,1 1-1,-2 0 0,1 1 0,-11-10 0,13 13 48,0 1 0,-1 0 0,0 0-1,0 0 1,0 1 0,-1 0 0,1 0-1,-1 0 1,0 1 0,0 0 0,0 1-1,-1 0 1,1 0 0,-1 0 0,1 1-1,-1 0 1,1 0 0,-1 1 0,0 0-1,1 0 1,-16 3 0,19-1-153,0 0 0,0 0 1,0 0-1,0 0 0,0 1 0,1-1 1,-1 1-1,1 0 0,0 0 1,0 0-1,0 0 0,0 1 0,0-1 1,1 1-1,-4 5 0,0 3-8,0 0 0,0 1 0,-7 22 0,3 4 1,2 0 1,2 1-1,1 0 1,2 0-1,1 0 1,8 70-1,-5-101-72,1 1 0,0-1 0,0 0 1,1 0-1,0 0 0,1-1 0,0 1 0,0-1 0,1 0 0,0 0 0,0 0 0,1-1 1,0 0-1,1 0 0,-1 0 0,1-1 0,0 0 0,1 0 0,0-1 0,0 0 0,0 0 1,0-1-1,1 0 0,-1 0 0,1-1 0,0 0 0,0-1 0,0 0 0,1 0 0,-1-1 1,16 0-1,-15 0-186,1-2 0,-1 1 1,1-1-1,15-4 0,-23 4 181,1 0 0,-1-1 0,1 0 1,-1 1-1,1-1 0,-1-1 0,0 1 0,0 0 0,0-1 0,-1 1 0,1-1 0,0 0 0,-1 0 0,0 0 0,2-3 0,6-12-305,-1 1-1,0-1 1,-2 0 0,0-1-1,-1 0 1,-1 0 0,3-27 0,-2-4 134,1-84 0,-7 100 1958,0 31-257,0 21-1063,-2 48-326,0-29 157,2 0 0,7 53 0,-6-82-188,0-1-1,1 1 1,1-1-1,-1 0 1,1 0 0,0 0-1,1 0 1,0 0 0,0-1-1,0 1 1,1-1 0,-1 0-1,2-1 1,-1 1-1,1-1 1,-1 0 0,1 0-1,1-1 1,-1 0 0,1 0-1,-1 0 1,1-1 0,0 0-1,1 0 1,-1-1-1,0 0 1,1 0 0,-1-1-1,1 0 1,0 0 0,-1-1-1,1 0 1,-1 0 0,1 0-1,11-3 1,-13 1-19,0 0 0,0-1-1,-1 0 1,1 1 0,-1-2 0,1 1 0,-1-1 0,0 1 0,0-1-1,-1-1 1,1 1 0,-1-1 0,0 0 0,0 0 0,0 0 0,-1 0 0,3-6-1,8-14 84,-1 0 0,12-38-1,-26 69-38,0-1 0,1 1 0,-1-1-1,1 0 1,0 1 0,1-1 0,-1 1-1,1-1 1,0 0 0,0 1 0,1-1-1,3 9 1,0-1-64,0-1 0,1 1 0,1-1 0,12 17-1,-14-23 34,0 0-1,0 0 0,1 0 0,0 0 0,1-1 0,-1 0 0,1-1 1,0 1-1,0-1 0,0-1 0,1 1 0,10 3 0,-5-4 17,0 0 0,0-1-1,0 0 1,0-1 0,0 0 0,26-2-1,-33 0-17,0 0-1,1-1 1,-1 0-1,0 0 1,0 0 0,0-1-1,-1 1 1,1-1-1,-1-1 1,1 1-1,-1-1 1,0 0-1,0 0 1,-1-1 0,1 1-1,-1-1 1,0 0-1,0 0 1,-1 0-1,1-1 1,4-10-1,-1 1 1,-1 1-1,-1-1 0,0-1 0,-1 1 0,0-1 0,-1 0 1,1-25-1,-3 21-19,-1-68 45,0 80-40,-1-1-1,0 1 1,-1 0 0,0 0-1,-1 0 1,1 0-1,-2 0 1,-4-9 0,0 5 18,0 1 1,0 0-1,-2 0 1,1 1-1,-1 0 1,-1 1-1,0 0 1,0 1-1,-1 0 1,0 0-1,0 2 0,0-1 1,-19-5-1,11 4 4,-1 2-1,1 1 1,-1 0-1,0 2 1,0 0-1,-1 1 1,1 2-1,-25 1 1,40 0-42,1 0 0,0 0-1,-1 0 1,1 0 0,0 1 0,0 0 0,0 0 0,0 1-1,0-1 1,0 1 0,1 0 0,-1 0 0,1 1 0,0-1-1,0 1 1,0 0 0,0 0 0,1 1 0,-1-1 0,1 1-1,0-1 1,1 1 0,-1 0 0,1 0 0,0 0 0,-2 10-1,-1 2-314,1 1 0,1 0 0,1 0-1,1 0 1,0 0 0,4 34 0,-3-49 244,0-1 1,1 1-1,-1-1 1,1 1 0,0-1-1,-1 1 1,1-1-1,1 1 1,-1-1-1,0 0 1,0 0 0,1 0-1,0 0 1,-1 0-1,1 0 1,0 0-1,0 0 1,0 0 0,0-1-1,0 1 1,0-1-1,0 0 1,1 0-1,-1 1 1,0-1 0,1-1-1,-1 1 1,4 1-1,7 0-462,0 0-1,0-1 0,0 0 1,20-1-1,-14-1-199,-14 1 540,1 0 1,0-1-1,-1 0 0,1 0 1,0-1-1,-1 1 1,0-1-1,1 0 1,-1-1-1,0 1 0,6-5 1,31-13-73,-37 19 312,-1 0 0,1 0-1,0 0 1,0 1-1,-1 0 1,1 0-1,0 0 1,0 1-1,-1-1 1,1 1-1,0 0 1,-1 1-1,1-1 1,-1 1 0,1-1-1,-1 2 1,0-1-1,0 0 1,0 1-1,0 0 1,0-1-1,-1 2 1,6 4-1,7 9 5,-1 0-1,0 2 0,19 29 0,-22-30-11,193 315 1837,-174-274-1095,-3 0-1,-2 2 0,-3 1 1,-2 1-1,17 95 1,-20-48 71,-6 1 1,-1 158-1,-10-250-802,0-14-2,-1-1 1,0 1-1,0-1 0,-1 1 0,1-1 0,-2 8 0,1-11-6,0 0-1,1 1 0,-1-1 1,0 0-1,0 0 0,1 0 1,-1 0-1,0 0 0,0 0 1,0 0-1,0 0 0,0 0 1,0-1-1,-1 1 0,1 0 1,0-1-1,0 1 0,-1 0 1,1-1-1,0 0 0,0 1 1,-1-1-1,1 0 0,0 0 0,-3 0 1,-5 1 55,0-1 0,1 0 1,-1 0-1,0-1 0,1-1 0,-1 1 1,1-1-1,-1-1 0,1 1 0,0-2 1,0 1-1,0-1 0,0 0 1,1 0-1,-1-1 0,-6-6 0,-8-8-32,1-1 0,1 0 0,-28-38 1,37 43-39,0-1 0,1 0 0,0-1 1,2 0-1,0 0 0,1-1 1,0 0-1,-5-26 0,5 6 15,2-1 0,1 1 0,2-46 0,2 40-30,-1 12-1,1 1 0,7-49 0,9 18-19,2 0-1,46-102 1,-49 128 19,-5 12 23,264-711-1621,-271 723 1501,6-18 228,-5 26-375,-1 17-531,14 99 566,5-1 1,58 176 0,-69-251 306,1 0 1,3 0 0,1-1 0,35 58 0,-48-90-105,-1 0 0,1 0-1,0-1 1,-1 1 0,1-1 0,0 1-1,1-1 1,-1 0 0,0 0 0,1-1-1,-1 1 1,1-1 0,-1 1 0,1-1-1,0 0 1,6 1 0,-8-2-32,1 0-1,-1 0 1,0 0 0,1 0 0,-1-1-1,0 1 1,1-1 0,-1 1 0,0-1-1,1 0 1,-1 1 0,0-1 0,0-1-1,0 1 1,0 0 0,0 0 0,0-1-1,0 1 1,0-1 0,-1 0-1,1 1 1,-1-1 0,1 0 0,-1 0-1,0 0 1,1 0 0,-1 0 0,1-3-1,4-12-824,-1 0 1,-1-1-1,0 1 0,2-30 0,-1-9-4284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52.79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 76 672,'0'0'5232,"-2"42"-4168,-3 137-342,5-167-643,0 0 0,1 0 0,1 0 0,0 0 0,0 0 0,6 13 0,-4-16 15,0 0 1,1-1-1,0 0 1,12 15-1,-7-10 2,1 1 1,0 0 0,1-1 0,0 0 0,1-1-1,22 16 1,-25-22-57,-1 0-1,1-1 1,-1 0-1,1 0 1,1-2 0,-1 1-1,0-1 1,1 0-1,0-1 1,14 1-1,-14-2-5,1 0-1,-1-1 1,1-1 0,-1 0-1,17-3 1,-23 2-31,0 1 1,0-1-1,-1 0 1,1 0-1,-1-1 1,1 0 0,-1 1-1,0-1 1,0-1-1,0 1 1,0-1-1,-1 1 1,1-1 0,3-6-1,1-3-25,0 1-1,-1-1 0,-1-1 1,0 1-1,-1-1 0,-1 0 1,0-1-1,0 1 1,1-23-1,-2-6 19,-4-85-1,0 118 56,0 1 0,-1 0 0,0 1-1,-1-1 1,1 0 0,-2 1 0,1-1-1,-2 1 1,1 0 0,-1 0-1,0 1 1,0-1 0,-1 1 0,0 0-1,0 1 1,-1-1 0,0 1 0,-10-6-1,6 3 46,-1 2-1,-1-1 0,1 2 1,-1 0-1,0 0 1,-1 1-1,1 1 0,-1 0 1,0 1-1,0 0 1,-17 0-1,20 2-62,1 1 1,-1 0-1,-19 3 1,27-3-34,0 1 0,-1 0 0,1 1 0,0-1 0,-1 1 0,1-1 0,0 1 0,0 0 0,0 0 0,0 0 0,1 0 0,-1 1 0,0-1 1,-3 6-1,-2 3-40,1 0 0,0 1 0,1-1 0,0 2 0,0-1 1,1 1-1,1-1 0,1 1 0,-5 26 0,4 3-375,1 76 0,3-80 214,0-34 123,-1 0-1,1 0 1,1 0-1,-1 0 1,0-1-1,1 1 1,0 0 0,0 0-1,0 0 1,0-1-1,1 1 1,0-1 0,-1 1-1,1-1 1,0 1-1,1-1 1,-1 0-1,1 0 1,-1 0 0,1 0-1,0-1 1,0 1-1,0-1 1,0 0 0,0 1-1,1-1 1,-1-1-1,1 1 1,-1-1-1,1 1 1,0-1 0,0 0-1,-1 0 1,6 0-1,0 1-332,0-1-1,1-1 0,-1 0 0,0 0 1,1 0-1,-1-1 0,10-3 0,-15 2 99,0 0 1,0 0-1,0 0 0,0-1 0,0 1 0,4-5 1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54.4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1 453 1328,'0'0'3974,"18"23"-3676,61 77-31,-62-77 46,22 42 1,-2-7 411,-26-44-452,0-1 0,0 0 1,26 21-1,-32-31-154,0 1-1,0-1 1,0 0 0,0 0 0,0-1 0,1 0 0,-1 0-1,1 0 1,0 0 0,-1-1 0,1 0 0,0 0-1,0-1 1,0 0 0,7 0 0,-10-1-47,0 0 0,-1 0 0,1 0 1,-1 0-1,1 0 0,-1-1 0,0 1 0,1-1 1,-1 0-1,0 0 0,0 0 0,0 0 0,0 0 1,-1 0-1,1 0 0,0-1 0,-1 1 0,0-1 1,1 1-1,-1-1 0,0 1 0,-1-1 0,1 0 1,1-5-1,3-12 87,-1-1 1,3-26 0,-6 33-94,7-88-49,-7-138-1,-3 110-240,2 81 187,0 48-161,2 1 128,-1 1 1,0-1-1,0 0 0,0 1 0,0-1 1,0 0-1,0 1 0,0 0 0,0-1 1,0 1-1,0 0 0,0-1 0,0 1 1,0 0-1,0 0 0,-1 0 0,1 0 0,0 0 1,1 1-1,13 27 73,-8-14-94,17 35 209,-2 2 1,23 80-1,-26-72 702,41 90 0,-52-130-716,-6-15-86,0-1-1,0 1 0,0 0 0,1 0 0,0-1 1,0 0-1,0 1 0,0-1 0,7 7 0,-10-12-9,0 1 0,0 0 0,0 0 0,0 0-1,0 0 1,0-1 0,-1 1 0,1 0 0,0 0-1,0 0 1,0-1 0,0 1 0,0 0 0,0 0-1,0 0 1,0-1 0,0 1 0,0 0 0,0 0-1,0-1 1,1 1 0,-1 0 0,0 0 0,0 0 0,0 0-1,0-1 1,0 1 0,0 0 0,0 0 0,0 0-1,1 0 1,-1-1 0,0 1 0,0 0 0,0 0-1,0 0 1,1 0 0,-1 0 0,0 0 0,0 0-1,0-1 1,0 1 0,1 0 0,-1 0 0,0 0-1,0 0 1,0 0 0,1 0 0,-1 0 0,0 0-1,0 0 1,0 0 0,1 0 0,-1 0 0,0 0-1,0 0 1,0 0 0,1 0 0,-1 1 0,0-1-1,0 0 1,0 0 0,1 0 0,-1 0 0,0 0-1,0 0 1,0 0 0,1 1 0,-1-7 91,7-88 23,-7-118 1,-2 89-1650,2 12-449,0 111 1963,0-1 1,0 1-1,0 0 0,-1-1 0,1 1 1,0 0-1,0-1 0,0 1 1,0 0-1,0-1 0,0 1 1,0 0-1,0-1 0,0 1 1,0 0-1,0 0 0,1-1 1,-1 1-1,0 0 0,0-1 1,0 1-1,0 0 0,0-1 1,1 1-1,-1 0 0,0 0 1,0-1-1,0 1 0,1 0 0,-1 0 1,0 0-1,0-1 0,1 1 1,-1 0-1,0 0 0,1 0 1,-1 0-1,0-1 0,1 1 1,-1 0-1,0 0 0,0 0 1,1 0-1,-1 0 0,0 0 1,1 0-1,-1 0 0,0 0 1,1 0-1,-1 0 0,0 0 1,1 0-1,-1 0 0,0 0 1,1 1-1,-1-1 0,0 0 0,1 0 1,-1 0-1,0 0 0,0 1 1,1-1-1,-1 0 0,0 0 1,0 0-1,1 1 0,1 1-37,0-1-1,-1 1 0,1 0 0,0 0 0,-1 0 0,1 0 1,-1 0-1,3 4 0,8 33 151,-1 0 0,12 80 0,-17-77 358,3 0 1,19 60-1,-29-102-431,1 1 0,0-1-1,0 0 1,0 1 0,0-1 0,0 0 0,0 1-1,0-1 1,0 0 0,0 1 0,1-1 0,-1 0-1,0 0 1,0 1 0,0-1 0,0 0 0,0 1 0,0-1-1,1 0 1,-1 0 0,0 1 0,0-1 0,0 0-1,1 0 1,-1 0 0,0 1 0,0-1 0,1 0-1,-1 0 1,0 0 0,0 0 0,1 1 0,-1-1 0,0 0-1,1 0 1,-1 0 0,0 0 0,0 0 0,1 0-1,-1 0 1,1 0 0,2-16 430,-2-36-406,-1 46-19,11-156-1141,-11 158 1051,0-3-156,1-16-136,-1 22 314,0 0-1,0 1 1,0-1 0,0 1-1,0-1 1,0 1 0,0-1-1,0 0 1,0 1 0,0-1-1,1 1 1,-1-1 0,0 1-1,0-1 1,1 1 0,-1-1-1,0 1 1,1-1 0,-1 1-1,0-1 1,1 1 0,-1-1-1,1 1 1,-1 0 0,1-1-1,6 23-1356,20 80 1141,-14-52 599,27 75 0,-34-112-228,0 0-1,0-1 1,1 1-1,0-1 1,1-1-1,1 1 1,0-2-1,0 1 1,1-1-1,16 13 0,-22-20-51,1-1-1,0 1 1,-1-1-1,1 1 0,0-2 1,0 1-1,1 0 0,-1-1 1,0 0-1,7 1 0,-8-2-10,-1 0-1,1 0 0,-1 0 0,1 0 0,-1 0 1,1-1-1,-1 0 0,1 0 0,-1 0 0,1 0 1,-1 0-1,0-1 0,0 1 0,0-1 0,0 0 1,5-4-1,1-2 72,-1-2-1,0 1 1,-1-1 0,0-1 0,10-20-1,-5 4-26,14-40-1,-6-8-230,17-116 0,-4 11-230,-30 162 347,-2 14 7,-1 0 0,0 1-1,1-1 1,0 0 0,0 0 0,0 0-1,1 0 1,-1 1 0,1-1 0,0 1-1,0-1 1,5-5 0,-7 9-45,1 0 0,-1 0 0,1 0 0,-1 1 0,0-1 0,1 0 0,-1 0 0,1 1 0,-1-1 0,0 0 0,1 1 1,-1-1-1,0 1 0,1-1 0,-1 0 0,0 1 0,1-1 0,-1 1 0,0-1 0,0 1 0,0-1 0,0 1 0,1-1 0,-1 1 0,0-1 0,0 1 0,0-1 0,0 1 0,0-1 0,0 1 1,0 0-1,4 24 99,-4-22-140,19 140 90,-10-59 470,4-1 1,3 0-1,28 83 1,-42-162-453,1 9 33,2-1 0,0 0-1,0 0 1,1 0 0,1 0-1,14 18 1,-21-29-38,0-1 0,1 1 0,-1-1 0,1 0 1,-1 1-1,1-1 0,-1 0 0,1 1 0,-1-1 0,1 0 0,-1 0 0,1 1 0,0-1 0,-1 0 1,1 0-1,-1 0 0,1 0 0,0 0 0,-1 0 0,1 0 0,-1 0 0,1 0 0,0 0 1,-1 0-1,1 0 0,-1 0 0,1-1 0,-1 1 0,1 0 0,0 0 0,-1-1 0,1 1 0,-1 0 1,1-1-1,-1 1 0,0 0 0,1-1 0,-1 1 0,1-1 0,-1 1 0,0-1 0,1 1 1,-1-1-1,0 1 0,1-1 0,-1 0 0,12-26 288,28-147-210,-28 111-444,5-43-532,4-24-231,-21 130 1120,0-1 0,0 1 0,0 0-1,0 0 1,0 0 0,0 0 0,0-1-1,0 1 1,0 0 0,0 0 0,0 0 0,0 0-1,0-1 1,0 1 0,0 0 0,0 0-1,0 0 1,0 0 0,0-1 0,0 1 0,0 0-1,0 0 1,1 0 0,-1 0 0,0 0-1,0 0 1,0-1 0,0 1 0,0 0-1,0 0 1,1 0 0,-1 0 0,0 0 0,0 0-1,0 0 1,0 0 0,0 0 0,1 0-1,-1 0 1,0 0 0,0 0 0,0 0-1,0 0 1,1 0 0,-1 0 0,0 0 0,0 0-1,0 0 1,0 0 0,1 0 0,-1 0-1,0 0 1,0 0 0,0 0 0,7 11-27,4 19-19,11 58 190,23 70 581,-39-139-644,1-1 1,1-1-1,1 1 1,1-1 0,0-1-1,14 17 1,-21-29-64,1 0 0,-1-1 0,1 1 0,0-1 0,0 0 0,1 0 0,-1-1 0,0 1 0,1-1 0,0 0 0,-1 0 0,10 2 0,-11-4 24,0 1 0,0-1 0,0 1-1,0-1 1,0 0 0,0 0-1,0 0 1,-1-1 0,1 1-1,0-1 1,0 0 0,0 0-1,0 0 1,0 0 0,-1 0-1,1 0 1,-1-1 0,1 1-1,-1-1 1,1 0 0,-1 0 0,4-4-1,3-5 56,0-1 0,-1 0 1,0-1-1,-1 0 0,-1 0 0,5-15 0,26-87-293,-36 111 179,12-47-1047,11-95 1,-19 114 428,-5 32 633,0 0 1,0-1-1,0 1 1,0 0-1,1 0 0,-1 0 1,0 0-1,0 0 1,0 0-1,1 0 0,-1 0 1,0 0-1,0 0 1,0 0-1,1 0 0,-1 0 1,0 0-1,0 0 1,0 0-1,0 0 0,1 0 1,-1 0-1,0 0 0,0 1 1,0-1-1,1 0 1,-1 0-1,0 0 0,0 0 1,0 0-1,0 0 1,0 0-1,1 1 0,-1-1 1,0 0-1,0 0 1,0 0-1,0 0 0,0 1 1,0-1-1,0 0 1,0 0-1,0 0 0,0 1 1,0-1-1,31 54 417,-22-37-161,1 1-1,0-2 1,1 1-1,1-1 1,19 19-1,-24-27-196,1-1 1,0 0-1,0-1 0,1 0 1,-1 0-1,1-1 0,1 0 0,-1 0 1,1-1-1,-1-1 0,1 1 1,0-2-1,0 1 0,1-1 0,-1-1 1,19 1-1,-27-3-43,0 1 1,0 0-1,0-1 1,0 0-1,0 1 0,0-1 1,-1 0-1,1 0 0,0 0 1,0 0-1,-1 0 0,1-1 1,-1 1-1,1-1 1,-1 1-1,1-1 0,-1 1 1,0-1-1,0 1 0,0-1 1,0 0-1,0 0 0,0 0 1,1-3-1,2-6 21,-1 0 1,-1 1-1,2-17 0,-3 19-22,4-43-321,-3-73 0,-2 85 2,0 24 145,0 0 1,-2 0-1,0 0 1,0 1-1,-6-19 1,7 30 158,0-1 0,0 1-1,0 0 1,0 0 0,-1 0 0,0 0 0,1 0 0,-1 0-1,0 0 1,0 1 0,0-1 0,-1 1 0,1-1 0,-1 1-1,1 0 1,-1 0 0,0 0 0,0 0 0,0 0 0,0 1-1,0-1 1,0 1 0,0 0 0,-1 0 0,1 0 0,0 1-1,-1-1 1,-4 0 0,6 2 17,0-1 0,0 0 0,0 1-1,0 0 1,1-1 0,-1 1 0,0 0 0,0 0 0,0 0-1,1 0 1,-1 0 0,0 0 0,1 1 0,-1-1 0,1 1-1,0-1 1,-1 1 0,1-1 0,0 1 0,0 0 0,0-1-1,0 1 1,0 0 0,1 0 0,-1 0 0,0 3 0,-3 7-8,1 0-1,-4 25 1,7-34 1,-5 33 114,2 1 1,2-1-1,1 0 0,6 46 0,-3-70-91,0 0 1,1 0-1,0-1 0,0 0 0,2 0 0,-1 0 0,1-1 0,1 1 0,0-1 0,1-1 0,-1 1 1,2-1-1,-1-1 0,1 0 0,1 0 0,-1-1 0,1 0 0,18 9 0,-6-4-13,0-1-1,1-1 0,0-2 0,0 0 0,1-1 0,0-1 0,1-2 1,30 3-1,-27-5-215,0-1-1,-1-1 1,1-2 0,0 0 0,0-2-1,-1-1 1,0-2 0,0 0 0,28-12-1,-24 4-1499,34-21 0,15-19-5434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55.93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31 1035 3321,'0'0'3182,"-3"33"-2454,-5 108-372,8-136-342,0-1 0,0 0 1,0 1-1,1-1 0,0 0 0,0 0 0,0 1 1,0-1-1,1 0 0,-1 0 0,1 0 1,0-1-1,0 1 0,3 3 0,-2-4 0,0 0 0,0 0 0,1-1 0,-1 0 0,0 1 0,1-1 0,0-1 0,-1 1 0,5 1 0,1 1 20,5 1 6,-1 0 1,1-1-1,1-1 0,-1 0 1,0-1-1,1 0 1,-1-2-1,1 1 1,0-2-1,-1 0 0,1 0 1,-1-2-1,0 0 1,0 0-1,0-1 1,0-1-1,0 0 1,-1-1-1,0-1 0,0 0 1,-1-1-1,0 0 1,0-1-1,14-13 1,-11 7-55,-1-1 0,-1 0 0,0-1 0,-2 0 0,0 0 1,0-2-1,-2 1 0,0-1 0,-2-1 0,0 1 0,-1-1 1,-1 0-1,0-1 0,-2 1 0,2-38 0,-4 34 26,0 2 163,-3-46-1,1 61-83,0 1 0,0 0 0,-1-1 0,1 1 0,-2 0-1,1 0 1,0 1 0,-1-1 0,0 0 0,-1 1-1,-6-9 1,2 6 95,1 1 0,-2-1 0,1 2 1,-1-1-1,0 1 0,-1 1 0,1-1 0,-1 2 0,0-1 0,0 1 0,-1 1 0,-16-4 0,-4 1 54,-1 2 0,1 1 1,-36 2-1,59 1-232,0 0 1,0 1 0,0 0 0,0 1 0,0-1 0,1 2 0,-1-1 0,1 1 0,-1 0 0,1 0 0,0 1 0,0 0-1,-11 9 1,8-4-9,0 0-1,1 1 1,0 0-1,1 0 0,0 1 1,1 0-1,-10 19 1,7-11-54,1 0 0,1 1 0,1 0 1,0 1-1,2 0 0,0 0 0,1 0 1,2 1-1,-1 38 0,3-39-125,-1-10-16,1 1 0,1 0 1,2 12-1,-2-20 118,0 0 0,0-1 0,0 1 0,0 0 0,1-1 0,0 1 0,0-1 0,0 0 0,0 1 0,0-1 0,1 0 0,-1 0 0,5 3 0,-1-1-82,1 0-1,0-1 1,0 0 0,1 0 0,-1 0 0,1-1-1,0 0 1,0 0 0,0-1 0,0 0 0,1-1-1,-1 0 1,0 0 0,1-1 0,-1 0 0,0 0-1,1-1 1,-1 0 0,0 0 0,1-1 0,-1 0 0,0-1-1,0 1 1,-1-2 0,1 1 0,-1-1 0,1 0-1,-1-1 1,12-9 0,-3-4-167,0 0-1,-1-1 1,-1-1 0,0 0 0,-2-1-1,0-1 1,-2 0 0,13-36 0,-2-8 95,21-121 1,-28 78 1686,-5 0-1,-7-136 1,-2 154 343,0 76-1418,0 0 0,-1 0 1,-1 0-1,-6-28 1,2 84 363,4 208-798,3-136 58,5 82 31,-2-160 4,1 1-1,2 0 0,14 45 1,-8-44 19,0-1 0,3 0 0,1-1 0,1-1 1,23 32-1,-33-54-56,0-1 0,1-1 0,0 0 0,1 0 0,0-1 0,0 0 0,1 0 0,0-1 0,1-1 0,0 0 0,0 0 0,0-1 0,1-1 0,-1 0 0,1-1 0,1 0 0,18 2 0,-18-4-57,-1-1 0,0-1 1,1 0-1,-1-1 0,1 0 0,-1-1 1,0-1-1,18-5 0,-21 4-40,0 0 0,0-1 0,-1 0 0,0-1 0,0 0 0,0 0-1,0-1 1,-1 0 0,0 0 0,10-14 0,-6 7-140,-1-1 0,0-1 0,-2 0 0,0 0 0,0-1 0,-2 0 0,0-1 0,6-21 0,-6 9 43,-2-1 0,-1 0 1,-1 0-1,-1-34 1,-1 35 225,0 13 10,0-1-1,-2 1 0,-2-17 1,3 31 41,0 1 1,0 0 0,-1-1 0,1 1-1,-1 0 1,1-1 0,-1 1-1,0 0 1,0 0 0,0 0-1,0 0 1,-1 0 0,1 0 0,0 0-1,-1 0 1,0 0 0,1 0-1,-1 1 1,0-1 0,0 1-1,0-1 1,0 1 0,0 0-1,0 0 1,0 0 0,0 0 0,-5-1-1,5 2-21,0-1-1,0 1 0,0 0 0,0 0 1,0 1-1,0-1 0,0 0 1,0 1-1,1-1 0,-1 1 0,0 0 1,0-1-1,0 1 0,0 0 1,1 0-1,-1 0 0,0 0 0,1 1 1,-1-1-1,1 0 0,-1 1 1,1-1-1,0 1 0,0-1 1,-1 1-1,1 0 0,-1 3 0,-3 3-38,2 1 0,-1 0 0,1 0 0,-3 12-1,6-20-19,-6 31-3,1 1 0,2 0 0,1-1 0,1 1 0,7 58 0,-5-84-12,0 1 0,1-1 0,0 1 0,0-1 0,0 0 0,1 0 0,0 0 0,1 0 0,-1-1 0,1 1 0,1-1 0,-1 0 0,1 0 0,0 0 0,0-1 0,1 0 0,0 0 0,0 0 0,0-1 0,0 0 0,0 0 0,1 0 1,0-1-1,11 4 0,5 1-65,1-2 1,-1-1 0,1 0 0,0-2 0,0-1 0,48-1-1,-30-3-445,0-2-1,0-1 0,0-3 1,-1-1-1,68-25 0,20-21-4043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2:59.792"/>
    </inkml:context>
    <inkml:brush xml:id="br0">
      <inkml:brushProperty name="width" value="0.1" units="cm"/>
      <inkml:brushProperty name="height" value="0.1" units="cm"/>
    </inkml:brush>
  </inkml:definitions>
  <inkml:trace contextRef="#ctx0" brushRef="#br0">0 1418 6161,'0'0'6032,"42"-35"-5184,-4 3-689,19-14-20,-2-3 1,-3-1-1,47-60 1,-65 68-105,-3-2 0,-1-1 0,-2-1 1,23-53-1,-38 68 5,-1-1-1,-1 0 1,-2-1 0,-1 0 0,-2 0 0,-1 0 0,1-57-1,-6 56-321,0 74-933,0 1 869,1 326-160,-3 431 1016,-9-420-803,46-1093-2430,-31 649 2466,-3 41 229,1 0 1,1 0-1,1 1 0,12-43 1,-15 65 23,0 0-1,0 1 1,0-1-1,0 1 1,0 0-1,0-1 1,0 1 0,0 0-1,0 0 1,1-1-1,-1 1 1,1 0 0,-1 0-1,1 0 1,-1 1-1,1-1 1,-1 0-1,1 1 1,0-1 0,-1 1-1,1-1 1,2 1-1,44-2-183,-32 2 125,108 2-370,160-5 1428,-268 2-860,0-1-1,-1-1 0,1 0 1,-1-1-1,0-1 0,0 0 1,0-1-1,22-13 0,-16 7-17,-1-2 0,0 0-1,-1-1 1,-1-1-1,20-22 1,-14 10-78,-1-1 1,-1-2-1,-2 0 1,-1-1-1,-1 0 1,-2-2-1,16-46 1,-22 46-19,-1 1 1,-1-1 0,-2-1-1,-2 1 1,-1-1 0,-2 0-1,-1 0 1,-6-47-1,2 66-5,0 1-1,-1-1 1,0 1-1,-1 0 0,-1 1 1,0-1-1,-1 1 0,-1 1 1,0-1-1,-1 1 0,-18-18 1,17 20-16,0 0 1,-1 0-1,0 1 1,-1 0-1,0 2 1,-1-1-1,1 1 1,-2 1 0,1 1-1,-1 0 1,-26-7-1,29 11-42,0 0 1,-1 0-1,-15 1 0,25 1 25,-1 0-1,0 1 0,1-1 0,-1 1 1,0 0-1,1 0 0,-1 0 0,1 0 1,0 0-1,-1 1 0,1 0 0,0-1 1,0 1-1,0 0 0,-5 5 0,1 1-19,1 0 0,1 0 0,-1 0-1,2 1 1,-1 0 0,1 0 0,0 0-1,-4 18 1,0 5-29,-5 47 1,1 65 25,9 166-1,4-175 155,-1-104-58,0 130 454,22 182-1,-21-335-471,-1-8-28,0 1 1,-1-1-1,1 1 0,0-1 0,0 1 1,0-1-1,0 0 0,0 1 0,0-1 0,0 1 1,0-1-1,0 0 0,0 1 0,0-1 1,0 1-1,0-1 0,1 1 0,-1-1 1,0 0-1,0 1 0,0-1 0,1 0 1,-1 1-1,0-1 0,0 0 0,1 1 0,-1-1 1,0 0-1,1 1 0,-1-1 0,0 0 1,1 0-1,-1 1 0,0-1 0,1 0 1,-1 0-1,1 0 0,-1 0 0,0-32 1123,1 20-1163,1-1 0,0 1 0,0 0 0,2 0 0,-1 0 0,1 0 0,1 0 0,0 1 0,1 0 0,12-19 0,6-4-781,54-59-1,-65 79 566,1 0 0,0 2 1,1-1-1,0 2 0,20-12 0,-31 21 186,-1 1 0,1 0 0,-1 0 0,1 0 0,0 0 0,0 0 0,-1 1 0,1 0 0,0 0 0,0 0 0,0 0-1,0 0 1,-1 1 0,1 0 0,0-1 0,-1 1 0,1 1 0,0-1 0,-1 1 0,1-1 0,-1 1 0,0 0 0,0 0 0,0 0 0,0 1 0,0-1 0,3 4-1,64 88 105,10 11 213,-69-93-180,0 0-1,1-1 0,0 0 1,1-1-1,0 0 0,15 7 0,-21-14-9,0 0 0,0 0 0,1-1 0,-1 0-1,1 0 1,-1-1 0,1 0 0,-1 0 0,15-1-1,-20 0-21,1-1-1,0 0 0,-1 0 0,1 0 1,-1 0-1,0 0 0,1 0 0,-1-1 0,0 1 1,1-1-1,-1 0 0,0 1 0,0-1 1,-1 0-1,1 0 0,0 0 0,0-1 0,-1 1 1,0 0-1,1 0 0,-1-1 0,0 1 1,0-1-1,0 1 0,0-4 0,5-12 29,-1 0-1,4-25 0,-8 40-72,6-126 255,-7 131-111,-1 24-311,0-16 147,1 0 0,0 1 0,1-1 0,0 0 0,3 12 0,-3-18 33,1-1 0,-1 0 0,0 0 0,1 1 0,0-1 0,0 0 0,0-1-1,0 1 1,0 0 0,1-1 0,-1 1 0,1-1 0,0 0 0,-1 1-1,1-1 1,0-1 0,0 1 0,0 0 0,5 1 0,-2-1 18,0 1 1,1-1-1,-1-1 1,0 1-1,1-1 1,-1 0 0,1-1-1,-1 1 1,1-1-1,0-1 1,-1 1-1,1-1 1,-1 0-1,0-1 1,1 1-1,-1-1 1,0-1-1,0 1 1,0-1 0,0 0-1,0 0 1,-1-1-1,1 0 1,-1 0-1,0 0 1,0 0-1,-1-1 1,1 0-1,-1 0 1,7-10-1,-2 1-16,0-1 0,-1 0 0,-1-1 0,0 0-1,-1 0 1,-1 0 0,-1-1 0,4-19-1,-4 1-9,-1-1-1,-3-66 0,-1 92 0,-1 1 0,0-1-1,0 0 1,-1 1 0,0 0 0,0 0 0,-1 0 0,0 0 0,-1 0 0,0 1-1,0 0 1,-1 0 0,0 0 0,-1 1 0,1-1 0,-13-8 0,13 11-14,0 0 0,0 0 0,-1 1 0,0 0 0,0 0 0,0 0 0,0 1 0,-1 0 0,1 1 0,-1 0 0,0 0 0,0 0 0,0 1 0,1 0 0,-1 1 0,0 0 0,0 0 0,0 0 0,0 1 0,-15 4 0,20-4-11,0 1 0,0 0 1,0-1-1,0 1 0,0 0 1,0 1-1,1-1 0,-1 0 1,1 1-1,-1 0 0,1-1 1,0 1-1,0 0 0,0 0 1,1 0-1,-1 0 0,1 0 1,-2 6-1,-2 5-28,1 0-1,1 0 0,-2 17 1,1 9-142,4 65 1,1-50 43,-1-45 111,0 0 0,1 1 0,0-1 0,1 0-1,0 1 1,1-1 0,0 0 0,8 18 0,-9-24 6,0-1-1,1 1 1,-1 0-1,1-1 1,0 1-1,0-1 1,0 0-1,0 0 1,1 0-1,-1 0 1,1 0-1,0-1 1,-1 0 0,1 0-1,0 0 1,1 0-1,-1 0 1,0-1-1,0 0 1,1 0-1,-1 0 1,8 0-1,-8 0-40,0-1 0,0 0 0,0 0-1,0 0 1,0 0 0,-1-1 0,1 1 0,0-1-1,0 0 1,0 0 0,-1-1 0,1 1 0,-1-1-1,1 0 1,5-3 0,-4-1 5,1 0 0,-1 0 1,0 0-1,0-1 0,-1 0 0,5-10 0,-6 12 51,12-22-249,-2 0-1,-1 0 0,-1-2 0,-1 1 1,7-35-1,-13 52 246,-2 18-46,5 42-37,-2-3 573,17 63 1,-19-97-298,1 0-1,1 0 0,-1 0 1,2 0-1,0 0 1,0-1-1,1 0 0,0-1 1,18 20-1,-21-26-99,1 0-1,0-1 0,0 1 1,1-1-1,-1 0 1,1 0-1,-1 0 0,1-1 1,0 0-1,0 0 1,0-1-1,0 0 1,0 0-1,0 0 0,0 0 1,1-1-1,7-1 1,-10 1-36,0-1 1,-1 1-1,1-1 1,-1 0 0,1 0-1,-1-1 1,1 1-1,-1-1 1,0 0-1,0 0 1,0 0-1,0 0 1,0 0 0,0-1-1,0 1 1,-1-1-1,1 0 1,-1 1-1,2-5 1,5-5 44,-2-2 0,0 1 0,7-19 0,-8 19-45,11-32-109,-2 0-1,-2-1 1,-2-1-1,10-87 1,-21 132 75,1 1 0,-1 0 0,1 0 0,-1 0 0,1-1-1,0 1 1,-1 0 0,1 0 0,0 0 0,0 0 0,0 0 0,0 0 0,0 1 0,0-1 0,0 0 0,0 0 0,0 1 0,0-1-1,0 0 1,0 1 0,1-1 0,-1 1 0,0 0 0,0-1 0,1 1 0,-1 0 0,0 0 0,1 0 0,-1 0 0,0 0 0,3 0-1,3 0-17,-1 0 0,1 1-1,-1 0 1,1 0 0,0 0 0,6 3-1,-1 2 6,1 0 0,-1 0 1,-1 1-1,1 1 0,15 13 0,54 53-4,-69-63 13,0 0 9,-1 1 0,0 1 0,0 0 1,-1 0-1,-1 1 0,0 0 0,-1 1 1,0-1-1,-2 2 0,1-1 0,-2 1 1,0 0-1,-1 0 0,-1 0 0,2 21 1,-4-27 13,-1 0 56,1 0 0,-1 0 0,-1 0 0,-1 13 0,1-21-50,1 1 0,-1 0 0,0 0 0,-1-1 0,1 1 0,0 0-1,-1-1 1,1 1 0,-1-1 0,0 0 0,0 1 0,0-1-1,0 0 1,0 0 0,0 0 0,0-1 0,-1 1 0,-3 1-1,-2 2 105,-1-2-1,0 1 0,0-1 1,0-1-1,0 1 0,-1-2 0,1 1 1,-10-1-1,-3 0 97,1-1-1,-32-5 1,49 5-266,-1 0 1,1-1-1,0 0 0,0 0 0,-1 0 1,1 0-1,0-1 0,0 1 1,0-1-1,1 0 0,-1 0 1,0-1-1,1 1 0,-1-1 1,1 0-1,0 0 0,0 0 1,0 0-1,0 0 0,1-1 1,-1 1-1,1-1 0,0 0 1,0 0-1,0 0 0,0 0 1,1 0-1,0 0 0,0 0 1,0 0-1,0 0 0,1-1 1,-1-7-1,1 9-80,0-1-1,0 1 1,0-1 0,0 1 0,1-1 0,-1 1-1,1 0 1,0-1 0,0 1 0,0 0-1,1-1 1,1-3 0,-1 5 27,1 0 0,-1 0-1,0 0 1,0 1 0,1-1 0,-1 0 0,1 1 0,-1-1-1,1 1 1,0 0 0,-1 0 0,1 0 0,0 0-1,5 0 1,111-15-631,-82 13 732,49-12 0,-62 9 63,0-1-1,-1 0 0,0-2 0,-1-1 0,38-23 0,-52 28-25,-1 0 1,1-1 0,-1 1-1,0-2 1,0 1-1,-1-1 1,0 0 0,0-1-1,-1 1 1,1-1 0,-2 0-1,1 0 1,-1-1 0,-1 0-1,1 1 1,-1-1-1,3-18 1,-4-51 390,-2 51-196,0 25-234,-1 1 1,1 0-1,0-1 1,-1 1 0,1 0-1,-1 0 1,1-1 0,-1 1-1,0 0 1,1 0 0,-1 0-1,0 0 1,0 0-1,0 0 1,0 0 0,0 0-1,0 0 1,0 0 0,0 1-1,0-1 1,0 0-1,0 1 1,0-1 0,-1 1-1,1-1 1,0 1 0,-1-1-1,1 1 1,0 0 0,0 0-1,-1 0 1,-1 0-1,-2-1-11,-1 1 0,1 0 1,0 0-1,0 0 0,0 1 0,0 0 0,0 0 0,-6 2 0,5 0-27,1 0 1,0 0-1,-1 1 1,2 0-1,-1 0 1,0 1-1,1-1 1,0 1-1,0 0 1,0 0-1,0 0 1,1 1-1,0-1 1,0 1 0,0 0-1,-1 7 1,-5 9-26,2 0 1,1 1 0,-4 27-1,6-23 23,1 0-1,1 0 1,1 0-1,1 0 1,2 0 0,5 30-1,-4-43 29,0 0 0,1 0 0,1-1-1,0 0 1,1 0 0,1 0 0,0-1-1,0 0 1,1 0 0,1-1 0,0 0-1,0-1 1,16 14 0,-17-17 15,1 0 0,0-1 0,0-1 0,1 1 0,-1-1 1,1-1-1,0 0 0,1 0 0,18 3 0,-10-4 43,-1 0-1,1-2 0,0 0 1,34-4-1,-44 3-52,-1-2 1,1 1-1,0-1 0,-1-1 0,0 0 1,1 0-1,-1 0 0,0-1 0,-1 0 1,1-1-1,-1 0 0,13-10 0,-11 6-25,0 0 0,-1 0 0,0-1 0,-1-1 0,0 1 0,0-1 0,-1 0 0,5-13 0,-1-4-92,-1-1 1,-1 1-1,-1-1 1,-2 0-1,-1-1 1,0-55-1,-4-13 10,-8 137-909,-1 0 837,6 6 257,1 0 0,9 85 0,-5-121-28,0 0 0,1-1 0,0 1 0,1-1 0,-1 1 0,2-1 0,-1-1 0,1 1 0,0 0 0,1-1 0,6 7 0,-7-9-7,-1 0 1,1 0-1,1-1 1,-1 0-1,1 0 0,0 0 1,0 0-1,0-1 1,0 0-1,0 0 1,1-1-1,-1 0 0,1 0 1,0 0-1,9 0 1,-14-2-35,6 1 99,0-1 0,1 0 1,-1 0-1,17-3 0,-22 2-82,0 0-1,0-1 1,1 1-1,-1-1 0,0 1 1,0-1-1,-1 0 1,1 0-1,0 0 1,-1-1-1,1 1 1,-1-1-1,0 1 0,0-1 1,3-4-1,5-10-54,0 0-1,-2-1 1,0 0-1,-1-1 1,0 0 0,-2 0-1,0 0 1,3-31-1,-2-13-1282,-3-76 0,-3 109 719,0 54 254,-2 2 368,2 0-1,1 0 1,2 0 0,0 0-1,1 0 1,2-1 0,8 26-1,-7-34 177,1-1-1,0 1 0,1-2 1,0 1-1,13 14 0,-19-25-117,1-1-1,0 0 0,0 0 1,0 0-1,1-1 1,-1 1-1,1-1 0,0 0 1,0 0-1,0-1 0,0 1 1,0-1-1,1 0 1,-1-1-1,1 1 0,-1-1 1,1 0-1,0-1 0,-1 1 1,8-1-1,-9-1-40,0 0 0,0 0 0,0-1-1,0 1 1,-1-1 0,1 1 0,0-1 0,-1-1-1,0 1 1,1 0 0,-1-1 0,0 1 0,0-1-1,0 0 1,-1 0 0,1 0 0,-1-1 0,1 1-1,-1 0 1,0-1 0,-1 0 0,4-6 0,3-11 2,0 0 1,8-40-1,-16 61-50,8-45-180,-2 0 0,-2 0 0,-3-72 0,-1 76 136,0 40-109,-6 12-1473,6-9 1566,0-1 0,1 0 0,-1 1-1,1-1 1,-1 1 0,1-1 0,0 0 0,-1 1 0,1-1 0,0 0 0,0 0 0,0 0 0,0 1-1,0-1 1,0 0 0,0 0 0,0-1 0,1 1 0,-1 0 0,0 0 0,0 0 0,1-1 0,-1 1-1,1-1 1,-1 1 0,0-1 0,1 0 0,-1 1 0,1-1 0,-1 0 0,1 0 0,2 0 0,10 1 86,1 0 1,22-3 0,-17 2-165,211 0 61,-229 0 87,-1 0-1,0 1 1,0-1-1,0 0 1,0 1 0,0 0-1,1-1 1,-1 1-1,0 0 1,0-1 0,-1 1-1,1 0 1,0 0-1,0 0 1,0 0 0,0 0-1,-1 0 1,1 0-1,0 0 1,-1 0-1,1 0 1,-1 0 0,1 0-1,-1 0 1,0 1-1,1-1 1,-1 0 0,0 0-1,0 1 1,0 1-1,2 47 898,-2-41-673,0 28 508,1 0 0,13 71 1,-12-97-678,0-1 1,1 0-1,0 0 1,1-1-1,0 1 1,0-1-1,1 0 1,0 0-1,1 0 1,0 0-1,0-1 1,1 0-1,0-1 1,0 1 0,13 8-1,-18-14-48,1 0 0,0 0-1,0 0 1,0-1 0,0 1 0,1-1-1,-1 0 1,0 0 0,0 0 0,1 0-1,-1-1 1,1 1 0,-1-1 0,1 0-1,-1 0 1,0 0 0,1-1 0,-1 1-1,1-1 1,-1 0 0,0 0 0,0 0-1,1 0 1,-1 0 0,0-1 0,0 1-1,0-1 1,0 0 0,0 0 0,-1 0-1,1 0 1,-1-1 0,4-2 0,3-7-1,0 1 1,0-1 0,-1 0 0,-1-1-1,0 0 1,7-17 0,40-118-203,-8 18-423,-45 127 579,1-1 0,-1 1 0,1 0 0,-1 0 0,1-1 0,0 1 1,0 1-1,0-1 0,1 0 0,-1 0 0,0 1 0,1 0 0,0-1 0,4-2 0,-2 3 7,0 1 0,0-1 0,1 1 0,-1 0 0,0 0 0,1 1 0,-1-1 0,10 2 0,-4 0 10,1 0 0,-1 1 0,0 0 0,0 1 0,-1 1 0,1 0 0,-1 0 1,1 1-1,-1 0 0,-1 0 0,1 1 0,-1 1 0,0 0 0,0 0 0,11 13 0,0 0 53,-2 1-1,-1 1 1,0 0-1,-2 1 1,16 32 0,-24-40 47,-1-1-1,-1 1 1,0 0 0,-1 0 0,0 0 0,1 23 0,-3-3 490,-3 63 1,1-94-533,-1 1 1,0 0 0,0-1-1,0 1 1,-1-1 0,1 1-1,-1-1 1,0 0-1,0 0 1,-1 0 0,1 0-1,-1 0 1,0 0 0,0-1-1,0 1 1,0-1 0,-1 0-1,1 0 1,-1 0-1,0 0 1,0-1 0,0 1-1,0-1 1,0 0 0,-1-1-1,1 1 1,-9 2 0,-8 0 93,0 0 0,-1 0 1,1-2-1,-36-1 1,54-1-140,1 0 1,0 1-1,-1-1 1,1-1-1,-1 1 1,1 0-1,-1 0 1,1-1 0,0 0-1,-1 1 1,1-1-1,0 0 1,-1 0-1,1 0 1,0-1-1,0 1 1,0 0-1,0-1 1,0 1-1,0-1 1,0 0-1,1 0 1,-1 1-1,1-1 1,-1 0 0,-1-4-1,1-1-110,0-1 0,0 1 0,1-1-1,0 0 1,0 1 0,1-1 0,1-9 0,-1 12 47,0 0-34,0 0 0,1 0 0,0 0 0,0 0 0,0 1-1,1-1 1,-1 0 0,1 0 0,0 1 0,1-1 0,-1 1 0,6-7-1,3-3-500,0 1-1,20-16 1,-13 12-266,29-27-2019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3T19:23:00.121"/>
    </inkml:context>
    <inkml:brush xml:id="br0">
      <inkml:brushProperty name="width" value="0.1" units="cm"/>
      <inkml:brushProperty name="height" value="0.1" units="cm"/>
    </inkml:brush>
  </inkml:definitions>
  <inkml:trace contextRef="#ctx0" brushRef="#br0">1 0 4017,'0'0'9154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3T19:23:11.343"/>
    </inkml:context>
    <inkml:brush xml:id="br0">
      <inkml:brushProperty name="width" value="0.1" units="cm"/>
      <inkml:brushProperty name="height" value="0.1" units="cm"/>
      <inkml:brushProperty name="ignorePressure" value="1"/>
    </inkml:brush>
  </inkml:definitions>
  <inkml:trace contextRef="#ctx0" brushRef="#br0">12 0,'-6'0,"0"0,18000 0,-18095 0,27 0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3T19:23:35.897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 0,'12289'0,"-12282"0,701 0,-807 0,35 0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03:55.94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0 368,'0'0'488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0:40.94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93 1 808,'0'9'18287,"0"-5"-18317,0 0 1,1 0-1,0 0 0,0-1 1,0 1-1,0 0 1,0 0-1,1-1 0,0 1 1,0-1-1,0 1 1,0-1-1,0 0 0,4 4 1,4 5 35,2-2 1,16 14-1,-8-7-25,329 332 12,-343-341 9,0-1 0,-1 1 0,0 0 0,5 11-1,-7-11 1,1-1-1,0 1 0,1-1 0,0-1 0,8 11 0,-4-9-4,-1-1 0,1 0 1,0-1-1,0 0 0,16 8 0,6 3-12,-30-17-2,-1 1-1,0-1 1,1 0 0,-1 0 0,0 1 0,1-1-1,-1 0 1,1 0 0,-1 0 0,1 0-1,-1 0 1,0 1 0,1-1 0,-1 0-1,1 0 1,-1 0 0,1 0 0,-1 0-1,1-1 1,-1 1 0,0 0 0,1 0-1,-1 0 1,1 0 0,-1 0 0,1-1-1,-1 1 1,0 0 0,1 0 0,-1 0-1,0-1 1,1 1 0,-1 0 0,0-1-1,1 1 1,-1 0 0,0-1 0,0 1-1,1 0 1,-1-1 0,0 1 0,0-1-1,0 1 1,1 0 0,-1-1 0,0 1-1,0-1 1,0 1 0,0-1 0,0 1-1,0-1 1,0 1 0,0-1 0,3-32 207,-3 24-249,5-27 75,-5 35 113,-15 14-129,-58 41-107,-93 90 0,17-13 142,104-92 3,1 1 0,-45 55 0,40-49-50,34-32 10,15-14 3,-8 6 141,7-11 118,3-14-97,-2-471-91,12 165-1,-12 55-165,0 269 101,0-14-994,0 808 912,-1-805 185,0 0 0,-1 0 0,0 0 0,-5-13 0,-3-18-121,1-32-69,-1-84 0,-7-69 17,14 205-267,0-42 0,5 65-567,-1 0 837,0 1 0,0-1 0,0 1 0,0-1 0,0 1 0,0-1 0,0 1 0,0-1 0,0 1 0,0 0 0,0 0 0,-1 0 0,1-1-1,0 1 1,0 0 0,-1 0 0,1 0 0,-1 0 0,1 0 0,-1 0 0,1 0 0,-1 0 0,0 0 0,1 1 0,-1 0 0,8 40 41,-7-29-102,26 267 111,-1-1 39,-15-239 12,-10-38 181,-1-7 307,16-385 103,-8 314-632,-4 26-1,16-70 0,-16 111-121,-1 17-165,0 24-334,-3-26 540,7 372 85,-7-295 9,0-83 69,-3-41 306,2-1 1,7-65-1,0 62-497,1 1 1,19-57-1,-9 35-116,-18 81-161,0-1-1,3 26 0,-1 1 358,-1 227 106,0-267 16,-1-6-17,1 0 0,-1 0 0,1 0 0,0 0 0,1 0 0,-1 0 0,1 1 0,0-1 0,0 0 0,3-8 0,23-48-136,-18 42 103,-6 14-48,11-24 14,-13 27-14,-1 1 0,1 0 1,-1 0-1,1-1 0,0 1 0,0 0 1,-1 0-1,1 0 0,0 0 0,0 0 0,0 0 1,0 0-1,1 0 0,-1 1 0,0-1 1,2-1-1,-2 2-156,22 5-1789,-19-2 1893,1-1 0,0 0 0,0 0 0,0 0 0,0-1 0,1 0 0,-1 0 0,10 1 0,18 4 60,-33-4-14,1 0-1,-1 0 0,1 0 1,-1 0-1,0 0 0,1 0 1,-1 0-1,0 0 1,0-1-1,0 1 0,-1 3 1,1-1-30,-1 2 38,1 0-1,-1-1 0,0 1 0,-1-1 1,1 1-1,-1-1 0,0 0 0,-1 0 1,1 1-1,-1-2 0,0 1 0,-4 5 1,-8 9 162,-28 28 0,10-13 30,-11 18 20,-224 243 154,303-322 362,52-32-1,-15 11-700,70-56-13,35-25-65,-176 129 47,-6 3-1,-131 105-67,95-73 56,34-28 21,18-31 182,14-4-87,2 1 0,1 1 0,1 1-1,33-20 1,-62 45-98,0-1 0,0 1 0,0 0 0,0 0 0,0 0 0,1-1 0,-1 1 0,0 0 0,0 0 0,0 0 0,1 0 0,-1 0 0,0-1 0,0 1 0,0 0 0,1 0 0,-1 0 0,0 0 0,0 0 0,1 0 0,-1 0 0,0 0 0,0 0 0,1 0 0,-1 0 0,0 0 0,0 0 0,1 0 0,-1 0 0,0 0 0,0 0 0,1 0 0,-1 0 0,0 0 0,0 0 0,1 0 0,-1 0-1,0 1 1,0-1 0,0 0 0,1 0 0,-1 0 0,0 0 0,0 1 0,0-1 0,1 0 0,-1 2-41,0 0-1,0-1 1,0 1-1,-1 0 1,1 0-1,0-1 1,-1 1-1,1 0 1,-1-1-1,1 1 1,-1 0-1,0-1 1,0 1-1,0-1 1,0 1-1,-1 1 1,-23 27-1439,15-19 376,-31 40-5405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0:41.7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244 1 744,'0'0'11087,"0"3"-11046,1 17 46,-2 0 0,0-1 0,-1 1 0,-1-1 0,0 1 0,-13 35 0,-66 135 971,45-110-515,4 1-1,-26 96 1,52-132-457,7-44-73,2-1 12,20 0 111,14 1 42,0-2 0,0-1-1,57-12 1,-75 10-341,126-27 683,-117 27-2082,44-1 0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0:42.10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0 125 1488,'0'0'13994,"0"-2"-13619,1 1-359,0-1-1,0 1 1,-1 0 0,1-1 0,0 1-1,0 0 1,0 0 0,1 0 0,-1 0 0,0 0-1,0 0 1,0 0 0,1 0 0,-1 1-1,0-1 1,1 0 0,-1 1 0,1-1 0,-1 1-1,1 0 1,-1-1 0,1 1 0,-1 0-1,3 0 1,7-3 72,80-31 246,-36 13-424,68-16 0,-111 34-367,0 1-1,-1 1 1,21-1 0,-28 2 99,-1 0 1,0 1-1,0-1 1,1 0-1,-1 1 1,0 0 0,0 0-1,0 0 1,0 0-1,0 0 1,0 1-1,0-1 1,0 1 0,-1 0-1,1-1 1,0 1-1,2 3 1,9 18-4704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0:42.44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0 171 4049,'0'0'9154,"101"-95"-8882,-48 79-152,7 0-8,5 4-104,0 0 0,0 4-8,-6 0 0,-5 4-96,-7 4-1048,-11 0-1177,-13 0-2184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0:43.03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84 1032,'0'0'12068,"3"1"-11852,2 1-190,-1 0-1,1-1 0,0 1 1,0-1-1,-1-1 0,1 1 1,0-1-1,0 1 1,0-1-1,9-2 0,13 1 99,2 1 35,177 0 981,211-27-1,10-29-2,-423 56-1302,-4 1 119,1-1-1,-1 0 1,1 0-1,-1 0 1,1 0-1,0 0 1,-1 0-1,1 0 1,-1 0-1,1 0 1,-1 0-1,1 0 1,-1 0 0,1 0-1,-1-1 1,1 1-1,-1 0 1,1 0-1,-1 0 1,1-1-1,-1 1 1,1 0-1,-1-1 1,0 1-1,1 0 1,-1-1 0,1 1-1,-1-1 1,0 1-1,1-1 1,-1 1-1,0 0 1,0-1-1,1 1 1,-1-1-1,0 0 1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5:27.87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37 53,'-32'-45,"27"37,21 31,3413 4875,-3421-4888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5:35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772 143 2913,'0'0'5217,"-7"-12"-4386,-18-5-292,20 15-602,1 0 0,1-1 1,-1 0-1,0 1 1,0-1-1,1-1 1,-4-3-1,-10-1 481,16-12 805,-9 0-830,8 17-359,1 0 0,-1 0 0,1 0 0,-1 0 0,1 0 0,0 0 0,0 0 0,1 0 0,-1 0 0,0-7 716,1 10-726,0 1 0,-1-1 0,1 0 0,0 0 1,-1 0-1,1 0 0,0 0 0,-1 1 1,1-1-1,0 0 0,-1 0 0,1 1 0,0-1 1,0 0-1,0 0 0,-1 1 0,1-1 1,0 0-1,0 1 0,0-1 0,-1 0 0,1 1 1,0-1-1,0 0 0,0 1 0,0-1 1,0 0-1,0 1 0,0-1 0,0 0 0,0 1 1,0-1-1,0 0 0,0 1 0,0-1 1,0 1-1,0 499 2072,0-494-2070,0 1-1,1-1 1,-1 0-1,1 0 1,0 0-1,1 0 0,-1 0 1,1 0-1,0 0 1,5 8-1,-7-13 40,1-1-1,-1 0 0,0 0 1,0 0-1,1 0 0,-1 0 1,0 1-1,0-1 0,0 0 1,1 0-1,-1 0 0,0 1 1,0-1-1,0 0 0,1 0 1,-1 1-1,0-1 1,0 0-1,0 1 0,0-1 1,0 0-1,0 0 0,0 1 1,0-1-1,0 0 0,0 1 1,0-1-1,0 0 0,0 0 1,0 1-1,0-1 0,0 0 1,0 1-1,0-1 0,0 0 1,0 0-1,0 1 0,-1-1 1,1 0-1,0 0 0,0 1 1,0-1-1,0 0 1,-1 0-1,1 0 0,0 1 1,0-1-1,0 0 0,-1 0 1,1 0-1,0 0 0,0 1 1,-1-1-1,1 0 0,0 0 1,-1 0-1,1 0 0,0 0 1,0 0-1,-1 0 0,1 0 1,0 0-1,-1 0 0,1 0 1,-16-1 752,-70-26-796,56 16 49,-1 1 1,-45-7-1,-172-11 530,199 27-438,35 1-65,0 0-1,1-1 0,-1 0 0,1-1 0,-19-6 0,29 8-672,-22-8 1698,17 8-3232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5:35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90 1 9514,'0'0'5178,"-9"34"-4624,-27 114-153,32-126-285,0 0-1,2 0 1,0 0-1,2 0 1,1 23-1,1 8 46,-2 199-940,0-255 458,0 0 1,0 0-1,-1 0 0,1 0 1,-1 0-1,0 0 0,0 0 1,0 0-1,-3-4 0,-1-4-878,-16-34-5028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5:36.08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41 99 11202,'0'0'7495,"-8"0"-7049,1-1-419,-15 0-1,19 0-81,13 0-78,602-61 135,-473 45-748,11 4-1766,-53 10-3462,-51 3-579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5:36.411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1 140 6537,'0'0'6642,"89"0"-5698,-18-4-192,18-8-240,6-4-232,11-4-136,1 4-48,-6 0-96,-6 9-152,-13-1-592,25-4-856,-18 0-889,-12-4-3064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5:36.86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14 88 6761,'0'0'3334,"0"40"-2357,0 132-340,0 205 3593,-12-577-2899,12 164-1423,-1 3 11,6-56 1,-3 77 78,0 1 0,1 0 1,0-1-1,1 1 1,0 1-1,1-1 0,0 1 1,11-18-1,-3 11-20,1 0-1,0 0 0,1 2 1,1 0-1,0 0 1,1 2-1,1 0 0,36-20 1,-39 25-142,1 1 1,-1 0-1,1 2 1,0 0 0,0 0-1,1 2 1,-1 0-1,1 1 1,0 0-1,-1 2 1,1 0-1,17 2 1,-31-1 141,1 0 0,-1 0 0,0 0 1,0 0-1,0 0 0,0 1 0,0 0 0,0-1 1,0 1-1,0 0 0,-1 1 0,1-1 1,-1 0-1,0 1 0,0-1 0,1 1 0,-2 0 1,1 0-1,0 0 0,0 0 0,-1 0 0,0 0 1,0 0-1,0 0 0,0 0 0,0 1 0,0-1 1,-1 0-1,1 5 0,0 6 24,0 0 0,-1 0 0,0 0-1,-1 0 1,-6 26 0,4-28 35,-1 0 0,-1-1 1,0 1-1,-1-1 0,0 0 0,-1-1 1,0 0-1,-1 0 0,0 0 0,0-1 1,-1 0-1,0 0 0,-11 7 0,2-2 140,-1-1 1,0 0-1,-1-2 0,-1 0 0,1-1 0,-30 10 1,34-16 114,0-1 0,1 0 1,-1-1-1,-1-1 0,-22-1 0,38 0-279,0 0 0,-1 0 0,1 0 0,-1 0-1,1 0 1,0-1 0,-1 1 0,1-1 0,0 1-1,0-1 1,-1 1 0,1-1 0,0 0 0,0 1-1,0-1 1,0 0 0,-1 0 0,1 0 0,1 0-1,-1 0 1,0 0 0,0 0 0,0-1 0,0 1-1,1 0 1,-1 0 0,1-1 0,-1 1 0,1 0-1,-1-3 1,-1-4-102,1 0-1,0 0 0,1 0 0,0-11 1,0 10-161,25 9-985,-16 1 1154,-1 0-1,0 1 1,0 0 0,0 1-1,0 0 1,-1 0-1,1 1 1,11 7 0,58 44 45,-49-34 13,28 19 37,51 41 22,-105-79 15,0 0 1,1 0-1,-1 0 1,1 0 0,-1 0-1,1-1 1,-1 0 0,1 1-1,0-1 1,3 1 0,8-3-5508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5:37.65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 0 6137,'0'0'7209,"-1"0"-7205,1 0 0,-1 0 0,1 0 1,-1 0-1,1 0 0,0 1 1,-1-1-1,1 0 0,-1 0 1,1 0-1,-1 0 0,1 1 1,-1-1-1,1 0 0,0 1 1,-1-1-1,1 0 0,-1 0 0,1 1 1,0-1-1,-1 1 0,1-1 1,0 0-1,0 1 0,-1-1 1,1 1-1,0-1 0,0 1 1,0-1-1,-1 0 0,1 1 1,0-1-1,0 2 0,0 348 966,19-350 75,17-2-484,0-2 0,0-1 0,59-17 0,6-2-857,-77 20-909,0 1 0,31 0 0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32.65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126 187 1736,'0'0'4752,"-13"-4"-866,7-6-3361,-1 1 0,-1 0 0,0 0 0,0 1-1,0 0 1,-16-11 0,11 8 237,-3 0-79,16 11-762,-1-1 0,0 1-1,0 0 1,0-1 0,0 1 0,1-1 0,-1 0 0,0 1 0,0-1 0,1 0 0,-1 1 0,1-1 0,-1 0 0,1 0 0,-1 1 0,1-1 0,-1 0 0,1 0 0,-1 0 0,1 0 0,0-1 0,0 65 56,0-67 136,0-4-167,-1 3 6,1 1 0,0-1 1,0 0-1,0 0 0,1 0 0,-1 1 1,1-1-1,1 0 0,-1 1 0,0-1 0,1 1 1,0-1-1,0 1 0,4-6 0,-3 6-5,-1 1-1,1-1 1,-1 1-1,1 0 1,0 0-1,1 0 0,-1 0 1,0 0-1,1 1 1,0-1-1,-1 1 1,1 0-1,0 0 0,0 1 1,0-1-1,0 1 1,0 0-1,1 0 1,-1 0-1,0 0 0,0 1 1,7 0-1,-7-1-132,0 1 0,0 0 0,0 1 0,0-1 0,0 1-1,0 0 1,0 0 0,-1 0 0,1 0 0,5 3 0,-7-3 146,0 1 1,0-1-1,-1 1 1,1 0-1,-1 0 1,1-1-1,-1 1 1,1 0-1,-1 0 1,0 0-1,0 0 0,0 1 1,-1-1-1,1 0 1,0 0-1,-1 1 1,1-1-1,-1 0 1,0 4-1,1-2 18,0 8 1,0-1 1,0 0-1,-2 18 0,1-26 48,-1-1 1,1 0 0,0 1-1,-1-1 1,1 0 0,-1 0-1,0 1 1,0-1-1,0 0 1,0 0 0,0 0-1,-1 0 1,1 0-1,0-1 1,-1 1 0,0 0-1,1-1 1,-1 1 0,0-1-1,0 1 1,0-1-1,0 0 1,-3 2 0,-6 0 253,1 0 1,-1-1 0,1 0 0,-1-1 0,0 0-1,-13-1 1,23 0-281,1 0-1,-1 0 1,0 0-1,1 0 1,-1-1-1,0 1 1,1 0-1,-1 0 0,1-1 1,-1 1-1,0 0 1,1-1-1,-1 1 1,1 0-1,-1-1 1,1 1-1,0-1 1,-1 1-1,1-1 1,-1 1-1,1-1 1,0 1-1,-1-1 1,1 1-1,0-1 1,0 0-1,-1 1 1,1-1-1,0 0 1,0 1-1,0-1 1,0 1-1,0-1 1,0 0-1,0 1 1,0-1-1,0 0 1,0 1-1,0-1 1,0 0-1,0 1 0,1-1 1,-1 1-1,1-2 1,-1 0-27,0-37-370,0 39 241,0 35-1428,0 20 1882,-2-54-210,0 0-1,1-1 1,-1 1-1,0 0 1,0-1-1,0 1 1,0-1-1,0 1 1,0-1 0,0 0-1,0 0 1,0 0-1,0 0 1,0 0-1,0-1 1,0 1-1,0-1 1,0 1 0,-3-2-1,4-1-137,0-1-1,0 0 0,0 0 1,0 0-1,0 0 1,1 0-1,-1 0 1,1 0-1,0 0 1,1-6-1,0 0 22,-1 9 18,0 0 0,0 0 1,1 0-1,-1 1 0,0-1 1,1 0-1,-1 0 1,1 1-1,-1-1 0,1 0 1,-1 0-1,1 1 0,-1-1 1,1 1-1,0-1 0,-1 0 1,1 1-1,0-1 0,0 1 1,-1 0-1,1-1 1,0 1-1,0 0 0,0-1 1,0 1-1,-1 0 0,1 0 1,0 0-1,0 0 0,0 0 1,1 0-1,34-2-569,-22 3 3590,15 3-2504,398 3 2421,309-7-1297,-682-2-1467,74-14 0,9-1-42,-4 4-26,64-2 81,-54 7 495,-6 0 18,195-4-68,-198 10-619,142 5 42,14 29 45,-18 3-2,-6 1 53,136-4-19,-359-29-114,195 9 86,63-8 1659,-301 7-5874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35.34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20 25 2593,'0'0'7993,"-12"0"-5719,4 2-936,9 2-94,9 2-1254,0 0 0,1 0 0,-1-1 1,1 0-1,1-1 0,16 5 0,13 4 16,99 41 31,293 102-40,-401-146 14,55 27 0,-81-35-73,11 9 307,-17-5-34,-15 0-58,-115 20 30,73-16-152,-95 29-1,146-37-31,-56 22 80,0-4 0,-2-2 0,-109 16 0,137-29-88,35-78 1001,1-309-1270,1 377 270,-1 0-1,0 0 0,0 0 0,-1 0 0,1 0 0,-1 0 0,0 1 1,-1-1-1,1 0 0,-4-7 0,4 45-2681,1-9 2671,0 414 381,0-437-133,-3-35 999,4-58-1,1 32-1208,-2-182-1419,0 241 1138,3 12-1733,165 296 1503,-167-306 493,0 0-1,0 1 1,0-1 0,0 0-1,0 0 1,0 0-1,0 0 1,0 0 0,0 0-1,0 0 1,1 0-1,-1-1 1,0 1 0,1 0-1,-1-1 1,0 1-1,1-1 1,-1 1 0,1-1-1,-1 0 1,2 1-1,33-2-257,-22 0 149,33-3 62,0-2 0,59-14 0,-77 13 188,45-4-1,-630 11 370,554 0-572,8 0-698,65-1 508,124-17 1,-154 11 247,75-15-37,-115 22 42,-1 0 0,1 0 0,-1 0 0,1 0 0,-1 0-1,1 0 1,-1-1 0,0 1 0,1 0 0,-1 0 0,1-1 0,-1 1 0,0 0 0,1-1 0,-1 1 0,0 0 0,1-1 0,-1 1-1,0 0 1,0-1 0,1 1 0,-1-1 0,0 1 0,0-1 0,0 1 0,1 0 0,-1-1 0,0 1 0,0-1 0,0 1-1,0-1 1,0 1 0,0-1 0,0 1 0,0-1 0,0 1 0,0-1 0,0 1 0,0-1 0,0 1 0,-1 0 0,1-1-1,0 1 1,0-1 0,0 1 0,-1-1 0,1 1 0,0 0 0,-1-1 0,1 1 0,0 0 0,-1-1 0,1 1 0,0 0 0,-1-1-1,0 1 1,-23-7 12,0 2 0,-1 0 0,0 2 1,0 0-1,-48 3 0,15-1 48,22 1-34,23 0 25,1 1-1,0-2 1,0 0-1,0 0 0,-15-5 1,27 6-55,0 0 1,0 0-1,1 0 1,-1 0-1,0 0 1,0 0-1,0 0 1,0 0-1,0 0 1,0 0-1,1 0 1,-1 0-1,0 0 1,0 0-1,0 0 1,0-1-1,0 1 1,0 0-1,0 0 1,1 0-1,-1 0 1,0 0-1,0 0 1,0 0-1,0-1 1,0 1-1,0 0 1,0 0-1,0 0 1,0 0-1,0 0 1,0 0-1,0-1 1,0 1-1,0 0 1,0 0-1,0 0 1,0 0-1,0 0 1,0-1-1,0 1 1,0 0-1,0 0 1,0 0-1,0 0 1,0 0-1,0 0 1,0-1-1,0 1 1,0 0-1,0 0 1,0 0-1,0 0 1,0 0-1,-1 0 1,1 0-1,0-1 1,0 1-1,0 0 1,0 0-1,0 0 1,0 0-1,0 0 1,-1 0-1,1 0 1,0 0-1,0 0 1,0 0-1,0 0 1,15-5-393,314-46 103,-293 46 306,-34 5 233,-13 0 399,-314-12-461,323-20-1534,3 27 1353,-1 0 1,0 0-1,0 0 0,0 0 0,-1 0 0,1 1 0,-1-1 1,-1 0-1,1 0 0,-1 0 0,1 1 0,-1-1 1,-1 1-1,1 0 0,-1-1 0,1 1 0,-1 0 0,0 0 1,-1 1-1,1-1 0,-1 1 0,1 0 0,-1-1 1,0 2-1,-8-5 0,-70-48 238,81 54-253,59 4-1098,104 17 0,-130-15-142,24 7-3376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38.63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36 3729,'0'0'9044,"0"-6"-8465,0-18-136,0 18 417,0 9-1099,0 269 101,0-154-4469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38.97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88 3753,'0'0'6913,"40"-6"-6162,132-19-27,315-30 737,-418 54-2792,-69 1 1295,0 0 0,0 0 1,0 0-1,0 0 1,0 0-1,1 0 1,-1 0-1,0 0 1,0 0-1,0 0 0,0 0 1,0 0-1,0 0 1,0 0-1,1 0 1,-1 0-1,0 0 0,0 0 1,0 0-1,0 0 1,0 0-1,0 0 1,0 0-1,0 1 1,1-1-72,-1 0 71,0 0 1,0 0-1,0 0 1,0 0-1,0 0 0,0 0 1,0 1-1,0-1 1,0 0-1,0 0 1,0 0-1,0 0 1,0 0-1,0 0 0,0 0 1,0 1-1,0-1 1,0 0-1,0 0 1,0 0-1,0 0 0,0 0 1,0 0-1,0 0 1,0 1-1,0-1 1,0 0-1,0 0 1,0 20-2723,0 8-183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39.306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1 175 3745,'0'0'10674,"332"-96"-10490,-243 73-64,-6 3-72,-6 0-48,-6 8 0,-12 8-88,0 4-1008,-11 0-1153,-25 0-1679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40.02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7 247 2681,'0'0'5246,"1"39"-4653,3 127-51,4-58 140,-4-48 3541,-15-187-3798,5 82-467,0-46-1,5 67 56,1-9-175,6-53-1,-4 76 85,0-1 0,0 1 0,1-1 0,1 1 0,-1 0-1,2 1 1,-1-1 0,13-17 0,-12 19 10,1 0-1,0 0 1,0 1-1,1-1 1,0 2-1,0-1 1,1 1-1,0 0 1,0 1-1,0 0 1,1 0-1,-1 0 1,1 1-1,0 1 1,0 0-1,1 0 1,-1 0-1,1 1 1,-1 1-1,1 0 1,11 0-1,-14 1 17,2-1-79,-1 1-1,1 0 0,-1 1 0,1 0 1,-1 0-1,11 4 0,-17-4 84,1 0 0,-1 1 0,1-1 0,-1 1 0,0 0 0,1-1 0,-1 1 0,0 0 0,0 0 0,0 0 0,-1 1 0,1-1 0,0 0-1,-1 1 1,0-1 0,1 1 0,-1-1 0,0 1 0,0 0 0,-1-1 0,1 1 0,0 4 0,2 7 21,-1 0-1,0-1 1,-2 1-1,1 0 1,-1 0-1,-1-1 1,-1 1 0,0 0-1,-1-1 1,0 1-1,-1-1 1,0 0-1,-11 23 1,7-24 156,1 0 1,-1-1-1,-1 1 0,0-2 1,-1 1-1,0-1 1,0-1-1,-1 0 0,-1 0 1,1-1-1,-1 0 0,-1-1 1,1-1-1,-1 0 0,0 0 1,-1-2-1,1 1 0,-1-2 1,0 0-1,0 0 1,-27 0-1,40-3-44,20 5-1394,-4 3 1320,0 0 0,0 1 0,0 1 0,-2 0 1,19 18-1,26 17 499,-51-40-472,-4-2-11,1-1 1,0 1-1,1 0 1,-1-1-1,0 0 1,1 0-1,6 1 1,-8-2-290,-1-1 1,0 0-1,0 0 0,1 0 0,-1 0 1,0 0-1,0-1 0,0 1 0,1 0 1,-1-1-1,0 0 0,4-1 0,16-15-5217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40.37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10 6057,'0'0'6712,"8"-2"-6789,-3 1 88,31-5-87,-34 6 67,-1 0 0,1 0 0,-1 0 0,1 0 0,-1 0 0,0 1 0,1-1 0,-1 1 0,1-1 0,-1 1 0,0 0 0,1-1 0,-1 1 0,0 0 0,0 0 0,0 0 0,0 0 0,0 0 0,0 0 0,0 0 0,0 0 0,0 0 0,0 1 0,0-1 0,-1 0 0,1 0 0,0 2 0,2 9 37,0 0-1,-2 1 1,1-1 0,-1 0 0,-1 1 0,-2 19 0,1 4 129,1-19 2,-1-1 0,-1 0 0,0 0 0,-2 0 0,1-1 0,-13 31 0,9-28 33,2-6 3,-1 2 1,2-1-1,0 0 1,0 1 0,1 0-1,-1 20 1,4-34-190,0 1 0,0-1 0,1 0 1,-1 1-1,0-1 0,1 1 0,-1-1 0,0 1 1,1-1-1,-1 0 0,0 1 0,1-1 1,-1 0-1,1 1 0,-1-1 0,0 0 0,1 0 1,-1 1-1,1-1 0,-1 0 0,1 0 0,-1 0 1,1 0-1,-1 0 0,1 0 0,-1 0 1,1 1-1,-1-2 0,1 1 0,-1 0 0,1 0 1,0 0-1,2 1 33,61 4 299,92-2 0,-98-4-1490,-18-1-1674,-14-11-2403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1:41.1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0 147 2865,'0'0'10970,"7"1"-10677,36-1-33,1-1 1,-1-2-1,43-9 0,-22 3-47,68-8 244,542-61 834,-653 77-1287,-12 0-7,0 1 0,0-1 0,15-5 0,-23 6-255,-1-1 0,1 0 1,-1 0-1,0 1 0,0-1 0,1 0 0,-1 0 0,0 0 0,0 0 0,0 0 0,0 1 0,0-1 0,0 0 0,0 0 0,0 0 0,-1 0 0,1 1 1,0-1-1,0 0 0,-1 0 0,0-1 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6:11.731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0,'138'83,"7774"4670,-7924-4760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5:50.40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0,'30'0,"-18"0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5:50.877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12 0,'0'0,"-11"0,22 0,13 0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5:51.253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0,'0'0,"12"0,6 0,5 0,-5 0,0 0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5:51.584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0 0,'0'0,"18"0,0 0,-1 0,13 0,0 0,-13 0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5:51.912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0,'0'0,"41"0,-11 0,-1 0,1 0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5:52.270"/>
    </inkml:context>
    <inkml:brush xml:id="br0">
      <inkml:brushProperty name="width" value="0.1" units="cm"/>
      <inkml:brushProperty name="height" value="0.1" units="cm"/>
      <inkml:brushProperty name="color" value="#F6630D"/>
      <inkml:brushProperty name="ignorePressure" value="1"/>
    </inkml:brush>
  </inkml:definitions>
  <inkml:trace contextRef="#ctx0" brushRef="#br0">1 0,'0'0,"6"0,29 0,-5 0,0 0</inkml:trace>
  <inkml:trace contextRef="#ctx0" brushRef="#br0" timeOffset="1">546 0,'0'0,"119"0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6:17.26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570 58 4617,'0'0'5851,"-2"-3"-5119,-1-3-119,0 0 1,0 1-1,1-1 1,-3-11-1,-14 12 2906,7-4-3690,10 19-510,13 29 336,58 68 472,-33-39-72,-3 1 0,39 120 0,-65-167-32,4 39 0,2 10 28,-5-36-37,-6-24-1,0-1 0,1 1 0,0-1 0,1 0 0,0 1 0,0-2 0,1 1 0,9 12 0,-27-19 3139,-54-2-3042,24-1-111,1-1 0,0-2 0,0-3 0,-77-19 0,82 15 4,24 7 34,1 0 0,-1-1 1,0 0-1,1-1 0,0 0 1,0-1-1,0 0 0,1-1 0,-15-11 1,17 11 23,0 1 1,0 1-1,0 0 1,-1 0-1,-13-4 1,22 9-63,-46-14 283,36 12-169,1 0 0,-1-1 0,-18-8 1,20 7-4,0 1 0,-1 0 0,0 0 1,1 1-1,-1 0 0,0 1 0,0 0 1,-12 1-1,21 0 53,3-2-712,0 1 189,1 0-1,-1-1 1,1 1 0,-1 0-1,1 1 1,-1-1 0,1 0-1,0 1 1,-1-1-1,1 1 1,0 0 0,3 0-1,46 2-1962,-31-1 392,39 3-2835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6:22.23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59 16 9282,'0'0'7216,"-7"-3"-6648,-3-1-407,7 3-74,0-1 0,0 1 0,-1 0 0,1 0 0,0 0 0,0 0 0,-1 1 0,1-1 0,0 1 0,-6 0 0,8 18-234,1 413 305,0-293-5662,0-157-1650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6:22.689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26 278 9130,'0'0'8212,"-5"-1"-7825,4 1-374,0-1 0,-1 1 0,1 0 1,0-1-1,0 1 0,-1-1 0,1 0 0,0 1 0,0-1 0,0 0 0,-1 0 0,1 0 0,0 1 1,0-1-1,1 0 0,-2-2 0,3-8 44,16-4-53,11-2 2,1 1-1,54-21 1,69-15 8,296-55-813,-432 104-531,0 0 1,30 0-1,-46 3 1245,1 0-1,-1 0 0,0 0 1,1 0-1,-1 0 1,0 0-1,1 0 1,-1 1-1,0-1 0,0 0 1,1 0-1,-1 0 1,0 0-1,1 0 0,-1 0 1,0 1-1,0-1 1,1 0-1,-1 0 1,0 0-1,0 1 0,0-1 1,1 0-1,-1 0 1,0 1-1,0-1 0,0 0 1,0 0-1,0 1 1,1-1-1,-1 0 1,0 1-1,0-1 0,0 0 1,0 0-1,0 1 1,0-1-1,0 0 0,0 1 1,0-1-1,0 0 1,0 1-1,0-1 1,0 0-1,0 0 0,-1 1 1,1-1-1,0 4-618,0 18-2955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6:23.035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17 163 7354,'0'0'9042,"-5"0"-8886,-7 0-201,30 0-56,44-3 34,9-11 220,132-43 0,-139 35-642,2 3 0,128-19 0,-39 32-4895,-94 2 191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6:23.468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113 0 7730,'0'0'7209,"-7"9"-7069,-3 3-112,0 1-1,1 1 0,1 0 1,1 0-1,0 1 0,0-1 1,-4 17-1,0 12 101,2 0 0,2 1-1,2 0 1,2 0 0,2 46 0,17-89-227,262-1-259,-95 0-5624,-145 0 1341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6:23.827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30 346 6337,'0'0'8626,"-30"-24"-8626,60 16-120,17-4 120,1-4-96,11 1-560,18-9-624,-12 8-937,-18 8-1832</inkml:trace>
  <inkml:trace contextRef="#ctx0" brushRef="#br0" timeOffset="1">24 96 10818,'-6'0'2233,"0"0"-657,6-4-840,0 0-736,0-4-256,36-4 128,23-4 128,0-4-16,0 5-168,1 3-400,-1 8-768,-18 4-1217,-11 0-2216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6:24.604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226 193 8090,'0'0'8356,"-21"0"-7892,-152 0 272,144 2-408,27-1-291,20 0-160,88-7 92,0-5 0,145-33-1,-176 30-5,168-38-11,82-15 591,-317 66-718,0 0 0,1 1 0,-1 0 1,1 0-1,9 2 0,-9-1-1425,0 1 0,1 1 0,15 6 1,6 3-8181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7:58.204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121 3960,'5'-4,"-7"6,-2 0,-116 86,5690-4135,-5632 4092,15-11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09.970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491 0 2681,'0'0'14127,"-9"9"-14242,-125 130 120,-43 77 29,175-213-34,-13 17 8,-1-2 1,-22 21-1,32-35-4,5-4 0,0 1-1,1-1 1,-1 1 0,0-1-1,0 1 1,0-1 0,1 1-1,-1 0 1,0-1 0,1 1-1,-1 0 1,0 0 0,1-1-1,-1 1 1,0 2 0,1-3 13,-35 13 323,27-10-280,-26 16 311,34-18-225,0 0-77,-1-1 0,0 1-1,1 0 1,0 0-1,-1 0 1,1-1-1,-1 1 1,1 0-1,0 0 1,0 0-1,-1 0 1,1 0-1,0-1 1,0 1-1,0 0 1,0 0 0,0 1-1,3 5-68,1 0 0,0 0 0,0 0 0,0 0 0,1-1-1,0 0 1,0 0 0,0 0 0,8 5 0,17 22 2,-11-6 6,-1 1 0,-1 1-1,18 41 1,-31-63-5,0 0-1,1 0 1,-1-1-1,12 12 1,5 7 0,-10-10-1,-1 2 1,-1-1-1,-1 1 0,0 0 0,-1 1 1,5 19-1,-8-24 0,1 0-1,0 0 1,9 12 0,-8-12-4,1 0 0,6 20 0,-13-33 2,0 1 0,0-1 0,0 1 0,0 0 0,0 0 0,1-1 0,-1 1 0,0 0 0,0 0 0,1-1 0,-1 1 0,0 0 0,1-1 0,-1 1 0,1-1-1,-1 1 1,1-1 0,-1 1 0,1 0 0,-1-1 0,1 0 0,0 1 0,-1-1 0,1 1 0,1 0 0,4-1 1444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04.775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1 318 2481,'3'3'15491,"8"-2"-15395,26-2-96,-1-2-1,0-2 1,-1-1 0,52-16-1,139-58 33,-182 63-23,1-1 2,-2 0-13,70-17 1,-81 26 55,-27 7-58,-1 1 0,1-1 0,0 1 0,-1 0 0,1 1 0,6-1 0,-10 1 28,6-13-9,62-64-579,-60 68 478,-6 10-19,-5 9 25,-15 16 43,-39 46 0,-5 6 104,24-22 86,-95 149 532,100-148-491,-44 104 1,62-127 38,0-1-1,-2-1 0,-2-1 1,-27 38-1,38-58-180,7-12-52,0 1 1,0 0-1,0 0 1,0 0-1,0 0 1,0 0-1,0 0 1,0 0-1,0 0 0,0 0 1,0 0-1,0-1 1,0 1-1,0 0 1,0 0-1,0 0 1,-1 0-1,1 0 1,0 0-1,0 0 0,0 0 1,0 0-1,0 0 1,0 0-1,0 0 1,0 0-1,0 0 1,-1 0-1,1 0 1,0 0-1,0 0 0,0 0 1,0 0-1,0 0 1,0 0-1,0 0 1,0 0-1,-1 0 1,1 0-1,0 0 1,0 0-1,-4-15-247,-7-20-1101,0-11-2228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05.8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202 0 6545,'0'0'8766,"0"12"-8642,-3 19 114,-1 1 0,-1-1 0,-2 0 0,-1-1 0,-14 36 0,1 1 96,9-28-192,-66 241 408,64-217-502,3 0-1,-5 97 1,15 80-36,1-231-16,0 0-1,1-1 1,0 1 0,0-1 0,1 1-1,0-1 1,0 1 0,1-1 0,4 9 0,-5-13 1,1 1 0,0-1 0,1 0 0,-1 0 1,1 0-1,-1 0 0,1 0 0,0-1 1,1 1-1,-1-1 0,1 0 0,-1-1 0,1 1 1,0-1-1,8 3 0,3 0 21,0-1 1,0 0-1,0-1 0,0-1 0,0 0 0,1-1 1,-1-1-1,1-1 0,-1 0 0,0-1 0,1-1 1,-1 0-1,0-2 0,-1 1 0,1-2 0,22-11 1,-9-2 17,-2 0 1,-1-2-1,0-1 1,-1-1 0,-2-1-1,0-1 1,-2-1-1,-1-1 1,-1 0-1,-1-2 1,21-44 0,-18 25-12,-2-1 0,-2 0 0,-2-1 0,-2-1 0,-3 0 0,7-92 0,-13-39 8,5-53 10,-8 231-48,4-21-52,-4 24-77,0 1 1,0-1 0,1 0-1,-1 1 1,0-1-1,0 1 1,0-1-1,0 1 1,0-1-1,1 1 1,-1 0 0,0 0-1,0 0 1,1 0-1,-1 0 1,0 0-1,3 0 1,-3 0-81,1 0-1,-1 1 1,1-1 0,-1 0-1,1 1 1,-1-1 0,1 1 0,-1 0-1,1-1 1,-1 1 0,0 0-1,1 0 1,-1 0 0,0 0 0,0 0-1,0 0 1,0 0 0,0 0-1,0 1 1,0-1 0,0 0 0,0 1-1,-1-1 1,1 0 0,0 1-1,-1-1 1,1 4 0,7 26-5934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06.39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6 1 6161,'0'0'7127,"0"22"-7051,0 143 212,-6 195 3750,32-360-3804,14-2-128,-1-2 0,53-12-1,42-4-3035,-81 18-406,-10-1-2102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06.77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41 7882,'0'0'8708,"14"-7"-8441,-2 2-255,-3 0-24,0 1 0,0 0 0,0 1 0,0 0 0,0 1 0,1-1 0,0 2 0,-1-1 0,11 1 0,-3 1-53,-13-1 36,1 1 0,-1 0 0,1 0 0,0 1 0,-1-1 0,6 2 0,-8-1 17,-1-1 0,0 1 0,1 0 0,-1 0 0,0 0 0,1-1 0,-1 1 0,0 0 0,0 1 0,0-1 0,0 0 0,0 0 0,0 0 0,0 1 0,0-1 0,-1 0 0,1 1 0,0-1 0,-1 1 0,1-1 0,-1 1 0,1 1 0,2 13 42,0 0 1,-2 1 0,0-1-1,-1 1 1,0-1 0,-1 1 0,-1-1-1,-1 0 1,0 0 0,-1 0-1,-1 0 1,0 0 0,-1-1-1,-1 0 1,-10 18 0,-1-3 144,7-13 43,1 1 1,-10 25-1,20-43-166,0 1-43,-1-1-1,1 0 1,0 0 0,0 0 0,0 1-1,-1-1 1,1 0 0,0 1-1,0-1 1,0 0 0,0 0 0,0 1-1,0-1 1,0 0 0,0 1 0,-1-1-1,1 0 1,0 1 0,0-1 0,0 0-1,0 1 1,0-1 0,1 0-1,-1 0 1,0 1 0,0-1 0,0 0-1,0 1 1,0-1 0,0 0 0,0 0-1,1 1 1,-1-1 0,0 0 0,0 1-1,0-1 1,1 0 0,-1 0-1,0 0 1,0 1 0,1-1 0,-1 0-1,0 0 1,0 0 0,1 0 0,-1 0-1,0 1 1,1-1 0,-1 0 0,0 0-1,0 0 1,1 0 0,-1 0-1,0 0 1,1 0 0,-1 0 0,0 0-1,1 0 1,236-6 738,-118-8-2019,-80 6-1783,39-12-1,-49 8-5088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8:07.36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64 4849,'0'0'12615,"44"0"-11982,53 0-324,355-2 648,-52-26-761,-60 2-192,-268 22 270,-25 0-5992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3.46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24 100 5201,'0'0'8834,"1"-3"-8197,3-8 208,-1 1 0,0-1 0,3-22-1,-5 2-2343,-2 32 1094,0 1 1,1-1 0,-2 0 0,1 1 0,0-1 0,0 0 0,0 0 0,-1 0 0,1 0 0,0 0 0,-1 0 0,1 0 0,-4 1 0,2 0-720,-15 10-3502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3.891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1 432,'0'0'14539,"0"3"-14243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4.29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2657,'0'0'11770,"24"0"-12186,-18 4-392,0 4-448,0 0-1377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4.65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4489,'0'0'8594,"30"20"-9050,-24-12-505,6-4-511,-6 0-344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5.018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7074,'0'0'7273,"124"24"-8737,-106-24-1641,6-4-4753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5.3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3385,'0'0'8634,"59"12"-8634,-47-8-272,0 4-305,0-8-735,-7 0-1224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5.73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0 6585,'0'0'8586,"60"0"-9754,-37 0-176,-5 0-577,0 0-1111</inkml:trace>
  <inkml:trace contextRef="#ctx0" brushRef="#br0" timeOffset="1">498 258 6705,'0'0'5858,"243"76"-7307,-172-40-223,-17-9-945,-13-7-2888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6.059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0 1 2513,'0'0'9137,"42"27"-9729,-24-27-800,-1 0-576,-5-4-969</inkml:trace>
  <inkml:trace contextRef="#ctx0" brushRef="#br0" timeOffset="1">320 298 3089,'0'12'3280,"6"-4"-511,6 4-593,0 4-479,6-4-329,6 0-208,-7-4-752,1 0-392,0-4-16,-6 0-640,17-4-608,1 0-1513,-6 0-2920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06.4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5217,'0'0'9490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2-24T07:49:34.048"/>
    </inkml:context>
    <inkml:brush xml:id="br0">
      <inkml:brushProperty name="width" value="0.1" units="cm"/>
      <inkml:brushProperty name="height" value="0.1" units="cm"/>
      <inkml:brushProperty name="color" value="#33CCFF"/>
      <inkml:brushProperty name="ignorePressure" value="1"/>
    </inkml:brush>
  </inkml:definitions>
  <inkml:trace contextRef="#ctx0" brushRef="#br0">120 67,'-2'-1,"0"0,-2-2,-77-41,52 28,27 14,12 8,7000 3880,-7045-3906,-17-9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41.69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279 19 3521,'0'0'4262,"-6"-18"3384,17 30-6672,14 11-1642,11 8 680,-1 2 0,56 71 0,44 88 86,-127-181-63,1 0 0,0-1-1,20 18 1,16 18 16,-31-35 676,-11-8-735,1-1-1,-1 0 0,1 1 0,-1 0 0,0 0 0,0 0 0,-1 0 0,5 5 0,-7-8 42,0 1 0,0-1 0,0 0 0,0 0 0,0 0 1,0 0-1,0 0 0,0 0 0,0 1 0,0-1 0,0 0 0,0 0 0,0 0 0,0 0 0,0 0 0,0 0 0,0 1 0,0-1 0,0 0 0,0 0 0,0 0 0,0 0 0,0 0 0,0 0 0,0 1 0,0-1 0,0 0 0,0 0 1,0 0-1,0 0 0,0 0 0,-1 0 0,1 0 0,0 0 0,0 1 0,0-1 0,0 0 0,0 0 0,0 0 0,0 0 0,-1 0 0,1 0 0,0 0 0,0 0 0,0 0 0,0 0 0,0 0 0,0 0 0,-1 0 0,-12 3 362,-19-3-702,27 0 457,-337 21-89,323-18-64,0 0 0,-27 10 0,-19 3-17,58-13 14,0-1 0,0 1 0,1 0 0,-1 1 0,1-1 1,0 1-1,-8 7 0,-14 7-43,27-17 40,0 0 1,1-1-1,-1 1 1,0-1-1,0 1 1,1-1-1,-1 1 1,0-1-1,0 0 1,0 1-1,0-1 0,0 0 1,0 0-1,0 0 1,1 0-1,-1 1 1,0-1-1,0 0 1,-2-1-1,3-22-256,1 19 273,4-25-34,2 0 0,1 1 1,13-31-1,3-12-66,-15 42 50,15-52-41,43-99 0,-51 136-15,-13 34 1,0 1 0,1-1-1,0 1 1,1 0 0,6-12 0,-14 47-954,-9-3 1023,-1 1 1,-29 37-1,-5 9 121,3 11 38,-39 105 0,26-55-95,56-128-37,-1 0 7,0 0 0,1 0 0,0 0 0,0 1-1,0-1 1,0 0 0,0 0 0,1 1-1,-1 5 628,2-21-8,2 3-604,0 0-1,1 0 0,0 0 0,0 0 0,1 0 0,0 1 0,1 0 0,0 0 1,0 0-1,8-7 0,14-20 1,118-182-352,-81 116-54,-62 101-273,-1 7 231,0 21 68,-1 40 261,-1-68 94,-2 39 76,-2-1 0,-2 1 0,-1-1 0,-15 43 0,17-61 12,0-2 23,0 1-1,2 0 1,0 0-1,0 21 1,3-39-33,0-13 73,0 0-1,1-1 1,0 1-1,1 0 1,0-1 0,7-17-1,31-68-260,-7 21-131,3-22-275,-35 96 440,-3 31-275,-5 38 103,3-39 692,-1 39 0,24-66-461,-11 0-58,-2-1-329,-1 1 0,1 0-1,0 0 1,0 1 0,0 0 0,-1 0 0,1 0-1,0 1 1,-1-1 0,11 6 0,8 12-4822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42.726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30 142 9434,'0'0'7302,"-5"-10"-6940,3 5-366,-12-19-17,8 21-128,4 16-194,19 529 3,-13-484 374,1 0-1,4 0 1,23 87 0,-26-124-26,1-1 0,0 0-1,2 0 1,0-1 0,2 0-1,0-1 1,1 0 0,0-1-1,2 0 1,0-1 0,0-1-1,2 0 1,19 14 0,-29-24-1,2-1 0,-1 0 0,0 0 1,1-1-1,-1 0 0,1 0 1,0 0-1,0-1 0,0-1 1,0 1-1,0-1 0,1-1 1,-1 0-1,0 0 0,0 0 0,1-1 1,-1 0-1,0-1 0,0 0 1,0 0-1,0 0 0,-1-1 1,1-1-1,11-6 0,-7 0 33,0 0-1,0-1 1,-1 0-1,-1-1 1,0-1-1,0 1 1,8-18-1,5-11 13,22-55-1,-26 48-82,-3-1 0,-1-1 1,-3 0-1,-2-1 0,3-52 0,-1-261-143,-12 323 180,0 18 2,-1 0 0,-1 1 0,-1-1 0,-8-31 0,8 39-126,1 1 1,1-1 0,0-28-1,1 32-522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44.863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13 38 6945,'0'0'4982,"0"14"-4900,2 104 390,0-12 239,-17 179 0,14-268-754,1-11 184,0-8 581,0-236-1213,1 220 355,0 1 1,1-1-1,1 1 0,1-1 0,1 1 0,0 0 0,1 1 0,1 0 0,0 0 0,1 0 0,11-16 0,-12 23 15,-1 0-1,1 0 0,0 0 1,1 1-1,0 0 1,0 0-1,1 1 1,0 0-1,0 0 1,0 1-1,1 1 0,0-1 1,0 2-1,1-1 1,-1 1-1,1 1 1,0 0-1,16-2 1,-12 3-309,0 1 1,1 0 0,-1 1 0,28 4 0,-41-3 400,-1-1 0,1 1 1,-1 0-1,0-1 1,0 1-1,1 0 0,-1 0 1,0-1-1,0 1 0,0 0 1,0 0-1,0 0 0,0 0 1,0 1-1,0-1 1,0 0-1,-1 0 0,1 1 1,0-1-1,-1 0 0,1 1 1,-1-1-1,0 0 0,1 3 1,1 39-89,-2-31 138,1-2 98,-1-1 0,-1 1 0,0 0 1,0-1-1,0 1 0,-1-1 0,-1 0 1,0 0-1,0 0 0,-1 0 1,0 0-1,0 0 0,-1-1 0,0 0 1,-6 8-1,-10 11 83,-1-1-1,-1 0 1,-1-2 0,-1-1 0,-1-1 0,-57 36-1,82-56-129,-1-1 0,0 0 0,0 0-1,-1 0 1,1-1 0,0 1-1,0 0 1,0-1 0,0 0 0,-1 1-1,1-1 1,0 0 0,0 0 0,-3 0-1,4-1-47,0 1 0,0 0-1,1-1 1,-1 1-1,0-1 1,0 1-1,0-1 1,1 1-1,-1-1 1,0 1-1,1-1 1,-1 0 0,0 1-1,1-1 1,-1 0-1,1 0 1,-1 0-1,1 1 1,0-1-1,-1 0 1,1 0 0,0 0-1,-1 0 1,1 0-1,0 0 1,0 0-1,0 1 1,0-1-1,0 0 1,0 0-1,0-2 1,-1-16-158,1 13 99,0 0 0,0 1 0,0-1 0,0 0 0,1 0 0,2-9 0,-2 13 30,-1 0 0,1 1 0,0-1 0,0 0 0,0 1 0,0-1 0,1 1 0,-1-1 0,0 1 0,0 0 1,1-1-1,-1 1 0,1 0 0,-1 0 0,1 0 0,0 0 0,-1 1 0,1-1 0,0 0 0,0 0 0,0 1 0,-1 0 0,1-1 0,0 1 0,4 0 0,-1-1-58,0 0-1,1 1 1,-1 0 0,0 0 0,1 0-1,-1 1 1,0 0 0,0 0 0,1 0-1,7 3 1,-10-2 41,1 1-1,0-1 1,-1 0-1,0 1 1,0 0-1,0 0 1,0 0-1,0 0 1,0 0-1,-1 1 1,1-1-1,-1 1 1,3 6-1,4 8 150,-1 0 0,0 1 0,-2 0 0,0 0 0,-1 0 0,-1 0 0,-1 1 0,2 26 0,0 15 1063,-5-82-2779,0-9-1410,0-2-2270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45.442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 1 6785,'0'0'5499,"0"14"-5162,8 37 112,-5-41-298,-1 1 0,0-1 0,1 17 0,-3 508 3083,31-535-2869,33-3-186,-1-3 0,83-19-1,62-7 153,-164 31-334,-44-17-2132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24T07:49:52.017"/>
    </inkml:context>
    <inkml:brush xml:id="br0">
      <inkml:brushProperty name="width" value="0.1" units="cm"/>
      <inkml:brushProperty name="height" value="0.1" units="cm"/>
      <inkml:brushProperty name="color" value="#33CCFF"/>
    </inkml:brush>
  </inkml:definitions>
  <inkml:trace contextRef="#ctx0" brushRef="#br0">18 95 1616,'0'0'11950,"-18"0"-7129,122-6-4896,157-29 0,-218 28 50,105-14 33,262-5 0,-381 26 16,-28 0 19,-3 0-255,-52 0-3567,-3 0-3467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CA3E7F-C219-4EA8-8A46-13229DC6D69B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CC7E72-3818-43EE-8521-704BF6206F08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551570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1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28552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2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175552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7471118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4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946368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6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089386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7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0884068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8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950839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10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7964775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CC7E72-3818-43EE-8521-704BF6206F08}" type="slidenum">
              <a:rPr lang="fr-BE" smtClean="0"/>
              <a:t>13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14162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C030-9C9D-4A1B-AF04-118D995F6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BDB6EE-B50E-4890-8A1A-5A69F75CD6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87CE56-81C1-4527-9060-B7BDF828A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76321F-8770-481B-BBF1-EBACE0A5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79C6C5-5DB8-442D-A9F0-B118D9147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38240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CDC6A-FE3A-4AD3-A428-4820A3C19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978683-108D-44DB-B17F-590B23CE93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70A5A-FF60-41A3-9143-B5AE0C5D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2243DE-2742-472B-B45E-EFCFF08B8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AF0DB-1213-4113-9C94-472F5AE00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275935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CF543A-347E-426D-93CE-0AEDC1C88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1A9C51-26B9-489F-BF25-FB68A1AE78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594102-ADE3-43BA-822F-D10A8FF05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29F35F-0385-41F7-8F05-0683DBA17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7B9C74-51DD-4D4C-A2B0-E1B6169DC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62172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4F3A3-C268-478E-AFAF-FEA7671C2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D089EC-A5EB-4B19-B436-D980A948F0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D7E97-BA9B-4760-9CE1-5B81EF63B3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C6602-660B-4C53-A2BA-87F6D1859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53E97B-6327-4562-A970-E726A7490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6ED8A-D4E5-42D5-AE2E-56DAE431D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693311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D9B01-43FE-4BA1-A9AB-1AD00254B7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42F93-73A1-450D-A4FF-0B7A82B15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979711-CE24-418B-BB35-2639654F29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717AC-B1D8-4560-96C8-E43D94A27D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46B6A-67A5-448A-B41E-A2EB43BCED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F5645-9F3F-4DFE-B095-1122335D0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DCD88FC-128C-4FD5-8760-CFECFA1F8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73E2FF-F81C-44B8-9328-70F4186E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742695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65596B-E8F8-470D-B9F0-0825DEB0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EBE8C2-8F91-4368-9572-CC9A4395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207E81-4485-4D8F-9030-198CD3F982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6A1C19-3DE3-4502-B650-B7AB3F150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FA8908A-F17F-4D18-9C3D-92B6477FC956}"/>
              </a:ext>
            </a:extLst>
          </p:cNvPr>
          <p:cNvCxnSpPr>
            <a:cxnSpLocks/>
          </p:cNvCxnSpPr>
          <p:nvPr userDrawn="1"/>
        </p:nvCxnSpPr>
        <p:spPr>
          <a:xfrm>
            <a:off x="0" y="1695864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090BB8-811D-4E1A-BC05-3D79E3F8383C}"/>
              </a:ext>
            </a:extLst>
          </p:cNvPr>
          <p:cNvCxnSpPr>
            <a:cxnSpLocks/>
          </p:cNvCxnSpPr>
          <p:nvPr userDrawn="1"/>
        </p:nvCxnSpPr>
        <p:spPr>
          <a:xfrm>
            <a:off x="0" y="2281799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C9B8371-AFD1-4712-BAB9-8FD50EA2B383}"/>
              </a:ext>
            </a:extLst>
          </p:cNvPr>
          <p:cNvCxnSpPr>
            <a:cxnSpLocks/>
          </p:cNvCxnSpPr>
          <p:nvPr userDrawn="1"/>
        </p:nvCxnSpPr>
        <p:spPr>
          <a:xfrm>
            <a:off x="0" y="2867734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FD6CCF9-85C2-41B6-8B30-B2545341E42B}"/>
              </a:ext>
            </a:extLst>
          </p:cNvPr>
          <p:cNvCxnSpPr>
            <a:cxnSpLocks/>
          </p:cNvCxnSpPr>
          <p:nvPr userDrawn="1"/>
        </p:nvCxnSpPr>
        <p:spPr>
          <a:xfrm>
            <a:off x="1555" y="286530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4349A1-8298-4B88-9C35-97AE1624E2F6}"/>
              </a:ext>
            </a:extLst>
          </p:cNvPr>
          <p:cNvCxnSpPr>
            <a:cxnSpLocks/>
          </p:cNvCxnSpPr>
          <p:nvPr userDrawn="1"/>
        </p:nvCxnSpPr>
        <p:spPr>
          <a:xfrm>
            <a:off x="1555" y="3451236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2107E33-D5AE-481B-BF20-69A55BD7BCDB}"/>
              </a:ext>
            </a:extLst>
          </p:cNvPr>
          <p:cNvCxnSpPr>
            <a:cxnSpLocks/>
          </p:cNvCxnSpPr>
          <p:nvPr userDrawn="1"/>
        </p:nvCxnSpPr>
        <p:spPr>
          <a:xfrm>
            <a:off x="1555" y="403717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FA7DA5-F338-46D5-9411-76FB03B66561}"/>
              </a:ext>
            </a:extLst>
          </p:cNvPr>
          <p:cNvCxnSpPr>
            <a:cxnSpLocks/>
          </p:cNvCxnSpPr>
          <p:nvPr userDrawn="1"/>
        </p:nvCxnSpPr>
        <p:spPr>
          <a:xfrm>
            <a:off x="0" y="4036921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66803A-27E9-4122-BCAA-7A7B0D71799A}"/>
              </a:ext>
            </a:extLst>
          </p:cNvPr>
          <p:cNvCxnSpPr>
            <a:cxnSpLocks/>
          </p:cNvCxnSpPr>
          <p:nvPr userDrawn="1"/>
        </p:nvCxnSpPr>
        <p:spPr>
          <a:xfrm>
            <a:off x="0" y="4622856"/>
            <a:ext cx="1219200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BDC7BD-6629-473D-83DF-5211968F0805}"/>
              </a:ext>
            </a:extLst>
          </p:cNvPr>
          <p:cNvCxnSpPr>
            <a:cxnSpLocks/>
          </p:cNvCxnSpPr>
          <p:nvPr userDrawn="1"/>
        </p:nvCxnSpPr>
        <p:spPr>
          <a:xfrm>
            <a:off x="0" y="5208791"/>
            <a:ext cx="894805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25672D2-FE3B-4213-8897-5E36F8DF4D6D}"/>
              </a:ext>
            </a:extLst>
          </p:cNvPr>
          <p:cNvCxnSpPr>
            <a:cxnSpLocks/>
          </p:cNvCxnSpPr>
          <p:nvPr userDrawn="1"/>
        </p:nvCxnSpPr>
        <p:spPr>
          <a:xfrm>
            <a:off x="0" y="5790400"/>
            <a:ext cx="8948057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5671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BC84F7-25FF-447E-85F6-2EC03D3F7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9BF7B1C-9994-497F-A71F-510DB3813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C0BA9-DABD-4D38-993D-519B8208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7860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AF9D9-EB1E-477F-B986-06BDC4361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E18B0-767A-4DEE-A978-C2B9432A3A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5A1F38-458B-4F39-A6DB-54B869FD82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2C0563-6A37-479B-B815-8596035EF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0AE8BF-7C06-4C78-B81D-95603A974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767694-2143-4953-BDB1-D84B95BBB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835714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164E2-6FB7-4E4E-B307-D7BD323B4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3B4D66-764E-4A23-8CDB-151D3C90E0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CD46C6-A975-484A-927D-FED222FD30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2A254-EABD-4C9D-84F2-1D19EDBE2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4C4F37-5BD0-4899-8178-203D32CCD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F72E2-0CD8-465F-A547-ADEE67533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3135266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426117-DF76-4002-9B0E-075C5B3C4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04BB7-9752-4E24-9CB3-F94D5C355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60DFF4-B8D9-4AD9-B593-691CE00D2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811B6-9C82-4C85-9F4E-F21AD8460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7A67CF-DA9F-43CA-8545-2F42E05A6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2795853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4E1043-2C2F-4277-9C5F-CE202F10C2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76EA1E-BA96-4BF9-A1F5-15F69FD13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D8E36E-0D05-4D7A-842D-D46341D55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D6C9D-F860-4E09-9BFF-BED3FBCC9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334685-9882-4778-98C9-1E428E914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003534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1DBFC3C-E1EA-4901-86D5-59B03042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254AE-6D74-4469-B986-C119A3F45C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2DC76-5092-4D97-AAAD-235CCB8FFA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D31F81-C33A-42B9-809B-64ACC7253E9C}" type="datetimeFigureOut">
              <a:rPr lang="fr-BE" smtClean="0"/>
              <a:t>23-02-21</a:t>
            </a:fld>
            <a:endParaRPr lang="fr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9345-A9D5-499B-8BB9-D1CE55E07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4305A1-EBB8-4C35-BC17-6AED415F9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E7DAF-7C15-4250-9B5A-A7478EB1D432}" type="slidenum">
              <a:rPr lang="fr-BE" smtClean="0"/>
              <a:t>‹#›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44561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6.png"/><Relationship Id="rId21" Type="http://schemas.openxmlformats.org/officeDocument/2006/relationships/image" Target="../media/image10.png"/><Relationship Id="rId42" Type="http://schemas.openxmlformats.org/officeDocument/2006/relationships/customXml" Target="../ink/ink20.xml"/><Relationship Id="rId63" Type="http://schemas.openxmlformats.org/officeDocument/2006/relationships/customXml" Target="../ink/ink31.xml"/><Relationship Id="rId84" Type="http://schemas.openxmlformats.org/officeDocument/2006/relationships/customXml" Target="../ink/ink42.xml"/><Relationship Id="rId138" Type="http://schemas.openxmlformats.org/officeDocument/2006/relationships/customXml" Target="../ink/ink71.xml"/><Relationship Id="rId159" Type="http://schemas.openxmlformats.org/officeDocument/2006/relationships/image" Target="../media/image75.png"/><Relationship Id="rId170" Type="http://schemas.openxmlformats.org/officeDocument/2006/relationships/image" Target="../media/image80.png"/><Relationship Id="rId191" Type="http://schemas.openxmlformats.org/officeDocument/2006/relationships/image" Target="../media/image90.png"/><Relationship Id="rId205" Type="http://schemas.openxmlformats.org/officeDocument/2006/relationships/image" Target="../media/image97.png"/><Relationship Id="rId226" Type="http://schemas.openxmlformats.org/officeDocument/2006/relationships/image" Target="../media/image107.png"/><Relationship Id="rId247" Type="http://schemas.openxmlformats.org/officeDocument/2006/relationships/image" Target="../media/image117.png"/><Relationship Id="rId107" Type="http://schemas.openxmlformats.org/officeDocument/2006/relationships/image" Target="../media/image51.png"/><Relationship Id="rId11" Type="http://schemas.openxmlformats.org/officeDocument/2006/relationships/image" Target="../media/image5.png"/><Relationship Id="rId32" Type="http://schemas.openxmlformats.org/officeDocument/2006/relationships/customXml" Target="../ink/ink15.xml"/><Relationship Id="rId53" Type="http://schemas.openxmlformats.org/officeDocument/2006/relationships/image" Target="../media/image26.png"/><Relationship Id="rId74" Type="http://schemas.openxmlformats.org/officeDocument/2006/relationships/customXml" Target="../ink/ink37.xml"/><Relationship Id="rId128" Type="http://schemas.openxmlformats.org/officeDocument/2006/relationships/customXml" Target="../ink/ink66.xml"/><Relationship Id="rId149" Type="http://schemas.openxmlformats.org/officeDocument/2006/relationships/customXml" Target="../ink/ink77.xml"/><Relationship Id="rId5" Type="http://schemas.openxmlformats.org/officeDocument/2006/relationships/image" Target="../media/image2.png"/><Relationship Id="rId95" Type="http://schemas.openxmlformats.org/officeDocument/2006/relationships/customXml" Target="../ink/ink48.xml"/><Relationship Id="rId160" Type="http://schemas.openxmlformats.org/officeDocument/2006/relationships/customXml" Target="../ink/ink83.xml"/><Relationship Id="rId181" Type="http://schemas.openxmlformats.org/officeDocument/2006/relationships/image" Target="../media/image85.png"/><Relationship Id="rId216" Type="http://schemas.openxmlformats.org/officeDocument/2006/relationships/customXml" Target="../ink/ink112.xml"/><Relationship Id="rId237" Type="http://schemas.openxmlformats.org/officeDocument/2006/relationships/image" Target="../media/image112.png"/><Relationship Id="rId258" Type="http://schemas.openxmlformats.org/officeDocument/2006/relationships/customXml" Target="../ink/ink134.xml"/><Relationship Id="rId22" Type="http://schemas.openxmlformats.org/officeDocument/2006/relationships/customXml" Target="../ink/ink10.xml"/><Relationship Id="rId43" Type="http://schemas.openxmlformats.org/officeDocument/2006/relationships/image" Target="../media/image21.png"/><Relationship Id="rId64" Type="http://schemas.openxmlformats.org/officeDocument/2006/relationships/image" Target="../media/image31.png"/><Relationship Id="rId118" Type="http://schemas.openxmlformats.org/officeDocument/2006/relationships/customXml" Target="../ink/ink60.xml"/><Relationship Id="rId139" Type="http://schemas.openxmlformats.org/officeDocument/2006/relationships/customXml" Target="../ink/ink72.xml"/><Relationship Id="rId85" Type="http://schemas.openxmlformats.org/officeDocument/2006/relationships/image" Target="../media/image41.png"/><Relationship Id="rId150" Type="http://schemas.openxmlformats.org/officeDocument/2006/relationships/image" Target="../media/image71.png"/><Relationship Id="rId171" Type="http://schemas.openxmlformats.org/officeDocument/2006/relationships/customXml" Target="../ink/ink89.xml"/><Relationship Id="rId192" Type="http://schemas.openxmlformats.org/officeDocument/2006/relationships/customXml" Target="../ink/ink100.xml"/><Relationship Id="rId206" Type="http://schemas.openxmlformats.org/officeDocument/2006/relationships/customXml" Target="../ink/ink107.xml"/><Relationship Id="rId227" Type="http://schemas.openxmlformats.org/officeDocument/2006/relationships/customXml" Target="../ink/ink118.xml"/><Relationship Id="rId248" Type="http://schemas.openxmlformats.org/officeDocument/2006/relationships/customXml" Target="../ink/ink129.xml"/><Relationship Id="rId12" Type="http://schemas.openxmlformats.org/officeDocument/2006/relationships/customXml" Target="../ink/ink5.xml"/><Relationship Id="rId33" Type="http://schemas.openxmlformats.org/officeDocument/2006/relationships/image" Target="../media/image16.png"/><Relationship Id="rId108" Type="http://schemas.openxmlformats.org/officeDocument/2006/relationships/customXml" Target="../ink/ink55.xml"/><Relationship Id="rId129" Type="http://schemas.openxmlformats.org/officeDocument/2006/relationships/image" Target="../media/image61.png"/><Relationship Id="rId54" Type="http://schemas.openxmlformats.org/officeDocument/2006/relationships/customXml" Target="../ink/ink26.xml"/><Relationship Id="rId75" Type="http://schemas.openxmlformats.org/officeDocument/2006/relationships/image" Target="../media/image36.png"/><Relationship Id="rId96" Type="http://schemas.openxmlformats.org/officeDocument/2006/relationships/image" Target="../media/image46.png"/><Relationship Id="rId140" Type="http://schemas.openxmlformats.org/officeDocument/2006/relationships/image" Target="../media/image66.png"/><Relationship Id="rId161" Type="http://schemas.openxmlformats.org/officeDocument/2006/relationships/image" Target="../media/image76.png"/><Relationship Id="rId182" Type="http://schemas.openxmlformats.org/officeDocument/2006/relationships/customXml" Target="../ink/ink95.xml"/><Relationship Id="rId217" Type="http://schemas.openxmlformats.org/officeDocument/2006/relationships/image" Target="../media/image103.png"/><Relationship Id="rId6" Type="http://schemas.openxmlformats.org/officeDocument/2006/relationships/customXml" Target="../ink/ink2.xml"/><Relationship Id="rId238" Type="http://schemas.openxmlformats.org/officeDocument/2006/relationships/customXml" Target="../ink/ink124.xml"/><Relationship Id="rId259" Type="http://schemas.openxmlformats.org/officeDocument/2006/relationships/image" Target="../media/image123.png"/><Relationship Id="rId23" Type="http://schemas.openxmlformats.org/officeDocument/2006/relationships/image" Target="../media/image11.png"/><Relationship Id="rId119" Type="http://schemas.openxmlformats.org/officeDocument/2006/relationships/customXml" Target="../ink/ink61.xml"/><Relationship Id="rId44" Type="http://schemas.openxmlformats.org/officeDocument/2006/relationships/customXml" Target="../ink/ink21.xml"/><Relationship Id="rId65" Type="http://schemas.openxmlformats.org/officeDocument/2006/relationships/customXml" Target="../ink/ink32.xml"/><Relationship Id="rId86" Type="http://schemas.openxmlformats.org/officeDocument/2006/relationships/customXml" Target="../ink/ink43.xml"/><Relationship Id="rId130" Type="http://schemas.openxmlformats.org/officeDocument/2006/relationships/customXml" Target="../ink/ink67.xml"/><Relationship Id="rId151" Type="http://schemas.openxmlformats.org/officeDocument/2006/relationships/customXml" Target="../ink/ink78.xml"/><Relationship Id="rId172" Type="http://schemas.openxmlformats.org/officeDocument/2006/relationships/image" Target="../media/image81.png"/><Relationship Id="rId193" Type="http://schemas.openxmlformats.org/officeDocument/2006/relationships/image" Target="../media/image91.png"/><Relationship Id="rId207" Type="http://schemas.openxmlformats.org/officeDocument/2006/relationships/image" Target="../media/image98.png"/><Relationship Id="rId228" Type="http://schemas.openxmlformats.org/officeDocument/2006/relationships/image" Target="../media/image108.png"/><Relationship Id="rId249" Type="http://schemas.openxmlformats.org/officeDocument/2006/relationships/image" Target="../media/image118.png"/><Relationship Id="rId13" Type="http://schemas.openxmlformats.org/officeDocument/2006/relationships/image" Target="../media/image6.png"/><Relationship Id="rId109" Type="http://schemas.openxmlformats.org/officeDocument/2006/relationships/image" Target="../media/image52.png"/><Relationship Id="rId34" Type="http://schemas.openxmlformats.org/officeDocument/2006/relationships/customXml" Target="../ink/ink16.xml"/><Relationship Id="rId55" Type="http://schemas.openxmlformats.org/officeDocument/2006/relationships/customXml" Target="../ink/ink27.xml"/><Relationship Id="rId76" Type="http://schemas.openxmlformats.org/officeDocument/2006/relationships/customXml" Target="../ink/ink38.xml"/><Relationship Id="rId97" Type="http://schemas.openxmlformats.org/officeDocument/2006/relationships/customXml" Target="../ink/ink49.xml"/><Relationship Id="rId120" Type="http://schemas.openxmlformats.org/officeDocument/2006/relationships/image" Target="../media/image57.png"/><Relationship Id="rId141" Type="http://schemas.openxmlformats.org/officeDocument/2006/relationships/customXml" Target="../ink/ink73.xml"/><Relationship Id="rId7" Type="http://schemas.openxmlformats.org/officeDocument/2006/relationships/image" Target="../media/image3.png"/><Relationship Id="rId162" Type="http://schemas.openxmlformats.org/officeDocument/2006/relationships/customXml" Target="../ink/ink84.xml"/><Relationship Id="rId183" Type="http://schemas.openxmlformats.org/officeDocument/2006/relationships/image" Target="../media/image86.png"/><Relationship Id="rId218" Type="http://schemas.openxmlformats.org/officeDocument/2006/relationships/customXml" Target="../ink/ink113.xml"/><Relationship Id="rId239" Type="http://schemas.openxmlformats.org/officeDocument/2006/relationships/image" Target="../media/image113.png"/><Relationship Id="rId250" Type="http://schemas.openxmlformats.org/officeDocument/2006/relationships/customXml" Target="../ink/ink130.xml"/><Relationship Id="rId24" Type="http://schemas.openxmlformats.org/officeDocument/2006/relationships/customXml" Target="../ink/ink11.xml"/><Relationship Id="rId45" Type="http://schemas.openxmlformats.org/officeDocument/2006/relationships/image" Target="../media/image22.png"/><Relationship Id="rId66" Type="http://schemas.openxmlformats.org/officeDocument/2006/relationships/image" Target="../media/image32.png"/><Relationship Id="rId87" Type="http://schemas.openxmlformats.org/officeDocument/2006/relationships/customXml" Target="../ink/ink44.xml"/><Relationship Id="rId110" Type="http://schemas.openxmlformats.org/officeDocument/2006/relationships/customXml" Target="../ink/ink56.xml"/><Relationship Id="rId131" Type="http://schemas.openxmlformats.org/officeDocument/2006/relationships/image" Target="../media/image62.png"/><Relationship Id="rId152" Type="http://schemas.openxmlformats.org/officeDocument/2006/relationships/image" Target="../media/image72.png"/><Relationship Id="rId173" Type="http://schemas.openxmlformats.org/officeDocument/2006/relationships/customXml" Target="../ink/ink90.xml"/><Relationship Id="rId194" Type="http://schemas.openxmlformats.org/officeDocument/2006/relationships/customXml" Target="../ink/ink101.xml"/><Relationship Id="rId208" Type="http://schemas.openxmlformats.org/officeDocument/2006/relationships/customXml" Target="../ink/ink108.xml"/><Relationship Id="rId229" Type="http://schemas.openxmlformats.org/officeDocument/2006/relationships/customXml" Target="../ink/ink119.xml"/><Relationship Id="rId240" Type="http://schemas.openxmlformats.org/officeDocument/2006/relationships/customXml" Target="../ink/ink125.xml"/><Relationship Id="rId14" Type="http://schemas.openxmlformats.org/officeDocument/2006/relationships/customXml" Target="../ink/ink6.xml"/><Relationship Id="rId35" Type="http://schemas.openxmlformats.org/officeDocument/2006/relationships/image" Target="../media/image17.png"/><Relationship Id="rId56" Type="http://schemas.openxmlformats.org/officeDocument/2006/relationships/image" Target="../media/image27.png"/><Relationship Id="rId77" Type="http://schemas.openxmlformats.org/officeDocument/2006/relationships/image" Target="../media/image37.png"/><Relationship Id="rId100" Type="http://schemas.openxmlformats.org/officeDocument/2006/relationships/image" Target="../media/image48.png"/><Relationship Id="rId8" Type="http://schemas.openxmlformats.org/officeDocument/2006/relationships/customXml" Target="../ink/ink3.xml"/><Relationship Id="rId98" Type="http://schemas.openxmlformats.org/officeDocument/2006/relationships/image" Target="../media/image47.png"/><Relationship Id="rId121" Type="http://schemas.openxmlformats.org/officeDocument/2006/relationships/customXml" Target="../ink/ink62.xml"/><Relationship Id="rId142" Type="http://schemas.openxmlformats.org/officeDocument/2006/relationships/image" Target="../media/image67.png"/><Relationship Id="rId163" Type="http://schemas.openxmlformats.org/officeDocument/2006/relationships/image" Target="../media/image77.png"/><Relationship Id="rId184" Type="http://schemas.openxmlformats.org/officeDocument/2006/relationships/customXml" Target="../ink/ink96.xml"/><Relationship Id="rId219" Type="http://schemas.openxmlformats.org/officeDocument/2006/relationships/image" Target="../media/image104.png"/><Relationship Id="rId230" Type="http://schemas.openxmlformats.org/officeDocument/2006/relationships/customXml" Target="../ink/ink120.xml"/><Relationship Id="rId251" Type="http://schemas.openxmlformats.org/officeDocument/2006/relationships/image" Target="../media/image119.png"/><Relationship Id="rId25" Type="http://schemas.openxmlformats.org/officeDocument/2006/relationships/image" Target="../media/image12.png"/><Relationship Id="rId46" Type="http://schemas.openxmlformats.org/officeDocument/2006/relationships/customXml" Target="../ink/ink22.xml"/><Relationship Id="rId67" Type="http://schemas.openxmlformats.org/officeDocument/2006/relationships/customXml" Target="../ink/ink33.xml"/><Relationship Id="rId88" Type="http://schemas.openxmlformats.org/officeDocument/2006/relationships/image" Target="../media/image42.png"/><Relationship Id="rId111" Type="http://schemas.openxmlformats.org/officeDocument/2006/relationships/image" Target="../media/image53.png"/><Relationship Id="rId132" Type="http://schemas.openxmlformats.org/officeDocument/2006/relationships/customXml" Target="../ink/ink68.xml"/><Relationship Id="rId153" Type="http://schemas.openxmlformats.org/officeDocument/2006/relationships/customXml" Target="../ink/ink79.xml"/><Relationship Id="rId174" Type="http://schemas.openxmlformats.org/officeDocument/2006/relationships/image" Target="../media/image82.png"/><Relationship Id="rId195" Type="http://schemas.openxmlformats.org/officeDocument/2006/relationships/image" Target="../media/image92.png"/><Relationship Id="rId209" Type="http://schemas.openxmlformats.org/officeDocument/2006/relationships/image" Target="../media/image99.png"/><Relationship Id="rId220" Type="http://schemas.openxmlformats.org/officeDocument/2006/relationships/customXml" Target="../ink/ink114.xml"/><Relationship Id="rId241" Type="http://schemas.openxmlformats.org/officeDocument/2006/relationships/image" Target="../media/image114.png"/><Relationship Id="rId15" Type="http://schemas.openxmlformats.org/officeDocument/2006/relationships/image" Target="../media/image7.png"/><Relationship Id="rId36" Type="http://schemas.openxmlformats.org/officeDocument/2006/relationships/customXml" Target="../ink/ink17.xml"/><Relationship Id="rId57" Type="http://schemas.openxmlformats.org/officeDocument/2006/relationships/customXml" Target="../ink/ink28.xml"/><Relationship Id="rId78" Type="http://schemas.openxmlformats.org/officeDocument/2006/relationships/customXml" Target="../ink/ink39.xml"/><Relationship Id="rId99" Type="http://schemas.openxmlformats.org/officeDocument/2006/relationships/customXml" Target="../ink/ink50.xml"/><Relationship Id="rId101" Type="http://schemas.openxmlformats.org/officeDocument/2006/relationships/customXml" Target="../ink/ink51.xml"/><Relationship Id="rId122" Type="http://schemas.openxmlformats.org/officeDocument/2006/relationships/image" Target="../media/image58.png"/><Relationship Id="rId143" Type="http://schemas.openxmlformats.org/officeDocument/2006/relationships/customXml" Target="../ink/ink74.xml"/><Relationship Id="rId164" Type="http://schemas.openxmlformats.org/officeDocument/2006/relationships/customXml" Target="../ink/ink85.xml"/><Relationship Id="rId185" Type="http://schemas.openxmlformats.org/officeDocument/2006/relationships/image" Target="../media/image87.png"/><Relationship Id="rId9" Type="http://schemas.openxmlformats.org/officeDocument/2006/relationships/image" Target="../media/image4.png"/><Relationship Id="rId210" Type="http://schemas.openxmlformats.org/officeDocument/2006/relationships/customXml" Target="../ink/ink109.xml"/><Relationship Id="rId26" Type="http://schemas.openxmlformats.org/officeDocument/2006/relationships/customXml" Target="../ink/ink12.xml"/><Relationship Id="rId231" Type="http://schemas.openxmlformats.org/officeDocument/2006/relationships/image" Target="../media/image109.png"/><Relationship Id="rId252" Type="http://schemas.openxmlformats.org/officeDocument/2006/relationships/customXml" Target="../ink/ink131.xml"/><Relationship Id="rId47" Type="http://schemas.openxmlformats.org/officeDocument/2006/relationships/image" Target="../media/image23.png"/><Relationship Id="rId68" Type="http://schemas.openxmlformats.org/officeDocument/2006/relationships/image" Target="../media/image33.png"/><Relationship Id="rId89" Type="http://schemas.openxmlformats.org/officeDocument/2006/relationships/customXml" Target="../ink/ink45.xml"/><Relationship Id="rId112" Type="http://schemas.openxmlformats.org/officeDocument/2006/relationships/customXml" Target="../ink/ink57.xml"/><Relationship Id="rId133" Type="http://schemas.openxmlformats.org/officeDocument/2006/relationships/image" Target="../media/image63.png"/><Relationship Id="rId154" Type="http://schemas.openxmlformats.org/officeDocument/2006/relationships/customXml" Target="../ink/ink80.xml"/><Relationship Id="rId175" Type="http://schemas.openxmlformats.org/officeDocument/2006/relationships/customXml" Target="../ink/ink91.xml"/><Relationship Id="rId196" Type="http://schemas.openxmlformats.org/officeDocument/2006/relationships/customXml" Target="../ink/ink102.xml"/><Relationship Id="rId200" Type="http://schemas.openxmlformats.org/officeDocument/2006/relationships/customXml" Target="../ink/ink104.xml"/><Relationship Id="rId16" Type="http://schemas.openxmlformats.org/officeDocument/2006/relationships/customXml" Target="../ink/ink7.xml"/><Relationship Id="rId221" Type="http://schemas.openxmlformats.org/officeDocument/2006/relationships/customXml" Target="../ink/ink115.xml"/><Relationship Id="rId242" Type="http://schemas.openxmlformats.org/officeDocument/2006/relationships/customXml" Target="../ink/ink126.xml"/><Relationship Id="rId37" Type="http://schemas.openxmlformats.org/officeDocument/2006/relationships/image" Target="../media/image18.png"/><Relationship Id="rId58" Type="http://schemas.openxmlformats.org/officeDocument/2006/relationships/image" Target="../media/image28.png"/><Relationship Id="rId79" Type="http://schemas.openxmlformats.org/officeDocument/2006/relationships/image" Target="../media/image38.png"/><Relationship Id="rId102" Type="http://schemas.openxmlformats.org/officeDocument/2006/relationships/customXml" Target="../ink/ink52.xml"/><Relationship Id="rId123" Type="http://schemas.openxmlformats.org/officeDocument/2006/relationships/customXml" Target="../ink/ink63.xml"/><Relationship Id="rId144" Type="http://schemas.openxmlformats.org/officeDocument/2006/relationships/image" Target="../media/image68.png"/><Relationship Id="rId90" Type="http://schemas.openxmlformats.org/officeDocument/2006/relationships/image" Target="../media/image43.png"/><Relationship Id="rId165" Type="http://schemas.openxmlformats.org/officeDocument/2006/relationships/customXml" Target="../ink/ink86.xml"/><Relationship Id="rId186" Type="http://schemas.openxmlformats.org/officeDocument/2006/relationships/customXml" Target="../ink/ink97.xml"/><Relationship Id="rId211" Type="http://schemas.openxmlformats.org/officeDocument/2006/relationships/image" Target="../media/image100.png"/><Relationship Id="rId232" Type="http://schemas.openxmlformats.org/officeDocument/2006/relationships/customXml" Target="../ink/ink121.xml"/><Relationship Id="rId253" Type="http://schemas.openxmlformats.org/officeDocument/2006/relationships/image" Target="../media/image120.png"/><Relationship Id="rId27" Type="http://schemas.openxmlformats.org/officeDocument/2006/relationships/image" Target="../media/image13.png"/><Relationship Id="rId48" Type="http://schemas.openxmlformats.org/officeDocument/2006/relationships/customXml" Target="../ink/ink23.xml"/><Relationship Id="rId69" Type="http://schemas.openxmlformats.org/officeDocument/2006/relationships/customXml" Target="../ink/ink34.xml"/><Relationship Id="rId113" Type="http://schemas.openxmlformats.org/officeDocument/2006/relationships/image" Target="../media/image54.png"/><Relationship Id="rId134" Type="http://schemas.openxmlformats.org/officeDocument/2006/relationships/customXml" Target="../ink/ink69.xml"/><Relationship Id="rId80" Type="http://schemas.openxmlformats.org/officeDocument/2006/relationships/customXml" Target="../ink/ink40.xml"/><Relationship Id="rId155" Type="http://schemas.openxmlformats.org/officeDocument/2006/relationships/image" Target="../media/image73.png"/><Relationship Id="rId176" Type="http://schemas.openxmlformats.org/officeDocument/2006/relationships/image" Target="../media/image83.png"/><Relationship Id="rId197" Type="http://schemas.openxmlformats.org/officeDocument/2006/relationships/image" Target="../media/image93.png"/><Relationship Id="rId201" Type="http://schemas.openxmlformats.org/officeDocument/2006/relationships/image" Target="../media/image95.png"/><Relationship Id="rId222" Type="http://schemas.openxmlformats.org/officeDocument/2006/relationships/image" Target="../media/image105.png"/><Relationship Id="rId243" Type="http://schemas.openxmlformats.org/officeDocument/2006/relationships/image" Target="../media/image115.png"/><Relationship Id="rId17" Type="http://schemas.openxmlformats.org/officeDocument/2006/relationships/image" Target="../media/image8.png"/><Relationship Id="rId38" Type="http://schemas.openxmlformats.org/officeDocument/2006/relationships/customXml" Target="../ink/ink18.xml"/><Relationship Id="rId59" Type="http://schemas.openxmlformats.org/officeDocument/2006/relationships/customXml" Target="../ink/ink29.xml"/><Relationship Id="rId103" Type="http://schemas.openxmlformats.org/officeDocument/2006/relationships/image" Target="../media/image49.png"/><Relationship Id="rId124" Type="http://schemas.openxmlformats.org/officeDocument/2006/relationships/image" Target="../media/image59.png"/><Relationship Id="rId70" Type="http://schemas.openxmlformats.org/officeDocument/2006/relationships/image" Target="../media/image34.png"/><Relationship Id="rId91" Type="http://schemas.openxmlformats.org/officeDocument/2006/relationships/customXml" Target="../ink/ink46.xml"/><Relationship Id="rId145" Type="http://schemas.openxmlformats.org/officeDocument/2006/relationships/customXml" Target="../ink/ink75.xml"/><Relationship Id="rId166" Type="http://schemas.openxmlformats.org/officeDocument/2006/relationships/image" Target="../media/image78.png"/><Relationship Id="rId187" Type="http://schemas.openxmlformats.org/officeDocument/2006/relationships/image" Target="../media/image88.png"/><Relationship Id="rId1" Type="http://schemas.openxmlformats.org/officeDocument/2006/relationships/slideLayout" Target="../slideLayouts/slideLayout6.xml"/><Relationship Id="rId212" Type="http://schemas.openxmlformats.org/officeDocument/2006/relationships/customXml" Target="../ink/ink110.xml"/><Relationship Id="rId233" Type="http://schemas.openxmlformats.org/officeDocument/2006/relationships/image" Target="../media/image110.png"/><Relationship Id="rId254" Type="http://schemas.openxmlformats.org/officeDocument/2006/relationships/customXml" Target="../ink/ink132.xml"/><Relationship Id="rId28" Type="http://schemas.openxmlformats.org/officeDocument/2006/relationships/customXml" Target="../ink/ink13.xml"/><Relationship Id="rId49" Type="http://schemas.openxmlformats.org/officeDocument/2006/relationships/image" Target="../media/image24.png"/><Relationship Id="rId114" Type="http://schemas.openxmlformats.org/officeDocument/2006/relationships/customXml" Target="../ink/ink58.xml"/><Relationship Id="rId60" Type="http://schemas.openxmlformats.org/officeDocument/2006/relationships/image" Target="../media/image29.png"/><Relationship Id="rId81" Type="http://schemas.openxmlformats.org/officeDocument/2006/relationships/image" Target="../media/image39.png"/><Relationship Id="rId135" Type="http://schemas.openxmlformats.org/officeDocument/2006/relationships/image" Target="../media/image64.png"/><Relationship Id="rId156" Type="http://schemas.openxmlformats.org/officeDocument/2006/relationships/customXml" Target="../ink/ink81.xml"/><Relationship Id="rId177" Type="http://schemas.openxmlformats.org/officeDocument/2006/relationships/customXml" Target="../ink/ink92.xml"/><Relationship Id="rId198" Type="http://schemas.openxmlformats.org/officeDocument/2006/relationships/customXml" Target="../ink/ink103.xml"/><Relationship Id="rId202" Type="http://schemas.openxmlformats.org/officeDocument/2006/relationships/customXml" Target="../ink/ink105.xml"/><Relationship Id="rId223" Type="http://schemas.openxmlformats.org/officeDocument/2006/relationships/customXml" Target="../ink/ink116.xml"/><Relationship Id="rId244" Type="http://schemas.openxmlformats.org/officeDocument/2006/relationships/customXml" Target="../ink/ink127.xml"/><Relationship Id="rId18" Type="http://schemas.openxmlformats.org/officeDocument/2006/relationships/customXml" Target="../ink/ink8.xml"/><Relationship Id="rId39" Type="http://schemas.openxmlformats.org/officeDocument/2006/relationships/image" Target="../media/image19.png"/><Relationship Id="rId50" Type="http://schemas.openxmlformats.org/officeDocument/2006/relationships/customXml" Target="../ink/ink24.xml"/><Relationship Id="rId104" Type="http://schemas.openxmlformats.org/officeDocument/2006/relationships/customXml" Target="../ink/ink53.xml"/><Relationship Id="rId125" Type="http://schemas.openxmlformats.org/officeDocument/2006/relationships/customXml" Target="../ink/ink64.xml"/><Relationship Id="rId146" Type="http://schemas.openxmlformats.org/officeDocument/2006/relationships/image" Target="../media/image69.png"/><Relationship Id="rId167" Type="http://schemas.openxmlformats.org/officeDocument/2006/relationships/customXml" Target="../ink/ink87.xml"/><Relationship Id="rId188" Type="http://schemas.openxmlformats.org/officeDocument/2006/relationships/customXml" Target="../ink/ink98.xml"/><Relationship Id="rId71" Type="http://schemas.openxmlformats.org/officeDocument/2006/relationships/customXml" Target="../ink/ink35.xml"/><Relationship Id="rId92" Type="http://schemas.openxmlformats.org/officeDocument/2006/relationships/image" Target="../media/image44.png"/><Relationship Id="rId213" Type="http://schemas.openxmlformats.org/officeDocument/2006/relationships/image" Target="../media/image101.png"/><Relationship Id="rId234" Type="http://schemas.openxmlformats.org/officeDocument/2006/relationships/customXml" Target="../ink/ink122.xml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14.png"/><Relationship Id="rId255" Type="http://schemas.openxmlformats.org/officeDocument/2006/relationships/image" Target="../media/image121.png"/><Relationship Id="rId40" Type="http://schemas.openxmlformats.org/officeDocument/2006/relationships/customXml" Target="../ink/ink19.xml"/><Relationship Id="rId115" Type="http://schemas.openxmlformats.org/officeDocument/2006/relationships/image" Target="../media/image55.png"/><Relationship Id="rId136" Type="http://schemas.openxmlformats.org/officeDocument/2006/relationships/customXml" Target="../ink/ink70.xml"/><Relationship Id="rId157" Type="http://schemas.openxmlformats.org/officeDocument/2006/relationships/image" Target="../media/image74.png"/><Relationship Id="rId178" Type="http://schemas.openxmlformats.org/officeDocument/2006/relationships/image" Target="../media/image84.png"/><Relationship Id="rId61" Type="http://schemas.openxmlformats.org/officeDocument/2006/relationships/customXml" Target="../ink/ink30.xml"/><Relationship Id="rId82" Type="http://schemas.openxmlformats.org/officeDocument/2006/relationships/customXml" Target="../ink/ink41.xml"/><Relationship Id="rId199" Type="http://schemas.openxmlformats.org/officeDocument/2006/relationships/image" Target="../media/image94.png"/><Relationship Id="rId203" Type="http://schemas.openxmlformats.org/officeDocument/2006/relationships/image" Target="../media/image96.png"/><Relationship Id="rId19" Type="http://schemas.openxmlformats.org/officeDocument/2006/relationships/image" Target="../media/image9.png"/><Relationship Id="rId224" Type="http://schemas.openxmlformats.org/officeDocument/2006/relationships/image" Target="../media/image106.png"/><Relationship Id="rId245" Type="http://schemas.openxmlformats.org/officeDocument/2006/relationships/image" Target="../media/image116.png"/><Relationship Id="rId30" Type="http://schemas.openxmlformats.org/officeDocument/2006/relationships/customXml" Target="../ink/ink14.xml"/><Relationship Id="rId105" Type="http://schemas.openxmlformats.org/officeDocument/2006/relationships/image" Target="../media/image50.png"/><Relationship Id="rId126" Type="http://schemas.openxmlformats.org/officeDocument/2006/relationships/image" Target="../media/image60.png"/><Relationship Id="rId147" Type="http://schemas.openxmlformats.org/officeDocument/2006/relationships/customXml" Target="../ink/ink76.xml"/><Relationship Id="rId168" Type="http://schemas.openxmlformats.org/officeDocument/2006/relationships/image" Target="../media/image79.png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customXml" Target="../ink/ink47.xml"/><Relationship Id="rId189" Type="http://schemas.openxmlformats.org/officeDocument/2006/relationships/image" Target="../media/image89.png"/><Relationship Id="rId3" Type="http://schemas.openxmlformats.org/officeDocument/2006/relationships/image" Target="../media/image1.tmp"/><Relationship Id="rId214" Type="http://schemas.openxmlformats.org/officeDocument/2006/relationships/customXml" Target="../ink/ink111.xml"/><Relationship Id="rId235" Type="http://schemas.openxmlformats.org/officeDocument/2006/relationships/image" Target="../media/image111.png"/><Relationship Id="rId256" Type="http://schemas.openxmlformats.org/officeDocument/2006/relationships/customXml" Target="../ink/ink133.xml"/><Relationship Id="rId116" Type="http://schemas.openxmlformats.org/officeDocument/2006/relationships/customXml" Target="../ink/ink59.xml"/><Relationship Id="rId137" Type="http://schemas.openxmlformats.org/officeDocument/2006/relationships/image" Target="../media/image65.png"/><Relationship Id="rId158" Type="http://schemas.openxmlformats.org/officeDocument/2006/relationships/customXml" Target="../ink/ink82.xml"/><Relationship Id="rId20" Type="http://schemas.openxmlformats.org/officeDocument/2006/relationships/customXml" Target="../ink/ink9.xml"/><Relationship Id="rId41" Type="http://schemas.openxmlformats.org/officeDocument/2006/relationships/image" Target="../media/image20.png"/><Relationship Id="rId62" Type="http://schemas.openxmlformats.org/officeDocument/2006/relationships/image" Target="../media/image30.png"/><Relationship Id="rId83" Type="http://schemas.openxmlformats.org/officeDocument/2006/relationships/image" Target="../media/image40.png"/><Relationship Id="rId179" Type="http://schemas.openxmlformats.org/officeDocument/2006/relationships/customXml" Target="../ink/ink93.xml"/><Relationship Id="rId190" Type="http://schemas.openxmlformats.org/officeDocument/2006/relationships/customXml" Target="../ink/ink99.xml"/><Relationship Id="rId204" Type="http://schemas.openxmlformats.org/officeDocument/2006/relationships/customXml" Target="../ink/ink106.xml"/><Relationship Id="rId225" Type="http://schemas.openxmlformats.org/officeDocument/2006/relationships/customXml" Target="../ink/ink117.xml"/><Relationship Id="rId246" Type="http://schemas.openxmlformats.org/officeDocument/2006/relationships/customXml" Target="../ink/ink128.xml"/><Relationship Id="rId106" Type="http://schemas.openxmlformats.org/officeDocument/2006/relationships/customXml" Target="../ink/ink54.xml"/><Relationship Id="rId127" Type="http://schemas.openxmlformats.org/officeDocument/2006/relationships/customXml" Target="../ink/ink65.xml"/><Relationship Id="rId10" Type="http://schemas.openxmlformats.org/officeDocument/2006/relationships/customXml" Target="../ink/ink4.xml"/><Relationship Id="rId31" Type="http://schemas.openxmlformats.org/officeDocument/2006/relationships/image" Target="../media/image15.png"/><Relationship Id="rId52" Type="http://schemas.openxmlformats.org/officeDocument/2006/relationships/customXml" Target="../ink/ink25.xml"/><Relationship Id="rId73" Type="http://schemas.openxmlformats.org/officeDocument/2006/relationships/image" Target="../media/image35.png"/><Relationship Id="rId94" Type="http://schemas.openxmlformats.org/officeDocument/2006/relationships/image" Target="../media/image45.png"/><Relationship Id="rId148" Type="http://schemas.openxmlformats.org/officeDocument/2006/relationships/image" Target="../media/image70.png"/><Relationship Id="rId169" Type="http://schemas.openxmlformats.org/officeDocument/2006/relationships/customXml" Target="../ink/ink88.xml"/><Relationship Id="rId4" Type="http://schemas.openxmlformats.org/officeDocument/2006/relationships/customXml" Target="../ink/ink1.xml"/><Relationship Id="rId180" Type="http://schemas.openxmlformats.org/officeDocument/2006/relationships/customXml" Target="../ink/ink94.xml"/><Relationship Id="rId215" Type="http://schemas.openxmlformats.org/officeDocument/2006/relationships/image" Target="../media/image102.png"/><Relationship Id="rId236" Type="http://schemas.openxmlformats.org/officeDocument/2006/relationships/customXml" Target="../ink/ink123.xml"/><Relationship Id="rId257" Type="http://schemas.openxmlformats.org/officeDocument/2006/relationships/image" Target="../media/image122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34.png"/><Relationship Id="rId21" Type="http://schemas.openxmlformats.org/officeDocument/2006/relationships/image" Target="../media/image132.png"/><Relationship Id="rId42" Type="http://schemas.openxmlformats.org/officeDocument/2006/relationships/customXml" Target="../ink/ink155.xml"/><Relationship Id="rId47" Type="http://schemas.openxmlformats.org/officeDocument/2006/relationships/image" Target="../media/image144.png"/><Relationship Id="rId63" Type="http://schemas.openxmlformats.org/officeDocument/2006/relationships/image" Target="../media/image152.png"/><Relationship Id="rId68" Type="http://schemas.openxmlformats.org/officeDocument/2006/relationships/customXml" Target="../ink/ink168.xml"/><Relationship Id="rId16" Type="http://schemas.openxmlformats.org/officeDocument/2006/relationships/customXml" Target="../ink/ink141.xml"/><Relationship Id="rId11" Type="http://schemas.openxmlformats.org/officeDocument/2006/relationships/image" Target="../media/image128.png"/><Relationship Id="rId32" Type="http://schemas.openxmlformats.org/officeDocument/2006/relationships/image" Target="../media/image137.png"/><Relationship Id="rId37" Type="http://schemas.openxmlformats.org/officeDocument/2006/relationships/customXml" Target="../ink/ink152.xml"/><Relationship Id="rId53" Type="http://schemas.openxmlformats.org/officeDocument/2006/relationships/image" Target="../media/image147.png"/><Relationship Id="rId58" Type="http://schemas.openxmlformats.org/officeDocument/2006/relationships/customXml" Target="../ink/ink163.xml"/><Relationship Id="rId74" Type="http://schemas.openxmlformats.org/officeDocument/2006/relationships/customXml" Target="../ink/ink171.xml"/><Relationship Id="rId79" Type="http://schemas.openxmlformats.org/officeDocument/2006/relationships/customXml" Target="../ink/ink174.xml"/><Relationship Id="rId5" Type="http://schemas.openxmlformats.org/officeDocument/2006/relationships/image" Target="../media/image125.png"/><Relationship Id="rId61" Type="http://schemas.openxmlformats.org/officeDocument/2006/relationships/image" Target="../media/image151.png"/><Relationship Id="rId82" Type="http://schemas.openxmlformats.org/officeDocument/2006/relationships/image" Target="../media/image161.png"/><Relationship Id="rId19" Type="http://schemas.openxmlformats.org/officeDocument/2006/relationships/image" Target="../media/image24.png"/><Relationship Id="rId14" Type="http://schemas.openxmlformats.org/officeDocument/2006/relationships/customXml" Target="../ink/ink140.xml"/><Relationship Id="rId22" Type="http://schemas.openxmlformats.org/officeDocument/2006/relationships/customXml" Target="../ink/ink144.xml"/><Relationship Id="rId27" Type="http://schemas.openxmlformats.org/officeDocument/2006/relationships/customXml" Target="../ink/ink147.xml"/><Relationship Id="rId30" Type="http://schemas.openxmlformats.org/officeDocument/2006/relationships/image" Target="../media/image136.png"/><Relationship Id="rId35" Type="http://schemas.openxmlformats.org/officeDocument/2006/relationships/customXml" Target="../ink/ink151.xml"/><Relationship Id="rId43" Type="http://schemas.openxmlformats.org/officeDocument/2006/relationships/image" Target="../media/image142.png"/><Relationship Id="rId48" Type="http://schemas.openxmlformats.org/officeDocument/2006/relationships/customXml" Target="../ink/ink158.xml"/><Relationship Id="rId56" Type="http://schemas.openxmlformats.org/officeDocument/2006/relationships/customXml" Target="../ink/ink162.xml"/><Relationship Id="rId64" Type="http://schemas.openxmlformats.org/officeDocument/2006/relationships/customXml" Target="../ink/ink166.xml"/><Relationship Id="rId69" Type="http://schemas.openxmlformats.org/officeDocument/2006/relationships/image" Target="../media/image155.png"/><Relationship Id="rId77" Type="http://schemas.openxmlformats.org/officeDocument/2006/relationships/customXml" Target="../ink/ink173.xml"/><Relationship Id="rId8" Type="http://schemas.openxmlformats.org/officeDocument/2006/relationships/customXml" Target="../ink/ink137.xml"/><Relationship Id="rId51" Type="http://schemas.openxmlformats.org/officeDocument/2006/relationships/image" Target="../media/image146.png"/><Relationship Id="rId72" Type="http://schemas.openxmlformats.org/officeDocument/2006/relationships/customXml" Target="../ink/ink170.xml"/><Relationship Id="rId80" Type="http://schemas.openxmlformats.org/officeDocument/2006/relationships/image" Target="../media/image160.png"/><Relationship Id="rId3" Type="http://schemas.openxmlformats.org/officeDocument/2006/relationships/image" Target="../media/image124.tmp"/><Relationship Id="rId12" Type="http://schemas.openxmlformats.org/officeDocument/2006/relationships/customXml" Target="../ink/ink139.xml"/><Relationship Id="rId17" Type="http://schemas.openxmlformats.org/officeDocument/2006/relationships/image" Target="../media/image131.png"/><Relationship Id="rId25" Type="http://schemas.openxmlformats.org/officeDocument/2006/relationships/customXml" Target="../ink/ink146.xml"/><Relationship Id="rId33" Type="http://schemas.openxmlformats.org/officeDocument/2006/relationships/customXml" Target="../ink/ink150.xml"/><Relationship Id="rId38" Type="http://schemas.openxmlformats.org/officeDocument/2006/relationships/image" Target="../media/image140.png"/><Relationship Id="rId46" Type="http://schemas.openxmlformats.org/officeDocument/2006/relationships/customXml" Target="../ink/ink157.xml"/><Relationship Id="rId59" Type="http://schemas.openxmlformats.org/officeDocument/2006/relationships/image" Target="../media/image150.png"/><Relationship Id="rId67" Type="http://schemas.openxmlformats.org/officeDocument/2006/relationships/image" Target="../media/image154.png"/><Relationship Id="rId20" Type="http://schemas.openxmlformats.org/officeDocument/2006/relationships/customXml" Target="../ink/ink143.xml"/><Relationship Id="rId41" Type="http://schemas.openxmlformats.org/officeDocument/2006/relationships/image" Target="../media/image141.png"/><Relationship Id="rId54" Type="http://schemas.openxmlformats.org/officeDocument/2006/relationships/customXml" Target="../ink/ink161.xml"/><Relationship Id="rId62" Type="http://schemas.openxmlformats.org/officeDocument/2006/relationships/customXml" Target="../ink/ink165.xml"/><Relationship Id="rId70" Type="http://schemas.openxmlformats.org/officeDocument/2006/relationships/customXml" Target="../ink/ink169.xml"/><Relationship Id="rId75" Type="http://schemas.openxmlformats.org/officeDocument/2006/relationships/customXml" Target="../ink/ink172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36.xml"/><Relationship Id="rId15" Type="http://schemas.openxmlformats.org/officeDocument/2006/relationships/image" Target="../media/image130.png"/><Relationship Id="rId23" Type="http://schemas.openxmlformats.org/officeDocument/2006/relationships/customXml" Target="../ink/ink145.xml"/><Relationship Id="rId28" Type="http://schemas.openxmlformats.org/officeDocument/2006/relationships/image" Target="../media/image135.png"/><Relationship Id="rId36" Type="http://schemas.openxmlformats.org/officeDocument/2006/relationships/image" Target="../media/image139.png"/><Relationship Id="rId49" Type="http://schemas.openxmlformats.org/officeDocument/2006/relationships/image" Target="../media/image145.png"/><Relationship Id="rId57" Type="http://schemas.openxmlformats.org/officeDocument/2006/relationships/image" Target="../media/image149.png"/><Relationship Id="rId10" Type="http://schemas.openxmlformats.org/officeDocument/2006/relationships/customXml" Target="../ink/ink138.xml"/><Relationship Id="rId31" Type="http://schemas.openxmlformats.org/officeDocument/2006/relationships/customXml" Target="../ink/ink149.xml"/><Relationship Id="rId44" Type="http://schemas.openxmlformats.org/officeDocument/2006/relationships/customXml" Target="../ink/ink156.xml"/><Relationship Id="rId52" Type="http://schemas.openxmlformats.org/officeDocument/2006/relationships/customXml" Target="../ink/ink160.xml"/><Relationship Id="rId60" Type="http://schemas.openxmlformats.org/officeDocument/2006/relationships/customXml" Target="../ink/ink164.xml"/><Relationship Id="rId65" Type="http://schemas.openxmlformats.org/officeDocument/2006/relationships/image" Target="../media/image153.png"/><Relationship Id="rId73" Type="http://schemas.openxmlformats.org/officeDocument/2006/relationships/image" Target="../media/image157.png"/><Relationship Id="rId78" Type="http://schemas.openxmlformats.org/officeDocument/2006/relationships/image" Target="../media/image159.png"/><Relationship Id="rId81" Type="http://schemas.openxmlformats.org/officeDocument/2006/relationships/customXml" Target="../ink/ink175.xml"/><Relationship Id="rId4" Type="http://schemas.openxmlformats.org/officeDocument/2006/relationships/customXml" Target="../ink/ink135.xml"/><Relationship Id="rId9" Type="http://schemas.openxmlformats.org/officeDocument/2006/relationships/image" Target="../media/image127.png"/><Relationship Id="rId13" Type="http://schemas.openxmlformats.org/officeDocument/2006/relationships/image" Target="../media/image129.png"/><Relationship Id="rId18" Type="http://schemas.openxmlformats.org/officeDocument/2006/relationships/customXml" Target="../ink/ink142.xml"/><Relationship Id="rId39" Type="http://schemas.openxmlformats.org/officeDocument/2006/relationships/customXml" Target="../ink/ink153.xml"/><Relationship Id="rId34" Type="http://schemas.openxmlformats.org/officeDocument/2006/relationships/image" Target="../media/image138.png"/><Relationship Id="rId50" Type="http://schemas.openxmlformats.org/officeDocument/2006/relationships/customXml" Target="../ink/ink159.xml"/><Relationship Id="rId55" Type="http://schemas.openxmlformats.org/officeDocument/2006/relationships/image" Target="../media/image148.png"/><Relationship Id="rId76" Type="http://schemas.openxmlformats.org/officeDocument/2006/relationships/image" Target="../media/image158.png"/><Relationship Id="rId7" Type="http://schemas.openxmlformats.org/officeDocument/2006/relationships/image" Target="../media/image126.png"/><Relationship Id="rId71" Type="http://schemas.openxmlformats.org/officeDocument/2006/relationships/image" Target="../media/image156.png"/><Relationship Id="rId2" Type="http://schemas.openxmlformats.org/officeDocument/2006/relationships/notesSlide" Target="../notesSlides/notesSlide3.xml"/><Relationship Id="rId29" Type="http://schemas.openxmlformats.org/officeDocument/2006/relationships/customXml" Target="../ink/ink148.xml"/><Relationship Id="rId24" Type="http://schemas.openxmlformats.org/officeDocument/2006/relationships/image" Target="../media/image133.png"/><Relationship Id="rId40" Type="http://schemas.openxmlformats.org/officeDocument/2006/relationships/customXml" Target="../ink/ink154.xml"/><Relationship Id="rId45" Type="http://schemas.openxmlformats.org/officeDocument/2006/relationships/image" Target="../media/image143.png"/><Relationship Id="rId66" Type="http://schemas.openxmlformats.org/officeDocument/2006/relationships/customXml" Target="../ink/ink167.xml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234.xml"/><Relationship Id="rId21" Type="http://schemas.openxmlformats.org/officeDocument/2006/relationships/customXml" Target="../ink/ink185.xml"/><Relationship Id="rId63" Type="http://schemas.openxmlformats.org/officeDocument/2006/relationships/customXml" Target="../ink/ink207.xml"/><Relationship Id="rId159" Type="http://schemas.openxmlformats.org/officeDocument/2006/relationships/customXml" Target="../ink/ink255.xml"/><Relationship Id="rId170" Type="http://schemas.openxmlformats.org/officeDocument/2006/relationships/customXml" Target="../ink/ink261.xml"/><Relationship Id="rId226" Type="http://schemas.openxmlformats.org/officeDocument/2006/relationships/customXml" Target="../ink/ink289.xml"/><Relationship Id="rId268" Type="http://schemas.openxmlformats.org/officeDocument/2006/relationships/customXml" Target="../ink/ink310.xml"/><Relationship Id="rId11" Type="http://schemas.openxmlformats.org/officeDocument/2006/relationships/customXml" Target="../ink/ink180.xml"/><Relationship Id="rId32" Type="http://schemas.openxmlformats.org/officeDocument/2006/relationships/image" Target="../media/image175.png"/><Relationship Id="rId53" Type="http://schemas.openxmlformats.org/officeDocument/2006/relationships/customXml" Target="../ink/ink201.xml"/><Relationship Id="rId74" Type="http://schemas.openxmlformats.org/officeDocument/2006/relationships/image" Target="../media/image195.png"/><Relationship Id="rId128" Type="http://schemas.openxmlformats.org/officeDocument/2006/relationships/image" Target="../media/image222.png"/><Relationship Id="rId149" Type="http://schemas.openxmlformats.org/officeDocument/2006/relationships/customXml" Target="../ink/ink250.xml"/><Relationship Id="rId5" Type="http://schemas.openxmlformats.org/officeDocument/2006/relationships/customXml" Target="../ink/ink177.xml"/><Relationship Id="rId95" Type="http://schemas.openxmlformats.org/officeDocument/2006/relationships/customXml" Target="../ink/ink223.xml"/><Relationship Id="rId160" Type="http://schemas.openxmlformats.org/officeDocument/2006/relationships/image" Target="../media/image237.png"/><Relationship Id="rId181" Type="http://schemas.openxmlformats.org/officeDocument/2006/relationships/image" Target="../media/image247.png"/><Relationship Id="rId216" Type="http://schemas.openxmlformats.org/officeDocument/2006/relationships/customXml" Target="../ink/ink284.xml"/><Relationship Id="rId237" Type="http://schemas.openxmlformats.org/officeDocument/2006/relationships/image" Target="../media/image275.png"/><Relationship Id="rId258" Type="http://schemas.openxmlformats.org/officeDocument/2006/relationships/customXml" Target="../ink/ink305.xml"/><Relationship Id="rId22" Type="http://schemas.openxmlformats.org/officeDocument/2006/relationships/image" Target="../media/image170.png"/><Relationship Id="rId43" Type="http://schemas.openxmlformats.org/officeDocument/2006/relationships/customXml" Target="../ink/ink196.xml"/><Relationship Id="rId64" Type="http://schemas.openxmlformats.org/officeDocument/2006/relationships/image" Target="../media/image190.png"/><Relationship Id="rId118" Type="http://schemas.openxmlformats.org/officeDocument/2006/relationships/image" Target="../media/image217.png"/><Relationship Id="rId139" Type="http://schemas.openxmlformats.org/officeDocument/2006/relationships/customXml" Target="../ink/ink245.xml"/><Relationship Id="rId85" Type="http://schemas.openxmlformats.org/officeDocument/2006/relationships/customXml" Target="../ink/ink218.xml"/><Relationship Id="rId150" Type="http://schemas.openxmlformats.org/officeDocument/2006/relationships/image" Target="../media/image233.png"/><Relationship Id="rId171" Type="http://schemas.openxmlformats.org/officeDocument/2006/relationships/image" Target="../media/image242.png"/><Relationship Id="rId192" Type="http://schemas.openxmlformats.org/officeDocument/2006/relationships/customXml" Target="../ink/ink272.xml"/><Relationship Id="rId206" Type="http://schemas.openxmlformats.org/officeDocument/2006/relationships/customXml" Target="../ink/ink279.xml"/><Relationship Id="rId227" Type="http://schemas.openxmlformats.org/officeDocument/2006/relationships/image" Target="../media/image270.png"/><Relationship Id="rId248" Type="http://schemas.openxmlformats.org/officeDocument/2006/relationships/customXml" Target="../ink/ink300.xml"/><Relationship Id="rId269" Type="http://schemas.openxmlformats.org/officeDocument/2006/relationships/image" Target="../media/image291.png"/><Relationship Id="rId12" Type="http://schemas.openxmlformats.org/officeDocument/2006/relationships/image" Target="../media/image165.png"/><Relationship Id="rId33" Type="http://schemas.openxmlformats.org/officeDocument/2006/relationships/customXml" Target="../ink/ink191.xml"/><Relationship Id="rId108" Type="http://schemas.openxmlformats.org/officeDocument/2006/relationships/image" Target="../media/image212.png"/><Relationship Id="rId129" Type="http://schemas.openxmlformats.org/officeDocument/2006/relationships/customXml" Target="../ink/ink240.xml"/><Relationship Id="rId54" Type="http://schemas.openxmlformats.org/officeDocument/2006/relationships/image" Target="../media/image186.png"/><Relationship Id="rId75" Type="http://schemas.openxmlformats.org/officeDocument/2006/relationships/customXml" Target="../ink/ink213.xml"/><Relationship Id="rId96" Type="http://schemas.openxmlformats.org/officeDocument/2006/relationships/image" Target="../media/image206.png"/><Relationship Id="rId140" Type="http://schemas.openxmlformats.org/officeDocument/2006/relationships/image" Target="../media/image228.png"/><Relationship Id="rId161" Type="http://schemas.openxmlformats.org/officeDocument/2006/relationships/customXml" Target="../ink/ink256.xml"/><Relationship Id="rId182" Type="http://schemas.openxmlformats.org/officeDocument/2006/relationships/customXml" Target="../ink/ink267.xml"/><Relationship Id="rId217" Type="http://schemas.openxmlformats.org/officeDocument/2006/relationships/image" Target="../media/image265.png"/><Relationship Id="rId6" Type="http://schemas.openxmlformats.org/officeDocument/2006/relationships/image" Target="../media/image163.png"/><Relationship Id="rId238" Type="http://schemas.openxmlformats.org/officeDocument/2006/relationships/customXml" Target="../ink/ink295.xml"/><Relationship Id="rId259" Type="http://schemas.openxmlformats.org/officeDocument/2006/relationships/image" Target="../media/image286.png"/><Relationship Id="rId23" Type="http://schemas.openxmlformats.org/officeDocument/2006/relationships/customXml" Target="../ink/ink186.xml"/><Relationship Id="rId119" Type="http://schemas.openxmlformats.org/officeDocument/2006/relationships/customXml" Target="../ink/ink235.xml"/><Relationship Id="rId270" Type="http://schemas.openxmlformats.org/officeDocument/2006/relationships/customXml" Target="../ink/ink311.xml"/><Relationship Id="rId44" Type="http://schemas.openxmlformats.org/officeDocument/2006/relationships/image" Target="../media/image181.png"/><Relationship Id="rId65" Type="http://schemas.openxmlformats.org/officeDocument/2006/relationships/customXml" Target="../ink/ink208.xml"/><Relationship Id="rId86" Type="http://schemas.openxmlformats.org/officeDocument/2006/relationships/image" Target="../media/image201.png"/><Relationship Id="rId130" Type="http://schemas.openxmlformats.org/officeDocument/2006/relationships/image" Target="../media/image223.png"/><Relationship Id="rId151" Type="http://schemas.openxmlformats.org/officeDocument/2006/relationships/customXml" Target="../ink/ink251.xml"/><Relationship Id="rId172" Type="http://schemas.openxmlformats.org/officeDocument/2006/relationships/customXml" Target="../ink/ink262.xml"/><Relationship Id="rId193" Type="http://schemas.openxmlformats.org/officeDocument/2006/relationships/image" Target="../media/image253.png"/><Relationship Id="rId207" Type="http://schemas.openxmlformats.org/officeDocument/2006/relationships/image" Target="../media/image260.png"/><Relationship Id="rId228" Type="http://schemas.openxmlformats.org/officeDocument/2006/relationships/customXml" Target="../ink/ink290.xml"/><Relationship Id="rId249" Type="http://schemas.openxmlformats.org/officeDocument/2006/relationships/image" Target="../media/image281.png"/><Relationship Id="rId13" Type="http://schemas.openxmlformats.org/officeDocument/2006/relationships/customXml" Target="../ink/ink181.xml"/><Relationship Id="rId109" Type="http://schemas.openxmlformats.org/officeDocument/2006/relationships/customXml" Target="../ink/ink230.xml"/><Relationship Id="rId260" Type="http://schemas.openxmlformats.org/officeDocument/2006/relationships/customXml" Target="../ink/ink306.xml"/><Relationship Id="rId34" Type="http://schemas.openxmlformats.org/officeDocument/2006/relationships/image" Target="../media/image176.png"/><Relationship Id="rId55" Type="http://schemas.openxmlformats.org/officeDocument/2006/relationships/customXml" Target="../ink/ink202.xml"/><Relationship Id="rId76" Type="http://schemas.openxmlformats.org/officeDocument/2006/relationships/image" Target="../media/image196.png"/><Relationship Id="rId97" Type="http://schemas.openxmlformats.org/officeDocument/2006/relationships/customXml" Target="../ink/ink224.xml"/><Relationship Id="rId120" Type="http://schemas.openxmlformats.org/officeDocument/2006/relationships/image" Target="../media/image218.png"/><Relationship Id="rId141" Type="http://schemas.openxmlformats.org/officeDocument/2006/relationships/customXml" Target="../ink/ink246.xml"/><Relationship Id="rId7" Type="http://schemas.openxmlformats.org/officeDocument/2006/relationships/customXml" Target="../ink/ink178.xml"/><Relationship Id="rId162" Type="http://schemas.openxmlformats.org/officeDocument/2006/relationships/image" Target="../media/image238.png"/><Relationship Id="rId183" Type="http://schemas.openxmlformats.org/officeDocument/2006/relationships/image" Target="../media/image248.png"/><Relationship Id="rId218" Type="http://schemas.openxmlformats.org/officeDocument/2006/relationships/customXml" Target="../ink/ink285.xml"/><Relationship Id="rId239" Type="http://schemas.openxmlformats.org/officeDocument/2006/relationships/image" Target="../media/image276.png"/><Relationship Id="rId250" Type="http://schemas.openxmlformats.org/officeDocument/2006/relationships/customXml" Target="../ink/ink301.xml"/><Relationship Id="rId271" Type="http://schemas.openxmlformats.org/officeDocument/2006/relationships/image" Target="../media/image292.png"/><Relationship Id="rId24" Type="http://schemas.openxmlformats.org/officeDocument/2006/relationships/image" Target="../media/image171.png"/><Relationship Id="rId45" Type="http://schemas.openxmlformats.org/officeDocument/2006/relationships/customXml" Target="../ink/ink197.xml"/><Relationship Id="rId66" Type="http://schemas.openxmlformats.org/officeDocument/2006/relationships/image" Target="../media/image191.png"/><Relationship Id="rId87" Type="http://schemas.openxmlformats.org/officeDocument/2006/relationships/customXml" Target="../ink/ink219.xml"/><Relationship Id="rId110" Type="http://schemas.openxmlformats.org/officeDocument/2006/relationships/image" Target="../media/image213.png"/><Relationship Id="rId131" Type="http://schemas.openxmlformats.org/officeDocument/2006/relationships/customXml" Target="../ink/ink241.xml"/><Relationship Id="rId152" Type="http://schemas.openxmlformats.org/officeDocument/2006/relationships/image" Target="../media/image234.png"/><Relationship Id="rId173" Type="http://schemas.openxmlformats.org/officeDocument/2006/relationships/image" Target="../media/image243.png"/><Relationship Id="rId194" Type="http://schemas.openxmlformats.org/officeDocument/2006/relationships/customXml" Target="../ink/ink273.xml"/><Relationship Id="rId208" Type="http://schemas.openxmlformats.org/officeDocument/2006/relationships/customXml" Target="../ink/ink280.xml"/><Relationship Id="rId229" Type="http://schemas.openxmlformats.org/officeDocument/2006/relationships/image" Target="../media/image271.png"/><Relationship Id="rId240" Type="http://schemas.openxmlformats.org/officeDocument/2006/relationships/customXml" Target="../ink/ink296.xml"/><Relationship Id="rId261" Type="http://schemas.openxmlformats.org/officeDocument/2006/relationships/image" Target="../media/image287.png"/><Relationship Id="rId14" Type="http://schemas.openxmlformats.org/officeDocument/2006/relationships/image" Target="../media/image166.png"/><Relationship Id="rId35" Type="http://schemas.openxmlformats.org/officeDocument/2006/relationships/customXml" Target="../ink/ink192.xml"/><Relationship Id="rId56" Type="http://schemas.openxmlformats.org/officeDocument/2006/relationships/customXml" Target="../ink/ink203.xml"/><Relationship Id="rId77" Type="http://schemas.openxmlformats.org/officeDocument/2006/relationships/customXml" Target="../ink/ink214.xml"/><Relationship Id="rId100" Type="http://schemas.openxmlformats.org/officeDocument/2006/relationships/image" Target="../media/image208.png"/><Relationship Id="rId8" Type="http://schemas.openxmlformats.org/officeDocument/2006/relationships/image" Target="../media/image164.png"/><Relationship Id="rId98" Type="http://schemas.openxmlformats.org/officeDocument/2006/relationships/image" Target="../media/image207.png"/><Relationship Id="rId121" Type="http://schemas.openxmlformats.org/officeDocument/2006/relationships/customXml" Target="../ink/ink236.xml"/><Relationship Id="rId142" Type="http://schemas.openxmlformats.org/officeDocument/2006/relationships/image" Target="../media/image229.png"/><Relationship Id="rId163" Type="http://schemas.openxmlformats.org/officeDocument/2006/relationships/customXml" Target="../ink/ink257.xml"/><Relationship Id="rId184" Type="http://schemas.openxmlformats.org/officeDocument/2006/relationships/customXml" Target="../ink/ink268.xml"/><Relationship Id="rId219" Type="http://schemas.openxmlformats.org/officeDocument/2006/relationships/image" Target="../media/image266.png"/><Relationship Id="rId230" Type="http://schemas.openxmlformats.org/officeDocument/2006/relationships/customXml" Target="../ink/ink291.xml"/><Relationship Id="rId251" Type="http://schemas.openxmlformats.org/officeDocument/2006/relationships/image" Target="../media/image282.png"/><Relationship Id="rId25" Type="http://schemas.openxmlformats.org/officeDocument/2006/relationships/customXml" Target="../ink/ink187.xml"/><Relationship Id="rId46" Type="http://schemas.openxmlformats.org/officeDocument/2006/relationships/image" Target="../media/image182.png"/><Relationship Id="rId67" Type="http://schemas.openxmlformats.org/officeDocument/2006/relationships/customXml" Target="../ink/ink209.xml"/><Relationship Id="rId88" Type="http://schemas.openxmlformats.org/officeDocument/2006/relationships/image" Target="../media/image202.png"/><Relationship Id="rId111" Type="http://schemas.openxmlformats.org/officeDocument/2006/relationships/customXml" Target="../ink/ink231.xml"/><Relationship Id="rId132" Type="http://schemas.openxmlformats.org/officeDocument/2006/relationships/image" Target="../media/image224.png"/><Relationship Id="rId153" Type="http://schemas.openxmlformats.org/officeDocument/2006/relationships/customXml" Target="../ink/ink252.xml"/><Relationship Id="rId174" Type="http://schemas.openxmlformats.org/officeDocument/2006/relationships/customXml" Target="../ink/ink263.xml"/><Relationship Id="rId195" Type="http://schemas.openxmlformats.org/officeDocument/2006/relationships/image" Target="../media/image254.png"/><Relationship Id="rId209" Type="http://schemas.openxmlformats.org/officeDocument/2006/relationships/image" Target="../media/image261.png"/><Relationship Id="rId220" Type="http://schemas.openxmlformats.org/officeDocument/2006/relationships/customXml" Target="../ink/ink286.xml"/><Relationship Id="rId241" Type="http://schemas.openxmlformats.org/officeDocument/2006/relationships/image" Target="../media/image277.png"/><Relationship Id="rId15" Type="http://schemas.openxmlformats.org/officeDocument/2006/relationships/customXml" Target="../ink/ink182.xml"/><Relationship Id="rId36" Type="http://schemas.openxmlformats.org/officeDocument/2006/relationships/image" Target="../media/image177.png"/><Relationship Id="rId57" Type="http://schemas.openxmlformats.org/officeDocument/2006/relationships/customXml" Target="../ink/ink204.xml"/><Relationship Id="rId262" Type="http://schemas.openxmlformats.org/officeDocument/2006/relationships/customXml" Target="../ink/ink307.xml"/><Relationship Id="rId78" Type="http://schemas.openxmlformats.org/officeDocument/2006/relationships/image" Target="../media/image197.png"/><Relationship Id="rId99" Type="http://schemas.openxmlformats.org/officeDocument/2006/relationships/customXml" Target="../ink/ink225.xml"/><Relationship Id="rId101" Type="http://schemas.openxmlformats.org/officeDocument/2006/relationships/customXml" Target="../ink/ink226.xml"/><Relationship Id="rId122" Type="http://schemas.openxmlformats.org/officeDocument/2006/relationships/image" Target="../media/image219.png"/><Relationship Id="rId143" Type="http://schemas.openxmlformats.org/officeDocument/2006/relationships/customXml" Target="../ink/ink247.xml"/><Relationship Id="rId164" Type="http://schemas.openxmlformats.org/officeDocument/2006/relationships/image" Target="../media/image239.png"/><Relationship Id="rId185" Type="http://schemas.openxmlformats.org/officeDocument/2006/relationships/image" Target="../media/image249.png"/><Relationship Id="rId9" Type="http://schemas.openxmlformats.org/officeDocument/2006/relationships/customXml" Target="../ink/ink179.xml"/><Relationship Id="rId210" Type="http://schemas.openxmlformats.org/officeDocument/2006/relationships/customXml" Target="../ink/ink281.xml"/><Relationship Id="rId26" Type="http://schemas.openxmlformats.org/officeDocument/2006/relationships/image" Target="../media/image172.png"/><Relationship Id="rId231" Type="http://schemas.openxmlformats.org/officeDocument/2006/relationships/image" Target="../media/image272.png"/><Relationship Id="rId252" Type="http://schemas.openxmlformats.org/officeDocument/2006/relationships/customXml" Target="../ink/ink302.xml"/><Relationship Id="rId47" Type="http://schemas.openxmlformats.org/officeDocument/2006/relationships/customXml" Target="../ink/ink198.xml"/><Relationship Id="rId68" Type="http://schemas.openxmlformats.org/officeDocument/2006/relationships/image" Target="../media/image192.png"/><Relationship Id="rId89" Type="http://schemas.openxmlformats.org/officeDocument/2006/relationships/customXml" Target="../ink/ink220.xml"/><Relationship Id="rId112" Type="http://schemas.openxmlformats.org/officeDocument/2006/relationships/image" Target="../media/image214.png"/><Relationship Id="rId133" Type="http://schemas.openxmlformats.org/officeDocument/2006/relationships/customXml" Target="../ink/ink242.xml"/><Relationship Id="rId154" Type="http://schemas.openxmlformats.org/officeDocument/2006/relationships/image" Target="../media/image54.png"/><Relationship Id="rId175" Type="http://schemas.openxmlformats.org/officeDocument/2006/relationships/image" Target="../media/image244.png"/><Relationship Id="rId196" Type="http://schemas.openxmlformats.org/officeDocument/2006/relationships/customXml" Target="../ink/ink274.xml"/><Relationship Id="rId200" Type="http://schemas.openxmlformats.org/officeDocument/2006/relationships/customXml" Target="../ink/ink276.xml"/><Relationship Id="rId16" Type="http://schemas.openxmlformats.org/officeDocument/2006/relationships/image" Target="../media/image167.png"/><Relationship Id="rId221" Type="http://schemas.openxmlformats.org/officeDocument/2006/relationships/image" Target="../media/image267.png"/><Relationship Id="rId242" Type="http://schemas.openxmlformats.org/officeDocument/2006/relationships/customXml" Target="../ink/ink297.xml"/><Relationship Id="rId263" Type="http://schemas.openxmlformats.org/officeDocument/2006/relationships/image" Target="../media/image288.png"/><Relationship Id="rId37" Type="http://schemas.openxmlformats.org/officeDocument/2006/relationships/customXml" Target="../ink/ink193.xml"/><Relationship Id="rId58" Type="http://schemas.openxmlformats.org/officeDocument/2006/relationships/image" Target="../media/image187.png"/><Relationship Id="rId79" Type="http://schemas.openxmlformats.org/officeDocument/2006/relationships/customXml" Target="../ink/ink215.xml"/><Relationship Id="rId102" Type="http://schemas.openxmlformats.org/officeDocument/2006/relationships/image" Target="../media/image209.png"/><Relationship Id="rId123" Type="http://schemas.openxmlformats.org/officeDocument/2006/relationships/customXml" Target="../ink/ink237.xml"/><Relationship Id="rId144" Type="http://schemas.openxmlformats.org/officeDocument/2006/relationships/image" Target="../media/image230.png"/><Relationship Id="rId90" Type="http://schemas.openxmlformats.org/officeDocument/2006/relationships/image" Target="../media/image203.png"/><Relationship Id="rId165" Type="http://schemas.openxmlformats.org/officeDocument/2006/relationships/customXml" Target="../ink/ink258.xml"/><Relationship Id="rId186" Type="http://schemas.openxmlformats.org/officeDocument/2006/relationships/customXml" Target="../ink/ink269.xml"/><Relationship Id="rId211" Type="http://schemas.openxmlformats.org/officeDocument/2006/relationships/image" Target="../media/image262.png"/><Relationship Id="rId232" Type="http://schemas.openxmlformats.org/officeDocument/2006/relationships/customXml" Target="../ink/ink292.xml"/><Relationship Id="rId253" Type="http://schemas.openxmlformats.org/officeDocument/2006/relationships/image" Target="../media/image283.png"/><Relationship Id="rId27" Type="http://schemas.openxmlformats.org/officeDocument/2006/relationships/customXml" Target="../ink/ink188.xml"/><Relationship Id="rId48" Type="http://schemas.openxmlformats.org/officeDocument/2006/relationships/image" Target="../media/image183.png"/><Relationship Id="rId69" Type="http://schemas.openxmlformats.org/officeDocument/2006/relationships/customXml" Target="../ink/ink210.xml"/><Relationship Id="rId113" Type="http://schemas.openxmlformats.org/officeDocument/2006/relationships/customXml" Target="../ink/ink232.xml"/><Relationship Id="rId134" Type="http://schemas.openxmlformats.org/officeDocument/2006/relationships/image" Target="../media/image225.png"/><Relationship Id="rId80" Type="http://schemas.openxmlformats.org/officeDocument/2006/relationships/image" Target="../media/image198.png"/><Relationship Id="rId155" Type="http://schemas.openxmlformats.org/officeDocument/2006/relationships/customXml" Target="../ink/ink253.xml"/><Relationship Id="rId176" Type="http://schemas.openxmlformats.org/officeDocument/2006/relationships/customXml" Target="../ink/ink264.xml"/><Relationship Id="rId197" Type="http://schemas.openxmlformats.org/officeDocument/2006/relationships/image" Target="../media/image255.png"/><Relationship Id="rId201" Type="http://schemas.openxmlformats.org/officeDocument/2006/relationships/image" Target="../media/image257.png"/><Relationship Id="rId222" Type="http://schemas.openxmlformats.org/officeDocument/2006/relationships/customXml" Target="../ink/ink287.xml"/><Relationship Id="rId243" Type="http://schemas.openxmlformats.org/officeDocument/2006/relationships/image" Target="../media/image278.png"/><Relationship Id="rId264" Type="http://schemas.openxmlformats.org/officeDocument/2006/relationships/customXml" Target="../ink/ink308.xml"/><Relationship Id="rId17" Type="http://schemas.openxmlformats.org/officeDocument/2006/relationships/customXml" Target="../ink/ink183.xml"/><Relationship Id="rId38" Type="http://schemas.openxmlformats.org/officeDocument/2006/relationships/image" Target="../media/image178.png"/><Relationship Id="rId59" Type="http://schemas.openxmlformats.org/officeDocument/2006/relationships/customXml" Target="../ink/ink205.xml"/><Relationship Id="rId103" Type="http://schemas.openxmlformats.org/officeDocument/2006/relationships/customXml" Target="../ink/ink227.xml"/><Relationship Id="rId124" Type="http://schemas.openxmlformats.org/officeDocument/2006/relationships/image" Target="../media/image220.png"/><Relationship Id="rId70" Type="http://schemas.openxmlformats.org/officeDocument/2006/relationships/image" Target="../media/image193.png"/><Relationship Id="rId91" Type="http://schemas.openxmlformats.org/officeDocument/2006/relationships/customXml" Target="../ink/ink221.xml"/><Relationship Id="rId145" Type="http://schemas.openxmlformats.org/officeDocument/2006/relationships/customXml" Target="../ink/ink248.xml"/><Relationship Id="rId166" Type="http://schemas.openxmlformats.org/officeDocument/2006/relationships/customXml" Target="../ink/ink259.xml"/><Relationship Id="rId187" Type="http://schemas.openxmlformats.org/officeDocument/2006/relationships/image" Target="../media/image250.png"/><Relationship Id="rId1" Type="http://schemas.openxmlformats.org/officeDocument/2006/relationships/slideLayout" Target="../slideLayouts/slideLayout6.xml"/><Relationship Id="rId212" Type="http://schemas.openxmlformats.org/officeDocument/2006/relationships/customXml" Target="../ink/ink282.xml"/><Relationship Id="rId233" Type="http://schemas.openxmlformats.org/officeDocument/2006/relationships/image" Target="../media/image273.png"/><Relationship Id="rId254" Type="http://schemas.openxmlformats.org/officeDocument/2006/relationships/customXml" Target="../ink/ink303.xml"/><Relationship Id="rId28" Type="http://schemas.openxmlformats.org/officeDocument/2006/relationships/image" Target="../media/image173.png"/><Relationship Id="rId49" Type="http://schemas.openxmlformats.org/officeDocument/2006/relationships/customXml" Target="../ink/ink199.xml"/><Relationship Id="rId114" Type="http://schemas.openxmlformats.org/officeDocument/2006/relationships/image" Target="../media/image215.png"/><Relationship Id="rId60" Type="http://schemas.openxmlformats.org/officeDocument/2006/relationships/image" Target="../media/image188.png"/><Relationship Id="rId81" Type="http://schemas.openxmlformats.org/officeDocument/2006/relationships/customXml" Target="../ink/ink216.xml"/><Relationship Id="rId135" Type="http://schemas.openxmlformats.org/officeDocument/2006/relationships/customXml" Target="../ink/ink243.xml"/><Relationship Id="rId156" Type="http://schemas.openxmlformats.org/officeDocument/2006/relationships/image" Target="../media/image235.png"/><Relationship Id="rId177" Type="http://schemas.openxmlformats.org/officeDocument/2006/relationships/image" Target="../media/image245.png"/><Relationship Id="rId198" Type="http://schemas.openxmlformats.org/officeDocument/2006/relationships/customXml" Target="../ink/ink275.xml"/><Relationship Id="rId202" Type="http://schemas.openxmlformats.org/officeDocument/2006/relationships/customXml" Target="../ink/ink277.xml"/><Relationship Id="rId223" Type="http://schemas.openxmlformats.org/officeDocument/2006/relationships/image" Target="../media/image268.png"/><Relationship Id="rId244" Type="http://schemas.openxmlformats.org/officeDocument/2006/relationships/customXml" Target="../ink/ink298.xml"/><Relationship Id="rId18" Type="http://schemas.openxmlformats.org/officeDocument/2006/relationships/image" Target="../media/image168.png"/><Relationship Id="rId39" Type="http://schemas.openxmlformats.org/officeDocument/2006/relationships/customXml" Target="../ink/ink194.xml"/><Relationship Id="rId265" Type="http://schemas.openxmlformats.org/officeDocument/2006/relationships/image" Target="../media/image289.png"/><Relationship Id="rId50" Type="http://schemas.openxmlformats.org/officeDocument/2006/relationships/image" Target="../media/image184.png"/><Relationship Id="rId104" Type="http://schemas.openxmlformats.org/officeDocument/2006/relationships/image" Target="../media/image210.png"/><Relationship Id="rId125" Type="http://schemas.openxmlformats.org/officeDocument/2006/relationships/customXml" Target="../ink/ink238.xml"/><Relationship Id="rId146" Type="http://schemas.openxmlformats.org/officeDocument/2006/relationships/image" Target="../media/image231.png"/><Relationship Id="rId167" Type="http://schemas.openxmlformats.org/officeDocument/2006/relationships/image" Target="../media/image240.png"/><Relationship Id="rId188" Type="http://schemas.openxmlformats.org/officeDocument/2006/relationships/customXml" Target="../ink/ink270.xml"/><Relationship Id="rId71" Type="http://schemas.openxmlformats.org/officeDocument/2006/relationships/customXml" Target="../ink/ink211.xml"/><Relationship Id="rId92" Type="http://schemas.openxmlformats.org/officeDocument/2006/relationships/image" Target="../media/image204.png"/><Relationship Id="rId213" Type="http://schemas.openxmlformats.org/officeDocument/2006/relationships/image" Target="../media/image263.png"/><Relationship Id="rId234" Type="http://schemas.openxmlformats.org/officeDocument/2006/relationships/customXml" Target="../ink/ink293.xml"/><Relationship Id="rId2" Type="http://schemas.openxmlformats.org/officeDocument/2006/relationships/notesSlide" Target="../notesSlides/notesSlide4.xml"/><Relationship Id="rId29" Type="http://schemas.openxmlformats.org/officeDocument/2006/relationships/customXml" Target="../ink/ink189.xml"/><Relationship Id="rId255" Type="http://schemas.openxmlformats.org/officeDocument/2006/relationships/image" Target="../media/image284.png"/><Relationship Id="rId40" Type="http://schemas.openxmlformats.org/officeDocument/2006/relationships/image" Target="../media/image179.png"/><Relationship Id="rId115" Type="http://schemas.openxmlformats.org/officeDocument/2006/relationships/customXml" Target="../ink/ink233.xml"/><Relationship Id="rId136" Type="http://schemas.openxmlformats.org/officeDocument/2006/relationships/image" Target="../media/image226.png"/><Relationship Id="rId157" Type="http://schemas.openxmlformats.org/officeDocument/2006/relationships/customXml" Target="../ink/ink254.xml"/><Relationship Id="rId178" Type="http://schemas.openxmlformats.org/officeDocument/2006/relationships/customXml" Target="../ink/ink265.xml"/><Relationship Id="rId61" Type="http://schemas.openxmlformats.org/officeDocument/2006/relationships/customXml" Target="../ink/ink206.xml"/><Relationship Id="rId82" Type="http://schemas.openxmlformats.org/officeDocument/2006/relationships/image" Target="../media/image199.png"/><Relationship Id="rId199" Type="http://schemas.openxmlformats.org/officeDocument/2006/relationships/image" Target="../media/image256.png"/><Relationship Id="rId203" Type="http://schemas.openxmlformats.org/officeDocument/2006/relationships/image" Target="../media/image258.png"/><Relationship Id="rId19" Type="http://schemas.openxmlformats.org/officeDocument/2006/relationships/customXml" Target="../ink/ink184.xml"/><Relationship Id="rId224" Type="http://schemas.openxmlformats.org/officeDocument/2006/relationships/customXml" Target="../ink/ink288.xml"/><Relationship Id="rId245" Type="http://schemas.openxmlformats.org/officeDocument/2006/relationships/image" Target="../media/image279.png"/><Relationship Id="rId266" Type="http://schemas.openxmlformats.org/officeDocument/2006/relationships/customXml" Target="../ink/ink309.xml"/><Relationship Id="rId30" Type="http://schemas.openxmlformats.org/officeDocument/2006/relationships/image" Target="../media/image174.png"/><Relationship Id="rId105" Type="http://schemas.openxmlformats.org/officeDocument/2006/relationships/customXml" Target="../ink/ink228.xml"/><Relationship Id="rId126" Type="http://schemas.openxmlformats.org/officeDocument/2006/relationships/image" Target="../media/image221.png"/><Relationship Id="rId147" Type="http://schemas.openxmlformats.org/officeDocument/2006/relationships/customXml" Target="../ink/ink249.xml"/><Relationship Id="rId168" Type="http://schemas.openxmlformats.org/officeDocument/2006/relationships/customXml" Target="../ink/ink260.xml"/><Relationship Id="rId51" Type="http://schemas.openxmlformats.org/officeDocument/2006/relationships/customXml" Target="../ink/ink200.xml"/><Relationship Id="rId72" Type="http://schemas.openxmlformats.org/officeDocument/2006/relationships/image" Target="../media/image194.png"/><Relationship Id="rId93" Type="http://schemas.openxmlformats.org/officeDocument/2006/relationships/customXml" Target="../ink/ink222.xml"/><Relationship Id="rId189" Type="http://schemas.openxmlformats.org/officeDocument/2006/relationships/image" Target="../media/image251.png"/><Relationship Id="rId3" Type="http://schemas.openxmlformats.org/officeDocument/2006/relationships/customXml" Target="../ink/ink176.xml"/><Relationship Id="rId214" Type="http://schemas.openxmlformats.org/officeDocument/2006/relationships/customXml" Target="../ink/ink283.xml"/><Relationship Id="rId235" Type="http://schemas.openxmlformats.org/officeDocument/2006/relationships/image" Target="../media/image274.png"/><Relationship Id="rId256" Type="http://schemas.openxmlformats.org/officeDocument/2006/relationships/customXml" Target="../ink/ink304.xml"/><Relationship Id="rId116" Type="http://schemas.openxmlformats.org/officeDocument/2006/relationships/image" Target="../media/image216.png"/><Relationship Id="rId137" Type="http://schemas.openxmlformats.org/officeDocument/2006/relationships/customXml" Target="../ink/ink244.xml"/><Relationship Id="rId158" Type="http://schemas.openxmlformats.org/officeDocument/2006/relationships/image" Target="../media/image236.png"/><Relationship Id="rId20" Type="http://schemas.openxmlformats.org/officeDocument/2006/relationships/image" Target="../media/image169.png"/><Relationship Id="rId41" Type="http://schemas.openxmlformats.org/officeDocument/2006/relationships/customXml" Target="../ink/ink195.xml"/><Relationship Id="rId62" Type="http://schemas.openxmlformats.org/officeDocument/2006/relationships/image" Target="../media/image189.png"/><Relationship Id="rId83" Type="http://schemas.openxmlformats.org/officeDocument/2006/relationships/customXml" Target="../ink/ink217.xml"/><Relationship Id="rId179" Type="http://schemas.openxmlformats.org/officeDocument/2006/relationships/image" Target="../media/image246.png"/><Relationship Id="rId190" Type="http://schemas.openxmlformats.org/officeDocument/2006/relationships/customXml" Target="../ink/ink271.xml"/><Relationship Id="rId204" Type="http://schemas.openxmlformats.org/officeDocument/2006/relationships/customXml" Target="../ink/ink278.xml"/><Relationship Id="rId225" Type="http://schemas.openxmlformats.org/officeDocument/2006/relationships/image" Target="../media/image269.png"/><Relationship Id="rId246" Type="http://schemas.openxmlformats.org/officeDocument/2006/relationships/customXml" Target="../ink/ink299.xml"/><Relationship Id="rId267" Type="http://schemas.openxmlformats.org/officeDocument/2006/relationships/image" Target="../media/image290.png"/><Relationship Id="rId106" Type="http://schemas.openxmlformats.org/officeDocument/2006/relationships/image" Target="../media/image211.png"/><Relationship Id="rId127" Type="http://schemas.openxmlformats.org/officeDocument/2006/relationships/customXml" Target="../ink/ink239.xml"/><Relationship Id="rId10" Type="http://schemas.openxmlformats.org/officeDocument/2006/relationships/image" Target="../media/image24.png"/><Relationship Id="rId31" Type="http://schemas.openxmlformats.org/officeDocument/2006/relationships/customXml" Target="../ink/ink190.xml"/><Relationship Id="rId52" Type="http://schemas.openxmlformats.org/officeDocument/2006/relationships/image" Target="../media/image185.png"/><Relationship Id="rId73" Type="http://schemas.openxmlformats.org/officeDocument/2006/relationships/customXml" Target="../ink/ink212.xml"/><Relationship Id="rId94" Type="http://schemas.openxmlformats.org/officeDocument/2006/relationships/image" Target="../media/image205.png"/><Relationship Id="rId148" Type="http://schemas.openxmlformats.org/officeDocument/2006/relationships/image" Target="../media/image232.png"/><Relationship Id="rId169" Type="http://schemas.openxmlformats.org/officeDocument/2006/relationships/image" Target="../media/image241.png"/><Relationship Id="rId4" Type="http://schemas.openxmlformats.org/officeDocument/2006/relationships/image" Target="../media/image162.png"/><Relationship Id="rId180" Type="http://schemas.openxmlformats.org/officeDocument/2006/relationships/customXml" Target="../ink/ink266.xml"/><Relationship Id="rId215" Type="http://schemas.openxmlformats.org/officeDocument/2006/relationships/image" Target="../media/image264.png"/><Relationship Id="rId236" Type="http://schemas.openxmlformats.org/officeDocument/2006/relationships/customXml" Target="../ink/ink294.xml"/><Relationship Id="rId257" Type="http://schemas.openxmlformats.org/officeDocument/2006/relationships/image" Target="../media/image285.png"/><Relationship Id="rId42" Type="http://schemas.openxmlformats.org/officeDocument/2006/relationships/image" Target="../media/image180.png"/><Relationship Id="rId84" Type="http://schemas.openxmlformats.org/officeDocument/2006/relationships/image" Target="../media/image200.png"/><Relationship Id="rId138" Type="http://schemas.openxmlformats.org/officeDocument/2006/relationships/image" Target="../media/image227.png"/><Relationship Id="rId191" Type="http://schemas.openxmlformats.org/officeDocument/2006/relationships/image" Target="../media/image252.png"/><Relationship Id="rId205" Type="http://schemas.openxmlformats.org/officeDocument/2006/relationships/image" Target="../media/image259.png"/><Relationship Id="rId247" Type="http://schemas.openxmlformats.org/officeDocument/2006/relationships/image" Target="../media/image280.png"/><Relationship Id="rId107" Type="http://schemas.openxmlformats.org/officeDocument/2006/relationships/customXml" Target="../ink/ink229.xml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14.png"/><Relationship Id="rId21" Type="http://schemas.openxmlformats.org/officeDocument/2006/relationships/image" Target="../media/image224.png"/><Relationship Id="rId42" Type="http://schemas.openxmlformats.org/officeDocument/2006/relationships/customXml" Target="../ink/ink332.xml"/><Relationship Id="rId63" Type="http://schemas.openxmlformats.org/officeDocument/2006/relationships/image" Target="../media/image287.png"/><Relationship Id="rId84" Type="http://schemas.openxmlformats.org/officeDocument/2006/relationships/customXml" Target="../ink/ink353.xml"/><Relationship Id="rId138" Type="http://schemas.openxmlformats.org/officeDocument/2006/relationships/customXml" Target="../ink/ink380.xml"/><Relationship Id="rId159" Type="http://schemas.openxmlformats.org/officeDocument/2006/relationships/image" Target="../media/image335.png"/><Relationship Id="rId170" Type="http://schemas.openxmlformats.org/officeDocument/2006/relationships/customXml" Target="../ink/ink396.xml"/><Relationship Id="rId191" Type="http://schemas.openxmlformats.org/officeDocument/2006/relationships/image" Target="../media/image351.png"/><Relationship Id="rId205" Type="http://schemas.openxmlformats.org/officeDocument/2006/relationships/image" Target="../media/image358.png"/><Relationship Id="rId226" Type="http://schemas.openxmlformats.org/officeDocument/2006/relationships/customXml" Target="../ink/ink424.xml"/><Relationship Id="rId247" Type="http://schemas.openxmlformats.org/officeDocument/2006/relationships/image" Target="../media/image378.png"/><Relationship Id="rId107" Type="http://schemas.openxmlformats.org/officeDocument/2006/relationships/image" Target="../media/image309.png"/><Relationship Id="rId11" Type="http://schemas.openxmlformats.org/officeDocument/2006/relationships/image" Target="../media/image219.png"/><Relationship Id="rId32" Type="http://schemas.openxmlformats.org/officeDocument/2006/relationships/customXml" Target="../ink/ink327.xml"/><Relationship Id="rId53" Type="http://schemas.openxmlformats.org/officeDocument/2006/relationships/image" Target="../media/image282.png"/><Relationship Id="rId74" Type="http://schemas.openxmlformats.org/officeDocument/2006/relationships/customXml" Target="../ink/ink348.xml"/><Relationship Id="rId128" Type="http://schemas.openxmlformats.org/officeDocument/2006/relationships/customXml" Target="../ink/ink375.xml"/><Relationship Id="rId149" Type="http://schemas.openxmlformats.org/officeDocument/2006/relationships/image" Target="../media/image330.png"/><Relationship Id="rId5" Type="http://schemas.openxmlformats.org/officeDocument/2006/relationships/image" Target="../media/image216.png"/><Relationship Id="rId95" Type="http://schemas.openxmlformats.org/officeDocument/2006/relationships/image" Target="../media/image303.png"/><Relationship Id="rId160" Type="http://schemas.openxmlformats.org/officeDocument/2006/relationships/customXml" Target="../ink/ink391.xml"/><Relationship Id="rId181" Type="http://schemas.openxmlformats.org/officeDocument/2006/relationships/image" Target="../media/image346.png"/><Relationship Id="rId216" Type="http://schemas.openxmlformats.org/officeDocument/2006/relationships/customXml" Target="../ink/ink419.xml"/><Relationship Id="rId237" Type="http://schemas.openxmlformats.org/officeDocument/2006/relationships/image" Target="../media/image373.png"/><Relationship Id="rId258" Type="http://schemas.openxmlformats.org/officeDocument/2006/relationships/customXml" Target="../ink/ink440.xml"/><Relationship Id="rId22" Type="http://schemas.openxmlformats.org/officeDocument/2006/relationships/customXml" Target="../ink/ink322.xml"/><Relationship Id="rId43" Type="http://schemas.openxmlformats.org/officeDocument/2006/relationships/image" Target="../media/image277.png"/><Relationship Id="rId64" Type="http://schemas.openxmlformats.org/officeDocument/2006/relationships/customXml" Target="../ink/ink343.xml"/><Relationship Id="rId118" Type="http://schemas.openxmlformats.org/officeDocument/2006/relationships/customXml" Target="../ink/ink370.xml"/><Relationship Id="rId139" Type="http://schemas.openxmlformats.org/officeDocument/2006/relationships/image" Target="../media/image325.png"/><Relationship Id="rId85" Type="http://schemas.openxmlformats.org/officeDocument/2006/relationships/image" Target="../media/image298.png"/><Relationship Id="rId150" Type="http://schemas.openxmlformats.org/officeDocument/2006/relationships/customXml" Target="../ink/ink386.xml"/><Relationship Id="rId171" Type="http://schemas.openxmlformats.org/officeDocument/2006/relationships/image" Target="../media/image341.png"/><Relationship Id="rId192" Type="http://schemas.openxmlformats.org/officeDocument/2006/relationships/customXml" Target="../ink/ink407.xml"/><Relationship Id="rId206" Type="http://schemas.openxmlformats.org/officeDocument/2006/relationships/customXml" Target="../ink/ink414.xml"/><Relationship Id="rId227" Type="http://schemas.openxmlformats.org/officeDocument/2006/relationships/image" Target="../media/image369.png"/><Relationship Id="rId248" Type="http://schemas.openxmlformats.org/officeDocument/2006/relationships/customXml" Target="../ink/ink435.xml"/><Relationship Id="rId12" Type="http://schemas.openxmlformats.org/officeDocument/2006/relationships/customXml" Target="../ink/ink317.xml"/><Relationship Id="rId33" Type="http://schemas.openxmlformats.org/officeDocument/2006/relationships/image" Target="../media/image230.png"/><Relationship Id="rId108" Type="http://schemas.openxmlformats.org/officeDocument/2006/relationships/customXml" Target="../ink/ink365.xml"/><Relationship Id="rId129" Type="http://schemas.openxmlformats.org/officeDocument/2006/relationships/image" Target="../media/image320.png"/><Relationship Id="rId54" Type="http://schemas.openxmlformats.org/officeDocument/2006/relationships/customXml" Target="../ink/ink338.xml"/><Relationship Id="rId75" Type="http://schemas.openxmlformats.org/officeDocument/2006/relationships/image" Target="../media/image293.png"/><Relationship Id="rId96" Type="http://schemas.openxmlformats.org/officeDocument/2006/relationships/customXml" Target="../ink/ink359.xml"/><Relationship Id="rId140" Type="http://schemas.openxmlformats.org/officeDocument/2006/relationships/customXml" Target="../ink/ink381.xml"/><Relationship Id="rId161" Type="http://schemas.openxmlformats.org/officeDocument/2006/relationships/image" Target="../media/image336.png"/><Relationship Id="rId182" Type="http://schemas.openxmlformats.org/officeDocument/2006/relationships/customXml" Target="../ink/ink402.xml"/><Relationship Id="rId217" Type="http://schemas.openxmlformats.org/officeDocument/2006/relationships/image" Target="../media/image364.png"/><Relationship Id="rId6" Type="http://schemas.openxmlformats.org/officeDocument/2006/relationships/customXml" Target="../ink/ink314.xml"/><Relationship Id="rId238" Type="http://schemas.openxmlformats.org/officeDocument/2006/relationships/customXml" Target="../ink/ink430.xml"/><Relationship Id="rId259" Type="http://schemas.openxmlformats.org/officeDocument/2006/relationships/image" Target="../media/image384.png"/><Relationship Id="rId23" Type="http://schemas.openxmlformats.org/officeDocument/2006/relationships/image" Target="../media/image225.png"/><Relationship Id="rId119" Type="http://schemas.openxmlformats.org/officeDocument/2006/relationships/image" Target="../media/image315.png"/><Relationship Id="rId44" Type="http://schemas.openxmlformats.org/officeDocument/2006/relationships/customXml" Target="../ink/ink333.xml"/><Relationship Id="rId65" Type="http://schemas.openxmlformats.org/officeDocument/2006/relationships/image" Target="../media/image288.png"/><Relationship Id="rId86" Type="http://schemas.openxmlformats.org/officeDocument/2006/relationships/customXml" Target="../ink/ink354.xml"/><Relationship Id="rId130" Type="http://schemas.openxmlformats.org/officeDocument/2006/relationships/customXml" Target="../ink/ink376.xml"/><Relationship Id="rId151" Type="http://schemas.openxmlformats.org/officeDocument/2006/relationships/image" Target="../media/image331.png"/><Relationship Id="rId172" Type="http://schemas.openxmlformats.org/officeDocument/2006/relationships/customXml" Target="../ink/ink397.xml"/><Relationship Id="rId193" Type="http://schemas.openxmlformats.org/officeDocument/2006/relationships/image" Target="../media/image352.png"/><Relationship Id="rId207" Type="http://schemas.openxmlformats.org/officeDocument/2006/relationships/image" Target="../media/image359.png"/><Relationship Id="rId228" Type="http://schemas.openxmlformats.org/officeDocument/2006/relationships/customXml" Target="../ink/ink425.xml"/><Relationship Id="rId249" Type="http://schemas.openxmlformats.org/officeDocument/2006/relationships/image" Target="../media/image379.png"/><Relationship Id="rId13" Type="http://schemas.openxmlformats.org/officeDocument/2006/relationships/image" Target="../media/image220.png"/><Relationship Id="rId109" Type="http://schemas.openxmlformats.org/officeDocument/2006/relationships/image" Target="../media/image310.png"/><Relationship Id="rId34" Type="http://schemas.openxmlformats.org/officeDocument/2006/relationships/customXml" Target="../ink/ink328.xml"/><Relationship Id="rId55" Type="http://schemas.openxmlformats.org/officeDocument/2006/relationships/image" Target="../media/image283.png"/><Relationship Id="rId76" Type="http://schemas.openxmlformats.org/officeDocument/2006/relationships/customXml" Target="../ink/ink349.xml"/><Relationship Id="rId97" Type="http://schemas.openxmlformats.org/officeDocument/2006/relationships/image" Target="../media/image304.png"/><Relationship Id="rId120" Type="http://schemas.openxmlformats.org/officeDocument/2006/relationships/customXml" Target="../ink/ink371.xml"/><Relationship Id="rId141" Type="http://schemas.openxmlformats.org/officeDocument/2006/relationships/image" Target="../media/image326.png"/><Relationship Id="rId7" Type="http://schemas.openxmlformats.org/officeDocument/2006/relationships/image" Target="../media/image217.png"/><Relationship Id="rId162" Type="http://schemas.openxmlformats.org/officeDocument/2006/relationships/customXml" Target="../ink/ink392.xml"/><Relationship Id="rId183" Type="http://schemas.openxmlformats.org/officeDocument/2006/relationships/image" Target="../media/image347.png"/><Relationship Id="rId218" Type="http://schemas.openxmlformats.org/officeDocument/2006/relationships/customXml" Target="../ink/ink420.xml"/><Relationship Id="rId239" Type="http://schemas.openxmlformats.org/officeDocument/2006/relationships/image" Target="../media/image374.png"/><Relationship Id="rId250" Type="http://schemas.openxmlformats.org/officeDocument/2006/relationships/customXml" Target="../ink/ink436.xml"/><Relationship Id="rId24" Type="http://schemas.openxmlformats.org/officeDocument/2006/relationships/customXml" Target="../ink/ink323.xml"/><Relationship Id="rId45" Type="http://schemas.openxmlformats.org/officeDocument/2006/relationships/image" Target="../media/image278.png"/><Relationship Id="rId66" Type="http://schemas.openxmlformats.org/officeDocument/2006/relationships/customXml" Target="../ink/ink344.xml"/><Relationship Id="rId87" Type="http://schemas.openxmlformats.org/officeDocument/2006/relationships/image" Target="../media/image299.png"/><Relationship Id="rId110" Type="http://schemas.openxmlformats.org/officeDocument/2006/relationships/customXml" Target="../ink/ink366.xml"/><Relationship Id="rId131" Type="http://schemas.openxmlformats.org/officeDocument/2006/relationships/image" Target="../media/image321.png"/><Relationship Id="rId152" Type="http://schemas.openxmlformats.org/officeDocument/2006/relationships/customXml" Target="../ink/ink387.xml"/><Relationship Id="rId173" Type="http://schemas.openxmlformats.org/officeDocument/2006/relationships/image" Target="../media/image342.png"/><Relationship Id="rId194" Type="http://schemas.openxmlformats.org/officeDocument/2006/relationships/customXml" Target="../ink/ink408.xml"/><Relationship Id="rId208" Type="http://schemas.openxmlformats.org/officeDocument/2006/relationships/customXml" Target="../ink/ink415.xml"/><Relationship Id="rId229" Type="http://schemas.openxmlformats.org/officeDocument/2006/relationships/image" Target="../media/image370.png"/><Relationship Id="rId240" Type="http://schemas.openxmlformats.org/officeDocument/2006/relationships/customXml" Target="../ink/ink431.xml"/><Relationship Id="rId14" Type="http://schemas.openxmlformats.org/officeDocument/2006/relationships/customXml" Target="../ink/ink318.xml"/><Relationship Id="rId35" Type="http://schemas.openxmlformats.org/officeDocument/2006/relationships/image" Target="../media/image273.png"/><Relationship Id="rId56" Type="http://schemas.openxmlformats.org/officeDocument/2006/relationships/customXml" Target="../ink/ink339.xml"/><Relationship Id="rId77" Type="http://schemas.openxmlformats.org/officeDocument/2006/relationships/image" Target="../media/image294.png"/><Relationship Id="rId100" Type="http://schemas.openxmlformats.org/officeDocument/2006/relationships/customXml" Target="../ink/ink361.xml"/><Relationship Id="rId8" Type="http://schemas.openxmlformats.org/officeDocument/2006/relationships/customXml" Target="../ink/ink315.xml"/><Relationship Id="rId98" Type="http://schemas.openxmlformats.org/officeDocument/2006/relationships/customXml" Target="../ink/ink360.xml"/><Relationship Id="rId121" Type="http://schemas.openxmlformats.org/officeDocument/2006/relationships/image" Target="../media/image316.png"/><Relationship Id="rId142" Type="http://schemas.openxmlformats.org/officeDocument/2006/relationships/customXml" Target="../ink/ink382.xml"/><Relationship Id="rId163" Type="http://schemas.openxmlformats.org/officeDocument/2006/relationships/image" Target="../media/image337.png"/><Relationship Id="rId184" Type="http://schemas.openxmlformats.org/officeDocument/2006/relationships/customXml" Target="../ink/ink403.xml"/><Relationship Id="rId219" Type="http://schemas.openxmlformats.org/officeDocument/2006/relationships/image" Target="../media/image365.png"/><Relationship Id="rId230" Type="http://schemas.openxmlformats.org/officeDocument/2006/relationships/customXml" Target="../ink/ink426.xml"/><Relationship Id="rId251" Type="http://schemas.openxmlformats.org/officeDocument/2006/relationships/image" Target="../media/image380.png"/><Relationship Id="rId25" Type="http://schemas.openxmlformats.org/officeDocument/2006/relationships/image" Target="../media/image226.png"/><Relationship Id="rId46" Type="http://schemas.openxmlformats.org/officeDocument/2006/relationships/customXml" Target="../ink/ink334.xml"/><Relationship Id="rId67" Type="http://schemas.openxmlformats.org/officeDocument/2006/relationships/image" Target="../media/image289.png"/><Relationship Id="rId88" Type="http://schemas.openxmlformats.org/officeDocument/2006/relationships/customXml" Target="../ink/ink355.xml"/><Relationship Id="rId111" Type="http://schemas.openxmlformats.org/officeDocument/2006/relationships/image" Target="../media/image311.png"/><Relationship Id="rId132" Type="http://schemas.openxmlformats.org/officeDocument/2006/relationships/customXml" Target="../ink/ink377.xml"/><Relationship Id="rId153" Type="http://schemas.openxmlformats.org/officeDocument/2006/relationships/image" Target="../media/image332.png"/><Relationship Id="rId174" Type="http://schemas.openxmlformats.org/officeDocument/2006/relationships/customXml" Target="../ink/ink398.xml"/><Relationship Id="rId195" Type="http://schemas.openxmlformats.org/officeDocument/2006/relationships/image" Target="../media/image353.png"/><Relationship Id="rId209" Type="http://schemas.openxmlformats.org/officeDocument/2006/relationships/image" Target="../media/image360.png"/><Relationship Id="rId220" Type="http://schemas.openxmlformats.org/officeDocument/2006/relationships/customXml" Target="../ink/ink421.xml"/><Relationship Id="rId241" Type="http://schemas.openxmlformats.org/officeDocument/2006/relationships/image" Target="../media/image375.png"/><Relationship Id="rId15" Type="http://schemas.openxmlformats.org/officeDocument/2006/relationships/image" Target="../media/image221.png"/><Relationship Id="rId36" Type="http://schemas.openxmlformats.org/officeDocument/2006/relationships/customXml" Target="../ink/ink329.xml"/><Relationship Id="rId57" Type="http://schemas.openxmlformats.org/officeDocument/2006/relationships/image" Target="../media/image284.png"/><Relationship Id="rId78" Type="http://schemas.openxmlformats.org/officeDocument/2006/relationships/customXml" Target="../ink/ink350.xml"/><Relationship Id="rId99" Type="http://schemas.openxmlformats.org/officeDocument/2006/relationships/image" Target="../media/image305.png"/><Relationship Id="rId101" Type="http://schemas.openxmlformats.org/officeDocument/2006/relationships/image" Target="../media/image306.png"/><Relationship Id="rId122" Type="http://schemas.openxmlformats.org/officeDocument/2006/relationships/customXml" Target="../ink/ink372.xml"/><Relationship Id="rId143" Type="http://schemas.openxmlformats.org/officeDocument/2006/relationships/image" Target="../media/image327.png"/><Relationship Id="rId164" Type="http://schemas.openxmlformats.org/officeDocument/2006/relationships/customXml" Target="../ink/ink393.xml"/><Relationship Id="rId185" Type="http://schemas.openxmlformats.org/officeDocument/2006/relationships/image" Target="../media/image348.png"/><Relationship Id="rId9" Type="http://schemas.openxmlformats.org/officeDocument/2006/relationships/image" Target="../media/image218.png"/><Relationship Id="rId210" Type="http://schemas.openxmlformats.org/officeDocument/2006/relationships/customXml" Target="../ink/ink416.xml"/><Relationship Id="rId26" Type="http://schemas.openxmlformats.org/officeDocument/2006/relationships/customXml" Target="../ink/ink324.xml"/><Relationship Id="rId231" Type="http://schemas.openxmlformats.org/officeDocument/2006/relationships/image" Target="../media/image24.png"/><Relationship Id="rId252" Type="http://schemas.openxmlformats.org/officeDocument/2006/relationships/customXml" Target="../ink/ink437.xml"/><Relationship Id="rId47" Type="http://schemas.openxmlformats.org/officeDocument/2006/relationships/image" Target="../media/image279.png"/><Relationship Id="rId68" Type="http://schemas.openxmlformats.org/officeDocument/2006/relationships/customXml" Target="../ink/ink345.xml"/><Relationship Id="rId89" Type="http://schemas.openxmlformats.org/officeDocument/2006/relationships/image" Target="../media/image300.png"/><Relationship Id="rId112" Type="http://schemas.openxmlformats.org/officeDocument/2006/relationships/customXml" Target="../ink/ink367.xml"/><Relationship Id="rId133" Type="http://schemas.openxmlformats.org/officeDocument/2006/relationships/image" Target="../media/image322.png"/><Relationship Id="rId154" Type="http://schemas.openxmlformats.org/officeDocument/2006/relationships/customXml" Target="../ink/ink388.xml"/><Relationship Id="rId175" Type="http://schemas.openxmlformats.org/officeDocument/2006/relationships/image" Target="../media/image343.png"/><Relationship Id="rId196" Type="http://schemas.openxmlformats.org/officeDocument/2006/relationships/customXml" Target="../ink/ink409.xml"/><Relationship Id="rId200" Type="http://schemas.openxmlformats.org/officeDocument/2006/relationships/customXml" Target="../ink/ink411.xml"/><Relationship Id="rId16" Type="http://schemas.openxmlformats.org/officeDocument/2006/relationships/customXml" Target="../ink/ink319.xml"/><Relationship Id="rId221" Type="http://schemas.openxmlformats.org/officeDocument/2006/relationships/image" Target="../media/image366.png"/><Relationship Id="rId242" Type="http://schemas.openxmlformats.org/officeDocument/2006/relationships/customXml" Target="../ink/ink432.xml"/><Relationship Id="rId37" Type="http://schemas.openxmlformats.org/officeDocument/2006/relationships/image" Target="../media/image274.png"/><Relationship Id="rId58" Type="http://schemas.openxmlformats.org/officeDocument/2006/relationships/customXml" Target="../ink/ink340.xml"/><Relationship Id="rId79" Type="http://schemas.openxmlformats.org/officeDocument/2006/relationships/image" Target="../media/image295.png"/><Relationship Id="rId102" Type="http://schemas.openxmlformats.org/officeDocument/2006/relationships/customXml" Target="../ink/ink362.xml"/><Relationship Id="rId123" Type="http://schemas.openxmlformats.org/officeDocument/2006/relationships/image" Target="../media/image317.png"/><Relationship Id="rId144" Type="http://schemas.openxmlformats.org/officeDocument/2006/relationships/customXml" Target="../ink/ink383.xml"/><Relationship Id="rId90" Type="http://schemas.openxmlformats.org/officeDocument/2006/relationships/customXml" Target="../ink/ink356.xml"/><Relationship Id="rId165" Type="http://schemas.openxmlformats.org/officeDocument/2006/relationships/image" Target="../media/image338.png"/><Relationship Id="rId186" Type="http://schemas.openxmlformats.org/officeDocument/2006/relationships/customXml" Target="../ink/ink404.xml"/><Relationship Id="rId211" Type="http://schemas.openxmlformats.org/officeDocument/2006/relationships/image" Target="../media/image361.png"/><Relationship Id="rId232" Type="http://schemas.openxmlformats.org/officeDocument/2006/relationships/customXml" Target="../ink/ink427.xml"/><Relationship Id="rId253" Type="http://schemas.openxmlformats.org/officeDocument/2006/relationships/image" Target="../media/image381.png"/><Relationship Id="rId27" Type="http://schemas.openxmlformats.org/officeDocument/2006/relationships/image" Target="../media/image227.png"/><Relationship Id="rId48" Type="http://schemas.openxmlformats.org/officeDocument/2006/relationships/customXml" Target="../ink/ink335.xml"/><Relationship Id="rId69" Type="http://schemas.openxmlformats.org/officeDocument/2006/relationships/image" Target="../media/image290.png"/><Relationship Id="rId113" Type="http://schemas.openxmlformats.org/officeDocument/2006/relationships/image" Target="../media/image312.png"/><Relationship Id="rId134" Type="http://schemas.openxmlformats.org/officeDocument/2006/relationships/customXml" Target="../ink/ink378.xml"/><Relationship Id="rId80" Type="http://schemas.openxmlformats.org/officeDocument/2006/relationships/customXml" Target="../ink/ink351.xml"/><Relationship Id="rId155" Type="http://schemas.openxmlformats.org/officeDocument/2006/relationships/image" Target="../media/image333.png"/><Relationship Id="rId176" Type="http://schemas.openxmlformats.org/officeDocument/2006/relationships/customXml" Target="../ink/ink399.xml"/><Relationship Id="rId197" Type="http://schemas.openxmlformats.org/officeDocument/2006/relationships/image" Target="../media/image354.png"/><Relationship Id="rId201" Type="http://schemas.openxmlformats.org/officeDocument/2006/relationships/image" Target="../media/image356.png"/><Relationship Id="rId222" Type="http://schemas.openxmlformats.org/officeDocument/2006/relationships/customXml" Target="../ink/ink422.xml"/><Relationship Id="rId243" Type="http://schemas.openxmlformats.org/officeDocument/2006/relationships/image" Target="../media/image376.png"/><Relationship Id="rId17" Type="http://schemas.openxmlformats.org/officeDocument/2006/relationships/image" Target="../media/image222.png"/><Relationship Id="rId38" Type="http://schemas.openxmlformats.org/officeDocument/2006/relationships/customXml" Target="../ink/ink330.xml"/><Relationship Id="rId59" Type="http://schemas.openxmlformats.org/officeDocument/2006/relationships/image" Target="../media/image285.png"/><Relationship Id="rId103" Type="http://schemas.openxmlformats.org/officeDocument/2006/relationships/image" Target="../media/image307.png"/><Relationship Id="rId124" Type="http://schemas.openxmlformats.org/officeDocument/2006/relationships/customXml" Target="../ink/ink373.xml"/><Relationship Id="rId70" Type="http://schemas.openxmlformats.org/officeDocument/2006/relationships/customXml" Target="../ink/ink346.xml"/><Relationship Id="rId91" Type="http://schemas.openxmlformats.org/officeDocument/2006/relationships/image" Target="../media/image301.png"/><Relationship Id="rId145" Type="http://schemas.openxmlformats.org/officeDocument/2006/relationships/image" Target="../media/image328.png"/><Relationship Id="rId166" Type="http://schemas.openxmlformats.org/officeDocument/2006/relationships/customXml" Target="../ink/ink394.xml"/><Relationship Id="rId187" Type="http://schemas.openxmlformats.org/officeDocument/2006/relationships/image" Target="../media/image349.png"/><Relationship Id="rId1" Type="http://schemas.openxmlformats.org/officeDocument/2006/relationships/slideLayout" Target="../slideLayouts/slideLayout6.xml"/><Relationship Id="rId212" Type="http://schemas.openxmlformats.org/officeDocument/2006/relationships/customXml" Target="../ink/ink417.xml"/><Relationship Id="rId233" Type="http://schemas.openxmlformats.org/officeDocument/2006/relationships/image" Target="../media/image371.png"/><Relationship Id="rId254" Type="http://schemas.openxmlformats.org/officeDocument/2006/relationships/customXml" Target="../ink/ink438.xml"/><Relationship Id="rId28" Type="http://schemas.openxmlformats.org/officeDocument/2006/relationships/customXml" Target="../ink/ink325.xml"/><Relationship Id="rId49" Type="http://schemas.openxmlformats.org/officeDocument/2006/relationships/image" Target="../media/image280.png"/><Relationship Id="rId114" Type="http://schemas.openxmlformats.org/officeDocument/2006/relationships/customXml" Target="../ink/ink368.xml"/><Relationship Id="rId60" Type="http://schemas.openxmlformats.org/officeDocument/2006/relationships/customXml" Target="../ink/ink341.xml"/><Relationship Id="rId81" Type="http://schemas.openxmlformats.org/officeDocument/2006/relationships/image" Target="../media/image296.png"/><Relationship Id="rId135" Type="http://schemas.openxmlformats.org/officeDocument/2006/relationships/image" Target="../media/image323.png"/><Relationship Id="rId156" Type="http://schemas.openxmlformats.org/officeDocument/2006/relationships/customXml" Target="../ink/ink389.xml"/><Relationship Id="rId177" Type="http://schemas.openxmlformats.org/officeDocument/2006/relationships/image" Target="../media/image344.png"/><Relationship Id="rId198" Type="http://schemas.openxmlformats.org/officeDocument/2006/relationships/customXml" Target="../ink/ink410.xml"/><Relationship Id="rId202" Type="http://schemas.openxmlformats.org/officeDocument/2006/relationships/customXml" Target="../ink/ink412.xml"/><Relationship Id="rId223" Type="http://schemas.openxmlformats.org/officeDocument/2006/relationships/image" Target="../media/image367.png"/><Relationship Id="rId244" Type="http://schemas.openxmlformats.org/officeDocument/2006/relationships/customXml" Target="../ink/ink433.xml"/><Relationship Id="rId18" Type="http://schemas.openxmlformats.org/officeDocument/2006/relationships/customXml" Target="../ink/ink320.xml"/><Relationship Id="rId39" Type="http://schemas.openxmlformats.org/officeDocument/2006/relationships/image" Target="../media/image275.png"/><Relationship Id="rId50" Type="http://schemas.openxmlformats.org/officeDocument/2006/relationships/customXml" Target="../ink/ink336.xml"/><Relationship Id="rId104" Type="http://schemas.openxmlformats.org/officeDocument/2006/relationships/customXml" Target="../ink/ink363.xml"/><Relationship Id="rId125" Type="http://schemas.openxmlformats.org/officeDocument/2006/relationships/image" Target="../media/image318.png"/><Relationship Id="rId146" Type="http://schemas.openxmlformats.org/officeDocument/2006/relationships/customXml" Target="../ink/ink384.xml"/><Relationship Id="rId167" Type="http://schemas.openxmlformats.org/officeDocument/2006/relationships/image" Target="../media/image339.png"/><Relationship Id="rId188" Type="http://schemas.openxmlformats.org/officeDocument/2006/relationships/customXml" Target="../ink/ink405.xml"/><Relationship Id="rId71" Type="http://schemas.openxmlformats.org/officeDocument/2006/relationships/image" Target="../media/image291.png"/><Relationship Id="rId92" Type="http://schemas.openxmlformats.org/officeDocument/2006/relationships/customXml" Target="../ink/ink357.xml"/><Relationship Id="rId213" Type="http://schemas.openxmlformats.org/officeDocument/2006/relationships/image" Target="../media/image362.png"/><Relationship Id="rId234" Type="http://schemas.openxmlformats.org/officeDocument/2006/relationships/customXml" Target="../ink/ink428.xml"/><Relationship Id="rId2" Type="http://schemas.openxmlformats.org/officeDocument/2006/relationships/customXml" Target="../ink/ink312.xml"/><Relationship Id="rId29" Type="http://schemas.openxmlformats.org/officeDocument/2006/relationships/image" Target="../media/image228.png"/><Relationship Id="rId255" Type="http://schemas.openxmlformats.org/officeDocument/2006/relationships/image" Target="../media/image382.png"/><Relationship Id="rId40" Type="http://schemas.openxmlformats.org/officeDocument/2006/relationships/customXml" Target="../ink/ink331.xml"/><Relationship Id="rId115" Type="http://schemas.openxmlformats.org/officeDocument/2006/relationships/image" Target="../media/image313.png"/><Relationship Id="rId136" Type="http://schemas.openxmlformats.org/officeDocument/2006/relationships/customXml" Target="../ink/ink379.xml"/><Relationship Id="rId157" Type="http://schemas.openxmlformats.org/officeDocument/2006/relationships/image" Target="../media/image334.png"/><Relationship Id="rId178" Type="http://schemas.openxmlformats.org/officeDocument/2006/relationships/customXml" Target="../ink/ink400.xml"/><Relationship Id="rId61" Type="http://schemas.openxmlformats.org/officeDocument/2006/relationships/image" Target="../media/image286.png"/><Relationship Id="rId82" Type="http://schemas.openxmlformats.org/officeDocument/2006/relationships/customXml" Target="../ink/ink352.xml"/><Relationship Id="rId199" Type="http://schemas.openxmlformats.org/officeDocument/2006/relationships/image" Target="../media/image355.png"/><Relationship Id="rId203" Type="http://schemas.openxmlformats.org/officeDocument/2006/relationships/image" Target="../media/image357.png"/><Relationship Id="rId19" Type="http://schemas.openxmlformats.org/officeDocument/2006/relationships/image" Target="../media/image223.png"/><Relationship Id="rId224" Type="http://schemas.openxmlformats.org/officeDocument/2006/relationships/customXml" Target="../ink/ink423.xml"/><Relationship Id="rId245" Type="http://schemas.openxmlformats.org/officeDocument/2006/relationships/image" Target="../media/image377.png"/><Relationship Id="rId30" Type="http://schemas.openxmlformats.org/officeDocument/2006/relationships/customXml" Target="../ink/ink326.xml"/><Relationship Id="rId105" Type="http://schemas.openxmlformats.org/officeDocument/2006/relationships/image" Target="../media/image308.png"/><Relationship Id="rId126" Type="http://schemas.openxmlformats.org/officeDocument/2006/relationships/customXml" Target="../ink/ink374.xml"/><Relationship Id="rId147" Type="http://schemas.openxmlformats.org/officeDocument/2006/relationships/image" Target="../media/image329.png"/><Relationship Id="rId168" Type="http://schemas.openxmlformats.org/officeDocument/2006/relationships/customXml" Target="../ink/ink395.xml"/><Relationship Id="rId51" Type="http://schemas.openxmlformats.org/officeDocument/2006/relationships/image" Target="../media/image281.png"/><Relationship Id="rId72" Type="http://schemas.openxmlformats.org/officeDocument/2006/relationships/customXml" Target="../ink/ink347.xml"/><Relationship Id="rId93" Type="http://schemas.openxmlformats.org/officeDocument/2006/relationships/image" Target="../media/image302.png"/><Relationship Id="rId189" Type="http://schemas.openxmlformats.org/officeDocument/2006/relationships/image" Target="../media/image350.png"/><Relationship Id="rId3" Type="http://schemas.openxmlformats.org/officeDocument/2006/relationships/image" Target="../media/image213.png"/><Relationship Id="rId214" Type="http://schemas.openxmlformats.org/officeDocument/2006/relationships/customXml" Target="../ink/ink418.xml"/><Relationship Id="rId235" Type="http://schemas.openxmlformats.org/officeDocument/2006/relationships/image" Target="../media/image372.png"/><Relationship Id="rId256" Type="http://schemas.openxmlformats.org/officeDocument/2006/relationships/customXml" Target="../ink/ink439.xml"/><Relationship Id="rId116" Type="http://schemas.openxmlformats.org/officeDocument/2006/relationships/customXml" Target="../ink/ink369.xml"/><Relationship Id="rId137" Type="http://schemas.openxmlformats.org/officeDocument/2006/relationships/image" Target="../media/image324.png"/><Relationship Id="rId158" Type="http://schemas.openxmlformats.org/officeDocument/2006/relationships/customXml" Target="../ink/ink390.xml"/><Relationship Id="rId20" Type="http://schemas.openxmlformats.org/officeDocument/2006/relationships/customXml" Target="../ink/ink321.xml"/><Relationship Id="rId41" Type="http://schemas.openxmlformats.org/officeDocument/2006/relationships/image" Target="../media/image276.png"/><Relationship Id="rId62" Type="http://schemas.openxmlformats.org/officeDocument/2006/relationships/customXml" Target="../ink/ink342.xml"/><Relationship Id="rId83" Type="http://schemas.openxmlformats.org/officeDocument/2006/relationships/image" Target="../media/image297.png"/><Relationship Id="rId179" Type="http://schemas.openxmlformats.org/officeDocument/2006/relationships/image" Target="../media/image345.png"/><Relationship Id="rId190" Type="http://schemas.openxmlformats.org/officeDocument/2006/relationships/customXml" Target="../ink/ink406.xml"/><Relationship Id="rId204" Type="http://schemas.openxmlformats.org/officeDocument/2006/relationships/customXml" Target="../ink/ink413.xml"/><Relationship Id="rId225" Type="http://schemas.openxmlformats.org/officeDocument/2006/relationships/image" Target="../media/image368.png"/><Relationship Id="rId246" Type="http://schemas.openxmlformats.org/officeDocument/2006/relationships/customXml" Target="../ink/ink434.xml"/><Relationship Id="rId106" Type="http://schemas.openxmlformats.org/officeDocument/2006/relationships/customXml" Target="../ink/ink364.xml"/><Relationship Id="rId127" Type="http://schemas.openxmlformats.org/officeDocument/2006/relationships/image" Target="../media/image319.png"/><Relationship Id="rId10" Type="http://schemas.openxmlformats.org/officeDocument/2006/relationships/customXml" Target="../ink/ink316.xml"/><Relationship Id="rId31" Type="http://schemas.openxmlformats.org/officeDocument/2006/relationships/image" Target="../media/image229.png"/><Relationship Id="rId52" Type="http://schemas.openxmlformats.org/officeDocument/2006/relationships/customXml" Target="../ink/ink337.xml"/><Relationship Id="rId73" Type="http://schemas.openxmlformats.org/officeDocument/2006/relationships/image" Target="../media/image292.png"/><Relationship Id="rId94" Type="http://schemas.openxmlformats.org/officeDocument/2006/relationships/customXml" Target="../ink/ink358.xml"/><Relationship Id="rId148" Type="http://schemas.openxmlformats.org/officeDocument/2006/relationships/customXml" Target="../ink/ink385.xml"/><Relationship Id="rId169" Type="http://schemas.openxmlformats.org/officeDocument/2006/relationships/image" Target="../media/image340.png"/><Relationship Id="rId4" Type="http://schemas.openxmlformats.org/officeDocument/2006/relationships/customXml" Target="../ink/ink313.xml"/><Relationship Id="rId180" Type="http://schemas.openxmlformats.org/officeDocument/2006/relationships/customXml" Target="../ink/ink401.xml"/><Relationship Id="rId215" Type="http://schemas.openxmlformats.org/officeDocument/2006/relationships/image" Target="../media/image363.png"/><Relationship Id="rId236" Type="http://schemas.openxmlformats.org/officeDocument/2006/relationships/customXml" Target="../ink/ink429.xml"/><Relationship Id="rId257" Type="http://schemas.openxmlformats.org/officeDocument/2006/relationships/image" Target="../media/image383.png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42.png"/><Relationship Id="rId21" Type="http://schemas.openxmlformats.org/officeDocument/2006/relationships/image" Target="../media/image394.png"/><Relationship Id="rId42" Type="http://schemas.openxmlformats.org/officeDocument/2006/relationships/customXml" Target="../ink/ink460.xml"/><Relationship Id="rId63" Type="http://schemas.openxmlformats.org/officeDocument/2006/relationships/image" Target="../media/image415.png"/><Relationship Id="rId84" Type="http://schemas.openxmlformats.org/officeDocument/2006/relationships/customXml" Target="../ink/ink481.xml"/><Relationship Id="rId138" Type="http://schemas.openxmlformats.org/officeDocument/2006/relationships/image" Target="../media/image452.png"/><Relationship Id="rId159" Type="http://schemas.openxmlformats.org/officeDocument/2006/relationships/customXml" Target="../ink/ink519.xml"/><Relationship Id="rId170" Type="http://schemas.openxmlformats.org/officeDocument/2006/relationships/image" Target="../media/image468.png"/><Relationship Id="rId191" Type="http://schemas.openxmlformats.org/officeDocument/2006/relationships/customXml" Target="../ink/ink535.xml"/><Relationship Id="rId205" Type="http://schemas.openxmlformats.org/officeDocument/2006/relationships/customXml" Target="../ink/ink542.xml"/><Relationship Id="rId107" Type="http://schemas.openxmlformats.org/officeDocument/2006/relationships/image" Target="../media/image437.png"/><Relationship Id="rId11" Type="http://schemas.openxmlformats.org/officeDocument/2006/relationships/image" Target="../media/image389.png"/><Relationship Id="rId32" Type="http://schemas.openxmlformats.org/officeDocument/2006/relationships/customXml" Target="../ink/ink455.xml"/><Relationship Id="rId53" Type="http://schemas.openxmlformats.org/officeDocument/2006/relationships/image" Target="../media/image410.png"/><Relationship Id="rId74" Type="http://schemas.openxmlformats.org/officeDocument/2006/relationships/customXml" Target="../ink/ink476.xml"/><Relationship Id="rId128" Type="http://schemas.openxmlformats.org/officeDocument/2006/relationships/customXml" Target="../ink/ink503.xml"/><Relationship Id="rId149" Type="http://schemas.openxmlformats.org/officeDocument/2006/relationships/customXml" Target="../ink/ink514.xml"/><Relationship Id="rId5" Type="http://schemas.openxmlformats.org/officeDocument/2006/relationships/image" Target="../media/image386.png"/><Relationship Id="rId95" Type="http://schemas.openxmlformats.org/officeDocument/2006/relationships/image" Target="../media/image431.png"/><Relationship Id="rId160" Type="http://schemas.openxmlformats.org/officeDocument/2006/relationships/image" Target="../media/image463.png"/><Relationship Id="rId181" Type="http://schemas.openxmlformats.org/officeDocument/2006/relationships/customXml" Target="../ink/ink530.xml"/><Relationship Id="rId216" Type="http://schemas.openxmlformats.org/officeDocument/2006/relationships/image" Target="../media/image491.png"/><Relationship Id="rId22" Type="http://schemas.openxmlformats.org/officeDocument/2006/relationships/customXml" Target="../ink/ink450.xml"/><Relationship Id="rId43" Type="http://schemas.openxmlformats.org/officeDocument/2006/relationships/image" Target="../media/image405.png"/><Relationship Id="rId64" Type="http://schemas.openxmlformats.org/officeDocument/2006/relationships/customXml" Target="../ink/ink471.xml"/><Relationship Id="rId118" Type="http://schemas.openxmlformats.org/officeDocument/2006/relationships/customXml" Target="../ink/ink498.xml"/><Relationship Id="rId139" Type="http://schemas.openxmlformats.org/officeDocument/2006/relationships/customXml" Target="../ink/ink509.xml"/><Relationship Id="rId85" Type="http://schemas.openxmlformats.org/officeDocument/2006/relationships/image" Target="../media/image426.png"/><Relationship Id="rId150" Type="http://schemas.openxmlformats.org/officeDocument/2006/relationships/image" Target="../media/image458.png"/><Relationship Id="rId171" Type="http://schemas.openxmlformats.org/officeDocument/2006/relationships/customXml" Target="../ink/ink525.xml"/><Relationship Id="rId192" Type="http://schemas.openxmlformats.org/officeDocument/2006/relationships/image" Target="../media/image479.png"/><Relationship Id="rId206" Type="http://schemas.openxmlformats.org/officeDocument/2006/relationships/image" Target="../media/image486.png"/><Relationship Id="rId12" Type="http://schemas.openxmlformats.org/officeDocument/2006/relationships/customXml" Target="../ink/ink445.xml"/><Relationship Id="rId33" Type="http://schemas.openxmlformats.org/officeDocument/2006/relationships/image" Target="../media/image400.png"/><Relationship Id="rId108" Type="http://schemas.openxmlformats.org/officeDocument/2006/relationships/customXml" Target="../ink/ink493.xml"/><Relationship Id="rId129" Type="http://schemas.openxmlformats.org/officeDocument/2006/relationships/image" Target="../media/image448.png"/><Relationship Id="rId54" Type="http://schemas.openxmlformats.org/officeDocument/2006/relationships/customXml" Target="../ink/ink466.xml"/><Relationship Id="rId75" Type="http://schemas.openxmlformats.org/officeDocument/2006/relationships/image" Target="../media/image421.png"/><Relationship Id="rId96" Type="http://schemas.openxmlformats.org/officeDocument/2006/relationships/customXml" Target="../ink/ink487.xml"/><Relationship Id="rId140" Type="http://schemas.openxmlformats.org/officeDocument/2006/relationships/image" Target="../media/image453.png"/><Relationship Id="rId161" Type="http://schemas.openxmlformats.org/officeDocument/2006/relationships/customXml" Target="../ink/ink520.xml"/><Relationship Id="rId182" Type="http://schemas.openxmlformats.org/officeDocument/2006/relationships/image" Target="../media/image474.png"/><Relationship Id="rId217" Type="http://schemas.openxmlformats.org/officeDocument/2006/relationships/customXml" Target="../ink/ink548.xml"/><Relationship Id="rId6" Type="http://schemas.openxmlformats.org/officeDocument/2006/relationships/customXml" Target="../ink/ink442.xml"/><Relationship Id="rId23" Type="http://schemas.openxmlformats.org/officeDocument/2006/relationships/image" Target="../media/image395.png"/><Relationship Id="rId119" Type="http://schemas.openxmlformats.org/officeDocument/2006/relationships/image" Target="../media/image443.png"/><Relationship Id="rId44" Type="http://schemas.openxmlformats.org/officeDocument/2006/relationships/customXml" Target="../ink/ink461.xml"/><Relationship Id="rId65" Type="http://schemas.openxmlformats.org/officeDocument/2006/relationships/image" Target="../media/image416.png"/><Relationship Id="rId86" Type="http://schemas.openxmlformats.org/officeDocument/2006/relationships/customXml" Target="../ink/ink482.xml"/><Relationship Id="rId130" Type="http://schemas.openxmlformats.org/officeDocument/2006/relationships/customXml" Target="../ink/ink504.xml"/><Relationship Id="rId151" Type="http://schemas.openxmlformats.org/officeDocument/2006/relationships/customXml" Target="../ink/ink515.xml"/><Relationship Id="rId172" Type="http://schemas.openxmlformats.org/officeDocument/2006/relationships/image" Target="../media/image469.png"/><Relationship Id="rId193" Type="http://schemas.openxmlformats.org/officeDocument/2006/relationships/customXml" Target="../ink/ink536.xml"/><Relationship Id="rId207" Type="http://schemas.openxmlformats.org/officeDocument/2006/relationships/customXml" Target="../ink/ink543.xml"/><Relationship Id="rId13" Type="http://schemas.openxmlformats.org/officeDocument/2006/relationships/image" Target="../media/image390.png"/><Relationship Id="rId109" Type="http://schemas.openxmlformats.org/officeDocument/2006/relationships/image" Target="../media/image438.png"/><Relationship Id="rId34" Type="http://schemas.openxmlformats.org/officeDocument/2006/relationships/customXml" Target="../ink/ink456.xml"/><Relationship Id="rId55" Type="http://schemas.openxmlformats.org/officeDocument/2006/relationships/image" Target="../media/image411.png"/><Relationship Id="rId76" Type="http://schemas.openxmlformats.org/officeDocument/2006/relationships/customXml" Target="../ink/ink477.xml"/><Relationship Id="rId97" Type="http://schemas.openxmlformats.org/officeDocument/2006/relationships/image" Target="../media/image432.png"/><Relationship Id="rId120" Type="http://schemas.openxmlformats.org/officeDocument/2006/relationships/customXml" Target="../ink/ink499.xml"/><Relationship Id="rId141" Type="http://schemas.openxmlformats.org/officeDocument/2006/relationships/customXml" Target="../ink/ink510.xml"/><Relationship Id="rId7" Type="http://schemas.openxmlformats.org/officeDocument/2006/relationships/image" Target="../media/image387.png"/><Relationship Id="rId162" Type="http://schemas.openxmlformats.org/officeDocument/2006/relationships/image" Target="../media/image464.png"/><Relationship Id="rId183" Type="http://schemas.openxmlformats.org/officeDocument/2006/relationships/customXml" Target="../ink/ink531.xml"/><Relationship Id="rId218" Type="http://schemas.openxmlformats.org/officeDocument/2006/relationships/image" Target="../media/image492.png"/><Relationship Id="rId24" Type="http://schemas.openxmlformats.org/officeDocument/2006/relationships/customXml" Target="../ink/ink451.xml"/><Relationship Id="rId45" Type="http://schemas.openxmlformats.org/officeDocument/2006/relationships/image" Target="../media/image406.png"/><Relationship Id="rId66" Type="http://schemas.openxmlformats.org/officeDocument/2006/relationships/customXml" Target="../ink/ink472.xml"/><Relationship Id="rId87" Type="http://schemas.openxmlformats.org/officeDocument/2006/relationships/image" Target="../media/image427.png"/><Relationship Id="rId110" Type="http://schemas.openxmlformats.org/officeDocument/2006/relationships/customXml" Target="../ink/ink494.xml"/><Relationship Id="rId131" Type="http://schemas.openxmlformats.org/officeDocument/2006/relationships/customXml" Target="../ink/ink505.xml"/><Relationship Id="rId152" Type="http://schemas.openxmlformats.org/officeDocument/2006/relationships/image" Target="../media/image459.png"/><Relationship Id="rId173" Type="http://schemas.openxmlformats.org/officeDocument/2006/relationships/customXml" Target="../ink/ink526.xml"/><Relationship Id="rId194" Type="http://schemas.openxmlformats.org/officeDocument/2006/relationships/image" Target="../media/image480.png"/><Relationship Id="rId208" Type="http://schemas.openxmlformats.org/officeDocument/2006/relationships/image" Target="../media/image487.png"/><Relationship Id="rId14" Type="http://schemas.openxmlformats.org/officeDocument/2006/relationships/customXml" Target="../ink/ink446.xml"/><Relationship Id="rId35" Type="http://schemas.openxmlformats.org/officeDocument/2006/relationships/image" Target="../media/image401.png"/><Relationship Id="rId56" Type="http://schemas.openxmlformats.org/officeDocument/2006/relationships/customXml" Target="../ink/ink467.xml"/><Relationship Id="rId77" Type="http://schemas.openxmlformats.org/officeDocument/2006/relationships/image" Target="../media/image422.png"/><Relationship Id="rId100" Type="http://schemas.openxmlformats.org/officeDocument/2006/relationships/customXml" Target="../ink/ink489.xml"/><Relationship Id="rId8" Type="http://schemas.openxmlformats.org/officeDocument/2006/relationships/customXml" Target="../ink/ink443.xml"/><Relationship Id="rId51" Type="http://schemas.openxmlformats.org/officeDocument/2006/relationships/image" Target="../media/image409.png"/><Relationship Id="rId72" Type="http://schemas.openxmlformats.org/officeDocument/2006/relationships/customXml" Target="../ink/ink475.xml"/><Relationship Id="rId93" Type="http://schemas.openxmlformats.org/officeDocument/2006/relationships/image" Target="../media/image430.png"/><Relationship Id="rId98" Type="http://schemas.openxmlformats.org/officeDocument/2006/relationships/customXml" Target="../ink/ink488.xml"/><Relationship Id="rId121" Type="http://schemas.openxmlformats.org/officeDocument/2006/relationships/image" Target="../media/image444.png"/><Relationship Id="rId142" Type="http://schemas.openxmlformats.org/officeDocument/2006/relationships/image" Target="../media/image454.png"/><Relationship Id="rId163" Type="http://schemas.openxmlformats.org/officeDocument/2006/relationships/customXml" Target="../ink/ink521.xml"/><Relationship Id="rId184" Type="http://schemas.openxmlformats.org/officeDocument/2006/relationships/image" Target="../media/image475.png"/><Relationship Id="rId189" Type="http://schemas.openxmlformats.org/officeDocument/2006/relationships/customXml" Target="../ink/ink534.xml"/><Relationship Id="rId219" Type="http://schemas.openxmlformats.org/officeDocument/2006/relationships/customXml" Target="../ink/ink549.xml"/><Relationship Id="rId3" Type="http://schemas.openxmlformats.org/officeDocument/2006/relationships/image" Target="../media/image385.tmp"/><Relationship Id="rId214" Type="http://schemas.openxmlformats.org/officeDocument/2006/relationships/image" Target="../media/image490.png"/><Relationship Id="rId25" Type="http://schemas.openxmlformats.org/officeDocument/2006/relationships/image" Target="../media/image396.png"/><Relationship Id="rId46" Type="http://schemas.openxmlformats.org/officeDocument/2006/relationships/customXml" Target="../ink/ink462.xml"/><Relationship Id="rId67" Type="http://schemas.openxmlformats.org/officeDocument/2006/relationships/image" Target="../media/image417.png"/><Relationship Id="rId116" Type="http://schemas.openxmlformats.org/officeDocument/2006/relationships/customXml" Target="../ink/ink497.xml"/><Relationship Id="rId137" Type="http://schemas.openxmlformats.org/officeDocument/2006/relationships/customXml" Target="../ink/ink508.xml"/><Relationship Id="rId158" Type="http://schemas.openxmlformats.org/officeDocument/2006/relationships/image" Target="../media/image462.png"/><Relationship Id="rId20" Type="http://schemas.openxmlformats.org/officeDocument/2006/relationships/customXml" Target="../ink/ink449.xml"/><Relationship Id="rId41" Type="http://schemas.openxmlformats.org/officeDocument/2006/relationships/image" Target="../media/image404.png"/><Relationship Id="rId62" Type="http://schemas.openxmlformats.org/officeDocument/2006/relationships/customXml" Target="../ink/ink470.xml"/><Relationship Id="rId83" Type="http://schemas.openxmlformats.org/officeDocument/2006/relationships/image" Target="../media/image425.png"/><Relationship Id="rId88" Type="http://schemas.openxmlformats.org/officeDocument/2006/relationships/customXml" Target="../ink/ink483.xml"/><Relationship Id="rId111" Type="http://schemas.openxmlformats.org/officeDocument/2006/relationships/image" Target="../media/image439.png"/><Relationship Id="rId132" Type="http://schemas.openxmlformats.org/officeDocument/2006/relationships/image" Target="../media/image449.png"/><Relationship Id="rId153" Type="http://schemas.openxmlformats.org/officeDocument/2006/relationships/customXml" Target="../ink/ink516.xml"/><Relationship Id="rId174" Type="http://schemas.openxmlformats.org/officeDocument/2006/relationships/image" Target="../media/image470.png"/><Relationship Id="rId179" Type="http://schemas.openxmlformats.org/officeDocument/2006/relationships/customXml" Target="../ink/ink529.xml"/><Relationship Id="rId195" Type="http://schemas.openxmlformats.org/officeDocument/2006/relationships/customXml" Target="../ink/ink537.xml"/><Relationship Id="rId209" Type="http://schemas.openxmlformats.org/officeDocument/2006/relationships/customXml" Target="../ink/ink544.xml"/><Relationship Id="rId190" Type="http://schemas.openxmlformats.org/officeDocument/2006/relationships/image" Target="../media/image478.png"/><Relationship Id="rId204" Type="http://schemas.openxmlformats.org/officeDocument/2006/relationships/image" Target="../media/image485.png"/><Relationship Id="rId220" Type="http://schemas.openxmlformats.org/officeDocument/2006/relationships/image" Target="../media/image493.png"/><Relationship Id="rId15" Type="http://schemas.openxmlformats.org/officeDocument/2006/relationships/image" Target="../media/image391.png"/><Relationship Id="rId36" Type="http://schemas.openxmlformats.org/officeDocument/2006/relationships/customXml" Target="../ink/ink457.xml"/><Relationship Id="rId57" Type="http://schemas.openxmlformats.org/officeDocument/2006/relationships/image" Target="../media/image412.png"/><Relationship Id="rId106" Type="http://schemas.openxmlformats.org/officeDocument/2006/relationships/customXml" Target="../ink/ink492.xml"/><Relationship Id="rId127" Type="http://schemas.openxmlformats.org/officeDocument/2006/relationships/image" Target="../media/image447.png"/><Relationship Id="rId10" Type="http://schemas.openxmlformats.org/officeDocument/2006/relationships/customXml" Target="../ink/ink444.xml"/><Relationship Id="rId31" Type="http://schemas.openxmlformats.org/officeDocument/2006/relationships/image" Target="../media/image399.png"/><Relationship Id="rId52" Type="http://schemas.openxmlformats.org/officeDocument/2006/relationships/customXml" Target="../ink/ink465.xml"/><Relationship Id="rId73" Type="http://schemas.openxmlformats.org/officeDocument/2006/relationships/image" Target="../media/image420.png"/><Relationship Id="rId78" Type="http://schemas.openxmlformats.org/officeDocument/2006/relationships/customXml" Target="../ink/ink478.xml"/><Relationship Id="rId94" Type="http://schemas.openxmlformats.org/officeDocument/2006/relationships/customXml" Target="../ink/ink486.xml"/><Relationship Id="rId99" Type="http://schemas.openxmlformats.org/officeDocument/2006/relationships/image" Target="../media/image433.png"/><Relationship Id="rId101" Type="http://schemas.openxmlformats.org/officeDocument/2006/relationships/image" Target="../media/image434.png"/><Relationship Id="rId122" Type="http://schemas.openxmlformats.org/officeDocument/2006/relationships/customXml" Target="../ink/ink500.xml"/><Relationship Id="rId143" Type="http://schemas.openxmlformats.org/officeDocument/2006/relationships/customXml" Target="../ink/ink511.xml"/><Relationship Id="rId148" Type="http://schemas.openxmlformats.org/officeDocument/2006/relationships/image" Target="../media/image457.png"/><Relationship Id="rId164" Type="http://schemas.openxmlformats.org/officeDocument/2006/relationships/image" Target="../media/image465.png"/><Relationship Id="rId169" Type="http://schemas.openxmlformats.org/officeDocument/2006/relationships/customXml" Target="../ink/ink524.xml"/><Relationship Id="rId185" Type="http://schemas.openxmlformats.org/officeDocument/2006/relationships/customXml" Target="../ink/ink532.xml"/><Relationship Id="rId4" Type="http://schemas.openxmlformats.org/officeDocument/2006/relationships/customXml" Target="../ink/ink441.xml"/><Relationship Id="rId9" Type="http://schemas.openxmlformats.org/officeDocument/2006/relationships/image" Target="../media/image388.png"/><Relationship Id="rId180" Type="http://schemas.openxmlformats.org/officeDocument/2006/relationships/image" Target="../media/image473.png"/><Relationship Id="rId210" Type="http://schemas.openxmlformats.org/officeDocument/2006/relationships/image" Target="../media/image488.png"/><Relationship Id="rId215" Type="http://schemas.openxmlformats.org/officeDocument/2006/relationships/customXml" Target="../ink/ink547.xml"/><Relationship Id="rId26" Type="http://schemas.openxmlformats.org/officeDocument/2006/relationships/customXml" Target="../ink/ink452.xml"/><Relationship Id="rId47" Type="http://schemas.openxmlformats.org/officeDocument/2006/relationships/image" Target="../media/image407.png"/><Relationship Id="rId68" Type="http://schemas.openxmlformats.org/officeDocument/2006/relationships/customXml" Target="../ink/ink473.xml"/><Relationship Id="rId89" Type="http://schemas.openxmlformats.org/officeDocument/2006/relationships/image" Target="../media/image428.png"/><Relationship Id="rId112" Type="http://schemas.openxmlformats.org/officeDocument/2006/relationships/customXml" Target="../ink/ink495.xml"/><Relationship Id="rId133" Type="http://schemas.openxmlformats.org/officeDocument/2006/relationships/customXml" Target="../ink/ink506.xml"/><Relationship Id="rId154" Type="http://schemas.openxmlformats.org/officeDocument/2006/relationships/image" Target="../media/image460.png"/><Relationship Id="rId175" Type="http://schemas.openxmlformats.org/officeDocument/2006/relationships/customXml" Target="../ink/ink527.xml"/><Relationship Id="rId196" Type="http://schemas.openxmlformats.org/officeDocument/2006/relationships/image" Target="../media/image481.png"/><Relationship Id="rId200" Type="http://schemas.openxmlformats.org/officeDocument/2006/relationships/image" Target="../media/image483.png"/><Relationship Id="rId16" Type="http://schemas.openxmlformats.org/officeDocument/2006/relationships/customXml" Target="../ink/ink447.xml"/><Relationship Id="rId221" Type="http://schemas.openxmlformats.org/officeDocument/2006/relationships/customXml" Target="../ink/ink550.xml"/><Relationship Id="rId37" Type="http://schemas.openxmlformats.org/officeDocument/2006/relationships/image" Target="../media/image402.png"/><Relationship Id="rId58" Type="http://schemas.openxmlformats.org/officeDocument/2006/relationships/customXml" Target="../ink/ink468.xml"/><Relationship Id="rId79" Type="http://schemas.openxmlformats.org/officeDocument/2006/relationships/image" Target="../media/image423.png"/><Relationship Id="rId102" Type="http://schemas.openxmlformats.org/officeDocument/2006/relationships/customXml" Target="../ink/ink490.xml"/><Relationship Id="rId123" Type="http://schemas.openxmlformats.org/officeDocument/2006/relationships/image" Target="../media/image445.png"/><Relationship Id="rId144" Type="http://schemas.openxmlformats.org/officeDocument/2006/relationships/image" Target="../media/image455.png"/><Relationship Id="rId90" Type="http://schemas.openxmlformats.org/officeDocument/2006/relationships/customXml" Target="../ink/ink484.xml"/><Relationship Id="rId165" Type="http://schemas.openxmlformats.org/officeDocument/2006/relationships/customXml" Target="../ink/ink522.xml"/><Relationship Id="rId186" Type="http://schemas.openxmlformats.org/officeDocument/2006/relationships/image" Target="../media/image476.png"/><Relationship Id="rId211" Type="http://schemas.openxmlformats.org/officeDocument/2006/relationships/customXml" Target="../ink/ink545.xml"/><Relationship Id="rId27" Type="http://schemas.openxmlformats.org/officeDocument/2006/relationships/image" Target="../media/image397.png"/><Relationship Id="rId48" Type="http://schemas.openxmlformats.org/officeDocument/2006/relationships/customXml" Target="../ink/ink463.xml"/><Relationship Id="rId69" Type="http://schemas.openxmlformats.org/officeDocument/2006/relationships/image" Target="../media/image418.png"/><Relationship Id="rId113" Type="http://schemas.openxmlformats.org/officeDocument/2006/relationships/image" Target="../media/image440.png"/><Relationship Id="rId134" Type="http://schemas.openxmlformats.org/officeDocument/2006/relationships/image" Target="../media/image450.png"/><Relationship Id="rId80" Type="http://schemas.openxmlformats.org/officeDocument/2006/relationships/customXml" Target="../ink/ink479.xml"/><Relationship Id="rId155" Type="http://schemas.openxmlformats.org/officeDocument/2006/relationships/customXml" Target="../ink/ink517.xml"/><Relationship Id="rId176" Type="http://schemas.openxmlformats.org/officeDocument/2006/relationships/image" Target="../media/image471.png"/><Relationship Id="rId197" Type="http://schemas.openxmlformats.org/officeDocument/2006/relationships/customXml" Target="../ink/ink538.xml"/><Relationship Id="rId201" Type="http://schemas.openxmlformats.org/officeDocument/2006/relationships/customXml" Target="../ink/ink540.xml"/><Relationship Id="rId222" Type="http://schemas.openxmlformats.org/officeDocument/2006/relationships/image" Target="../media/image494.png"/><Relationship Id="rId17" Type="http://schemas.openxmlformats.org/officeDocument/2006/relationships/image" Target="../media/image392.png"/><Relationship Id="rId38" Type="http://schemas.openxmlformats.org/officeDocument/2006/relationships/customXml" Target="../ink/ink458.xml"/><Relationship Id="rId59" Type="http://schemas.openxmlformats.org/officeDocument/2006/relationships/image" Target="../media/image413.png"/><Relationship Id="rId103" Type="http://schemas.openxmlformats.org/officeDocument/2006/relationships/image" Target="../media/image435.png"/><Relationship Id="rId124" Type="http://schemas.openxmlformats.org/officeDocument/2006/relationships/customXml" Target="../ink/ink501.xml"/><Relationship Id="rId70" Type="http://schemas.openxmlformats.org/officeDocument/2006/relationships/customXml" Target="../ink/ink474.xml"/><Relationship Id="rId91" Type="http://schemas.openxmlformats.org/officeDocument/2006/relationships/image" Target="../media/image429.png"/><Relationship Id="rId145" Type="http://schemas.openxmlformats.org/officeDocument/2006/relationships/customXml" Target="../ink/ink512.xml"/><Relationship Id="rId166" Type="http://schemas.openxmlformats.org/officeDocument/2006/relationships/image" Target="../media/image466.png"/><Relationship Id="rId187" Type="http://schemas.openxmlformats.org/officeDocument/2006/relationships/customXml" Target="../ink/ink533.xml"/><Relationship Id="rId1" Type="http://schemas.openxmlformats.org/officeDocument/2006/relationships/slideLayout" Target="../slideLayouts/slideLayout6.xml"/><Relationship Id="rId212" Type="http://schemas.openxmlformats.org/officeDocument/2006/relationships/image" Target="../media/image489.png"/><Relationship Id="rId28" Type="http://schemas.openxmlformats.org/officeDocument/2006/relationships/customXml" Target="../ink/ink453.xml"/><Relationship Id="rId49" Type="http://schemas.openxmlformats.org/officeDocument/2006/relationships/image" Target="../media/image408.png"/><Relationship Id="rId114" Type="http://schemas.openxmlformats.org/officeDocument/2006/relationships/customXml" Target="../ink/ink496.xml"/><Relationship Id="rId60" Type="http://schemas.openxmlformats.org/officeDocument/2006/relationships/customXml" Target="../ink/ink469.xml"/><Relationship Id="rId81" Type="http://schemas.openxmlformats.org/officeDocument/2006/relationships/image" Target="../media/image424.png"/><Relationship Id="rId135" Type="http://schemas.openxmlformats.org/officeDocument/2006/relationships/customXml" Target="../ink/ink507.xml"/><Relationship Id="rId156" Type="http://schemas.openxmlformats.org/officeDocument/2006/relationships/image" Target="../media/image461.png"/><Relationship Id="rId177" Type="http://schemas.openxmlformats.org/officeDocument/2006/relationships/customXml" Target="../ink/ink528.xml"/><Relationship Id="rId198" Type="http://schemas.openxmlformats.org/officeDocument/2006/relationships/image" Target="../media/image482.png"/><Relationship Id="rId202" Type="http://schemas.openxmlformats.org/officeDocument/2006/relationships/image" Target="../media/image484.png"/><Relationship Id="rId223" Type="http://schemas.openxmlformats.org/officeDocument/2006/relationships/customXml" Target="../ink/ink551.xml"/><Relationship Id="rId18" Type="http://schemas.openxmlformats.org/officeDocument/2006/relationships/customXml" Target="../ink/ink448.xml"/><Relationship Id="rId39" Type="http://schemas.openxmlformats.org/officeDocument/2006/relationships/image" Target="../media/image403.png"/><Relationship Id="rId50" Type="http://schemas.openxmlformats.org/officeDocument/2006/relationships/customXml" Target="../ink/ink464.xml"/><Relationship Id="rId104" Type="http://schemas.openxmlformats.org/officeDocument/2006/relationships/customXml" Target="../ink/ink491.xml"/><Relationship Id="rId125" Type="http://schemas.openxmlformats.org/officeDocument/2006/relationships/image" Target="../media/image446.png"/><Relationship Id="rId146" Type="http://schemas.openxmlformats.org/officeDocument/2006/relationships/image" Target="../media/image456.png"/><Relationship Id="rId167" Type="http://schemas.openxmlformats.org/officeDocument/2006/relationships/customXml" Target="../ink/ink523.xml"/><Relationship Id="rId188" Type="http://schemas.openxmlformats.org/officeDocument/2006/relationships/image" Target="../media/image477.png"/><Relationship Id="rId71" Type="http://schemas.openxmlformats.org/officeDocument/2006/relationships/image" Target="../media/image419.png"/><Relationship Id="rId92" Type="http://schemas.openxmlformats.org/officeDocument/2006/relationships/customXml" Target="../ink/ink485.xml"/><Relationship Id="rId213" Type="http://schemas.openxmlformats.org/officeDocument/2006/relationships/customXml" Target="../ink/ink546.xml"/><Relationship Id="rId2" Type="http://schemas.openxmlformats.org/officeDocument/2006/relationships/notesSlide" Target="../notesSlides/notesSlide5.xml"/><Relationship Id="rId29" Type="http://schemas.openxmlformats.org/officeDocument/2006/relationships/image" Target="../media/image398.png"/><Relationship Id="rId40" Type="http://schemas.openxmlformats.org/officeDocument/2006/relationships/customXml" Target="../ink/ink459.xml"/><Relationship Id="rId115" Type="http://schemas.openxmlformats.org/officeDocument/2006/relationships/image" Target="../media/image441.png"/><Relationship Id="rId136" Type="http://schemas.openxmlformats.org/officeDocument/2006/relationships/image" Target="../media/image451.png"/><Relationship Id="rId157" Type="http://schemas.openxmlformats.org/officeDocument/2006/relationships/customXml" Target="../ink/ink518.xml"/><Relationship Id="rId178" Type="http://schemas.openxmlformats.org/officeDocument/2006/relationships/image" Target="../media/image472.png"/><Relationship Id="rId61" Type="http://schemas.openxmlformats.org/officeDocument/2006/relationships/image" Target="../media/image414.png"/><Relationship Id="rId82" Type="http://schemas.openxmlformats.org/officeDocument/2006/relationships/customXml" Target="../ink/ink480.xml"/><Relationship Id="rId199" Type="http://schemas.openxmlformats.org/officeDocument/2006/relationships/customXml" Target="../ink/ink539.xml"/><Relationship Id="rId203" Type="http://schemas.openxmlformats.org/officeDocument/2006/relationships/customXml" Target="../ink/ink541.xml"/><Relationship Id="rId19" Type="http://schemas.openxmlformats.org/officeDocument/2006/relationships/image" Target="../media/image393.png"/><Relationship Id="rId224" Type="http://schemas.openxmlformats.org/officeDocument/2006/relationships/image" Target="../media/image495.png"/><Relationship Id="rId30" Type="http://schemas.openxmlformats.org/officeDocument/2006/relationships/customXml" Target="../ink/ink454.xml"/><Relationship Id="rId105" Type="http://schemas.openxmlformats.org/officeDocument/2006/relationships/image" Target="../media/image436.png"/><Relationship Id="rId126" Type="http://schemas.openxmlformats.org/officeDocument/2006/relationships/customXml" Target="../ink/ink502.xml"/><Relationship Id="rId147" Type="http://schemas.openxmlformats.org/officeDocument/2006/relationships/customXml" Target="../ink/ink513.xml"/><Relationship Id="rId168" Type="http://schemas.openxmlformats.org/officeDocument/2006/relationships/image" Target="../media/image467.png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52.png"/><Relationship Id="rId21" Type="http://schemas.openxmlformats.org/officeDocument/2006/relationships/image" Target="../media/image504.png"/><Relationship Id="rId42" Type="http://schemas.openxmlformats.org/officeDocument/2006/relationships/customXml" Target="../ink/ink571.xml"/><Relationship Id="rId63" Type="http://schemas.openxmlformats.org/officeDocument/2006/relationships/image" Target="../media/image525.png"/><Relationship Id="rId84" Type="http://schemas.openxmlformats.org/officeDocument/2006/relationships/customXml" Target="../ink/ink592.xml"/><Relationship Id="rId138" Type="http://schemas.openxmlformats.org/officeDocument/2006/relationships/customXml" Target="../ink/ink619.xml"/><Relationship Id="rId159" Type="http://schemas.openxmlformats.org/officeDocument/2006/relationships/image" Target="../media/image573.png"/><Relationship Id="rId170" Type="http://schemas.openxmlformats.org/officeDocument/2006/relationships/customXml" Target="../ink/ink635.xml"/><Relationship Id="rId191" Type="http://schemas.openxmlformats.org/officeDocument/2006/relationships/image" Target="../media/image589.png"/><Relationship Id="rId107" Type="http://schemas.openxmlformats.org/officeDocument/2006/relationships/image" Target="../media/image547.png"/><Relationship Id="rId11" Type="http://schemas.openxmlformats.org/officeDocument/2006/relationships/image" Target="../media/image499.png"/><Relationship Id="rId32" Type="http://schemas.openxmlformats.org/officeDocument/2006/relationships/customXml" Target="../ink/ink566.xml"/><Relationship Id="rId53" Type="http://schemas.openxmlformats.org/officeDocument/2006/relationships/image" Target="../media/image520.png"/><Relationship Id="rId74" Type="http://schemas.openxmlformats.org/officeDocument/2006/relationships/customXml" Target="../ink/ink587.xml"/><Relationship Id="rId128" Type="http://schemas.openxmlformats.org/officeDocument/2006/relationships/customXml" Target="../ink/ink614.xml"/><Relationship Id="rId149" Type="http://schemas.openxmlformats.org/officeDocument/2006/relationships/image" Target="../media/image568.png"/><Relationship Id="rId5" Type="http://schemas.openxmlformats.org/officeDocument/2006/relationships/image" Target="../media/image496.png"/><Relationship Id="rId95" Type="http://schemas.openxmlformats.org/officeDocument/2006/relationships/image" Target="../media/image541.png"/><Relationship Id="rId160" Type="http://schemas.openxmlformats.org/officeDocument/2006/relationships/customXml" Target="../ink/ink630.xml"/><Relationship Id="rId181" Type="http://schemas.openxmlformats.org/officeDocument/2006/relationships/image" Target="../media/image584.png"/><Relationship Id="rId22" Type="http://schemas.openxmlformats.org/officeDocument/2006/relationships/customXml" Target="../ink/ink561.xml"/><Relationship Id="rId43" Type="http://schemas.openxmlformats.org/officeDocument/2006/relationships/image" Target="../media/image515.png"/><Relationship Id="rId64" Type="http://schemas.openxmlformats.org/officeDocument/2006/relationships/customXml" Target="../ink/ink582.xml"/><Relationship Id="rId118" Type="http://schemas.openxmlformats.org/officeDocument/2006/relationships/customXml" Target="../ink/ink609.xml"/><Relationship Id="rId139" Type="http://schemas.openxmlformats.org/officeDocument/2006/relationships/image" Target="../media/image563.png"/><Relationship Id="rId85" Type="http://schemas.openxmlformats.org/officeDocument/2006/relationships/image" Target="../media/image536.png"/><Relationship Id="rId150" Type="http://schemas.openxmlformats.org/officeDocument/2006/relationships/customXml" Target="../ink/ink625.xml"/><Relationship Id="rId171" Type="http://schemas.openxmlformats.org/officeDocument/2006/relationships/image" Target="../media/image579.png"/><Relationship Id="rId192" Type="http://schemas.openxmlformats.org/officeDocument/2006/relationships/customXml" Target="../ink/ink646.xml"/><Relationship Id="rId12" Type="http://schemas.openxmlformats.org/officeDocument/2006/relationships/customXml" Target="../ink/ink556.xml"/><Relationship Id="rId33" Type="http://schemas.openxmlformats.org/officeDocument/2006/relationships/image" Target="../media/image510.png"/><Relationship Id="rId108" Type="http://schemas.openxmlformats.org/officeDocument/2006/relationships/customXml" Target="../ink/ink604.xml"/><Relationship Id="rId129" Type="http://schemas.openxmlformats.org/officeDocument/2006/relationships/image" Target="../media/image558.png"/><Relationship Id="rId54" Type="http://schemas.openxmlformats.org/officeDocument/2006/relationships/customXml" Target="../ink/ink577.xml"/><Relationship Id="rId75" Type="http://schemas.openxmlformats.org/officeDocument/2006/relationships/image" Target="../media/image531.png"/><Relationship Id="rId96" Type="http://schemas.openxmlformats.org/officeDocument/2006/relationships/customXml" Target="../ink/ink598.xml"/><Relationship Id="rId140" Type="http://schemas.openxmlformats.org/officeDocument/2006/relationships/customXml" Target="../ink/ink620.xml"/><Relationship Id="rId161" Type="http://schemas.openxmlformats.org/officeDocument/2006/relationships/image" Target="../media/image574.png"/><Relationship Id="rId182" Type="http://schemas.openxmlformats.org/officeDocument/2006/relationships/customXml" Target="../ink/ink641.xml"/><Relationship Id="rId6" Type="http://schemas.openxmlformats.org/officeDocument/2006/relationships/customXml" Target="../ink/ink553.xml"/><Relationship Id="rId23" Type="http://schemas.openxmlformats.org/officeDocument/2006/relationships/image" Target="../media/image505.png"/><Relationship Id="rId119" Type="http://schemas.openxmlformats.org/officeDocument/2006/relationships/image" Target="../media/image553.png"/><Relationship Id="rId44" Type="http://schemas.openxmlformats.org/officeDocument/2006/relationships/customXml" Target="../ink/ink572.xml"/><Relationship Id="rId65" Type="http://schemas.openxmlformats.org/officeDocument/2006/relationships/image" Target="../media/image526.png"/><Relationship Id="rId86" Type="http://schemas.openxmlformats.org/officeDocument/2006/relationships/customXml" Target="../ink/ink593.xml"/><Relationship Id="rId130" Type="http://schemas.openxmlformats.org/officeDocument/2006/relationships/customXml" Target="../ink/ink615.xml"/><Relationship Id="rId151" Type="http://schemas.openxmlformats.org/officeDocument/2006/relationships/image" Target="../media/image569.png"/><Relationship Id="rId172" Type="http://schemas.openxmlformats.org/officeDocument/2006/relationships/customXml" Target="../ink/ink636.xml"/><Relationship Id="rId193" Type="http://schemas.openxmlformats.org/officeDocument/2006/relationships/image" Target="../media/image590.png"/><Relationship Id="rId13" Type="http://schemas.openxmlformats.org/officeDocument/2006/relationships/image" Target="../media/image500.png"/><Relationship Id="rId109" Type="http://schemas.openxmlformats.org/officeDocument/2006/relationships/image" Target="../media/image548.png"/><Relationship Id="rId34" Type="http://schemas.openxmlformats.org/officeDocument/2006/relationships/customXml" Target="../ink/ink567.xml"/><Relationship Id="rId55" Type="http://schemas.openxmlformats.org/officeDocument/2006/relationships/image" Target="../media/image521.png"/><Relationship Id="rId76" Type="http://schemas.openxmlformats.org/officeDocument/2006/relationships/customXml" Target="../ink/ink588.xml"/><Relationship Id="rId97" Type="http://schemas.openxmlformats.org/officeDocument/2006/relationships/image" Target="../media/image542.png"/><Relationship Id="rId120" Type="http://schemas.openxmlformats.org/officeDocument/2006/relationships/customXml" Target="../ink/ink610.xml"/><Relationship Id="rId141" Type="http://schemas.openxmlformats.org/officeDocument/2006/relationships/image" Target="../media/image564.png"/><Relationship Id="rId7" Type="http://schemas.openxmlformats.org/officeDocument/2006/relationships/image" Target="../media/image497.png"/><Relationship Id="rId162" Type="http://schemas.openxmlformats.org/officeDocument/2006/relationships/customXml" Target="../ink/ink631.xml"/><Relationship Id="rId183" Type="http://schemas.openxmlformats.org/officeDocument/2006/relationships/image" Target="../media/image585.png"/><Relationship Id="rId2" Type="http://schemas.openxmlformats.org/officeDocument/2006/relationships/notesSlide" Target="../notesSlides/notesSlide6.xml"/><Relationship Id="rId29" Type="http://schemas.openxmlformats.org/officeDocument/2006/relationships/image" Target="../media/image508.png"/><Relationship Id="rId24" Type="http://schemas.openxmlformats.org/officeDocument/2006/relationships/customXml" Target="../ink/ink562.xml"/><Relationship Id="rId40" Type="http://schemas.openxmlformats.org/officeDocument/2006/relationships/customXml" Target="../ink/ink570.xml"/><Relationship Id="rId45" Type="http://schemas.openxmlformats.org/officeDocument/2006/relationships/image" Target="../media/image516.png"/><Relationship Id="rId66" Type="http://schemas.openxmlformats.org/officeDocument/2006/relationships/customXml" Target="../ink/ink583.xml"/><Relationship Id="rId87" Type="http://schemas.openxmlformats.org/officeDocument/2006/relationships/image" Target="../media/image537.png"/><Relationship Id="rId110" Type="http://schemas.openxmlformats.org/officeDocument/2006/relationships/customXml" Target="../ink/ink605.xml"/><Relationship Id="rId115" Type="http://schemas.openxmlformats.org/officeDocument/2006/relationships/image" Target="../media/image551.png"/><Relationship Id="rId131" Type="http://schemas.openxmlformats.org/officeDocument/2006/relationships/image" Target="../media/image559.png"/><Relationship Id="rId136" Type="http://schemas.openxmlformats.org/officeDocument/2006/relationships/customXml" Target="../ink/ink618.xml"/><Relationship Id="rId157" Type="http://schemas.openxmlformats.org/officeDocument/2006/relationships/image" Target="../media/image572.png"/><Relationship Id="rId178" Type="http://schemas.openxmlformats.org/officeDocument/2006/relationships/customXml" Target="../ink/ink639.xml"/><Relationship Id="rId61" Type="http://schemas.openxmlformats.org/officeDocument/2006/relationships/image" Target="../media/image524.png"/><Relationship Id="rId82" Type="http://schemas.openxmlformats.org/officeDocument/2006/relationships/customXml" Target="../ink/ink591.xml"/><Relationship Id="rId152" Type="http://schemas.openxmlformats.org/officeDocument/2006/relationships/customXml" Target="../ink/ink626.xml"/><Relationship Id="rId173" Type="http://schemas.openxmlformats.org/officeDocument/2006/relationships/image" Target="../media/image580.png"/><Relationship Id="rId194" Type="http://schemas.openxmlformats.org/officeDocument/2006/relationships/customXml" Target="../ink/ink647.xml"/><Relationship Id="rId199" Type="http://schemas.openxmlformats.org/officeDocument/2006/relationships/image" Target="../media/image593.png"/><Relationship Id="rId203" Type="http://schemas.openxmlformats.org/officeDocument/2006/relationships/image" Target="../media/image595.png"/><Relationship Id="rId19" Type="http://schemas.openxmlformats.org/officeDocument/2006/relationships/image" Target="../media/image503.png"/><Relationship Id="rId14" Type="http://schemas.openxmlformats.org/officeDocument/2006/relationships/customXml" Target="../ink/ink557.xml"/><Relationship Id="rId30" Type="http://schemas.openxmlformats.org/officeDocument/2006/relationships/customXml" Target="../ink/ink565.xml"/><Relationship Id="rId35" Type="http://schemas.openxmlformats.org/officeDocument/2006/relationships/image" Target="../media/image511.png"/><Relationship Id="rId56" Type="http://schemas.openxmlformats.org/officeDocument/2006/relationships/customXml" Target="../ink/ink578.xml"/><Relationship Id="rId77" Type="http://schemas.openxmlformats.org/officeDocument/2006/relationships/image" Target="../media/image532.png"/><Relationship Id="rId100" Type="http://schemas.openxmlformats.org/officeDocument/2006/relationships/customXml" Target="../ink/ink600.xml"/><Relationship Id="rId105" Type="http://schemas.openxmlformats.org/officeDocument/2006/relationships/image" Target="../media/image546.png"/><Relationship Id="rId126" Type="http://schemas.openxmlformats.org/officeDocument/2006/relationships/customXml" Target="../ink/ink613.xml"/><Relationship Id="rId147" Type="http://schemas.openxmlformats.org/officeDocument/2006/relationships/image" Target="../media/image567.png"/><Relationship Id="rId168" Type="http://schemas.openxmlformats.org/officeDocument/2006/relationships/customXml" Target="../ink/ink634.xml"/><Relationship Id="rId8" Type="http://schemas.openxmlformats.org/officeDocument/2006/relationships/customXml" Target="../ink/ink554.xml"/><Relationship Id="rId51" Type="http://schemas.openxmlformats.org/officeDocument/2006/relationships/image" Target="../media/image519.png"/><Relationship Id="rId72" Type="http://schemas.openxmlformats.org/officeDocument/2006/relationships/customXml" Target="../ink/ink586.xml"/><Relationship Id="rId93" Type="http://schemas.openxmlformats.org/officeDocument/2006/relationships/image" Target="../media/image540.png"/><Relationship Id="rId98" Type="http://schemas.openxmlformats.org/officeDocument/2006/relationships/customXml" Target="../ink/ink599.xml"/><Relationship Id="rId121" Type="http://schemas.openxmlformats.org/officeDocument/2006/relationships/image" Target="../media/image554.png"/><Relationship Id="rId142" Type="http://schemas.openxmlformats.org/officeDocument/2006/relationships/customXml" Target="../ink/ink621.xml"/><Relationship Id="rId163" Type="http://schemas.openxmlformats.org/officeDocument/2006/relationships/image" Target="../media/image575.png"/><Relationship Id="rId184" Type="http://schemas.openxmlformats.org/officeDocument/2006/relationships/customXml" Target="../ink/ink642.xml"/><Relationship Id="rId189" Type="http://schemas.openxmlformats.org/officeDocument/2006/relationships/image" Target="../media/image588.png"/><Relationship Id="rId3" Type="http://schemas.openxmlformats.org/officeDocument/2006/relationships/image" Target="../media/image385.tmp"/><Relationship Id="rId25" Type="http://schemas.openxmlformats.org/officeDocument/2006/relationships/image" Target="../media/image506.png"/><Relationship Id="rId46" Type="http://schemas.openxmlformats.org/officeDocument/2006/relationships/customXml" Target="../ink/ink573.xml"/><Relationship Id="rId67" Type="http://schemas.openxmlformats.org/officeDocument/2006/relationships/image" Target="../media/image527.png"/><Relationship Id="rId116" Type="http://schemas.openxmlformats.org/officeDocument/2006/relationships/customXml" Target="../ink/ink608.xml"/><Relationship Id="rId137" Type="http://schemas.openxmlformats.org/officeDocument/2006/relationships/image" Target="../media/image562.png"/><Relationship Id="rId158" Type="http://schemas.openxmlformats.org/officeDocument/2006/relationships/customXml" Target="../ink/ink629.xml"/><Relationship Id="rId20" Type="http://schemas.openxmlformats.org/officeDocument/2006/relationships/customXml" Target="../ink/ink560.xml"/><Relationship Id="rId41" Type="http://schemas.openxmlformats.org/officeDocument/2006/relationships/image" Target="../media/image514.png"/><Relationship Id="rId62" Type="http://schemas.openxmlformats.org/officeDocument/2006/relationships/customXml" Target="../ink/ink581.xml"/><Relationship Id="rId83" Type="http://schemas.openxmlformats.org/officeDocument/2006/relationships/image" Target="../media/image535.png"/><Relationship Id="rId88" Type="http://schemas.openxmlformats.org/officeDocument/2006/relationships/customXml" Target="../ink/ink594.xml"/><Relationship Id="rId111" Type="http://schemas.openxmlformats.org/officeDocument/2006/relationships/image" Target="../media/image549.png"/><Relationship Id="rId132" Type="http://schemas.openxmlformats.org/officeDocument/2006/relationships/customXml" Target="../ink/ink616.xml"/><Relationship Id="rId153" Type="http://schemas.openxmlformats.org/officeDocument/2006/relationships/image" Target="../media/image570.png"/><Relationship Id="rId174" Type="http://schemas.openxmlformats.org/officeDocument/2006/relationships/customXml" Target="../ink/ink637.xml"/><Relationship Id="rId179" Type="http://schemas.openxmlformats.org/officeDocument/2006/relationships/image" Target="../media/image583.png"/><Relationship Id="rId195" Type="http://schemas.openxmlformats.org/officeDocument/2006/relationships/image" Target="../media/image591.png"/><Relationship Id="rId190" Type="http://schemas.openxmlformats.org/officeDocument/2006/relationships/customXml" Target="../ink/ink645.xml"/><Relationship Id="rId15" Type="http://schemas.openxmlformats.org/officeDocument/2006/relationships/image" Target="../media/image501.png"/><Relationship Id="rId36" Type="http://schemas.openxmlformats.org/officeDocument/2006/relationships/customXml" Target="../ink/ink568.xml"/><Relationship Id="rId57" Type="http://schemas.openxmlformats.org/officeDocument/2006/relationships/image" Target="../media/image522.png"/><Relationship Id="rId106" Type="http://schemas.openxmlformats.org/officeDocument/2006/relationships/customXml" Target="../ink/ink603.xml"/><Relationship Id="rId127" Type="http://schemas.openxmlformats.org/officeDocument/2006/relationships/image" Target="../media/image557.png"/><Relationship Id="rId10" Type="http://schemas.openxmlformats.org/officeDocument/2006/relationships/customXml" Target="../ink/ink555.xml"/><Relationship Id="rId31" Type="http://schemas.openxmlformats.org/officeDocument/2006/relationships/image" Target="../media/image509.png"/><Relationship Id="rId52" Type="http://schemas.openxmlformats.org/officeDocument/2006/relationships/customXml" Target="../ink/ink576.xml"/><Relationship Id="rId73" Type="http://schemas.openxmlformats.org/officeDocument/2006/relationships/image" Target="../media/image530.png"/><Relationship Id="rId78" Type="http://schemas.openxmlformats.org/officeDocument/2006/relationships/customXml" Target="../ink/ink589.xml"/><Relationship Id="rId94" Type="http://schemas.openxmlformats.org/officeDocument/2006/relationships/customXml" Target="../ink/ink597.xml"/><Relationship Id="rId99" Type="http://schemas.openxmlformats.org/officeDocument/2006/relationships/image" Target="../media/image543.png"/><Relationship Id="rId101" Type="http://schemas.openxmlformats.org/officeDocument/2006/relationships/image" Target="../media/image544.png"/><Relationship Id="rId122" Type="http://schemas.openxmlformats.org/officeDocument/2006/relationships/customXml" Target="../ink/ink611.xml"/><Relationship Id="rId143" Type="http://schemas.openxmlformats.org/officeDocument/2006/relationships/image" Target="../media/image565.png"/><Relationship Id="rId148" Type="http://schemas.openxmlformats.org/officeDocument/2006/relationships/customXml" Target="../ink/ink624.xml"/><Relationship Id="rId164" Type="http://schemas.openxmlformats.org/officeDocument/2006/relationships/customXml" Target="../ink/ink632.xml"/><Relationship Id="rId169" Type="http://schemas.openxmlformats.org/officeDocument/2006/relationships/image" Target="../media/image578.png"/><Relationship Id="rId185" Type="http://schemas.openxmlformats.org/officeDocument/2006/relationships/image" Target="../media/image586.png"/><Relationship Id="rId4" Type="http://schemas.openxmlformats.org/officeDocument/2006/relationships/customXml" Target="../ink/ink552.xml"/><Relationship Id="rId9" Type="http://schemas.openxmlformats.org/officeDocument/2006/relationships/image" Target="../media/image498.png"/><Relationship Id="rId180" Type="http://schemas.openxmlformats.org/officeDocument/2006/relationships/customXml" Target="../ink/ink640.xml"/><Relationship Id="rId26" Type="http://schemas.openxmlformats.org/officeDocument/2006/relationships/customXml" Target="../ink/ink563.xml"/><Relationship Id="rId47" Type="http://schemas.openxmlformats.org/officeDocument/2006/relationships/image" Target="../media/image517.png"/><Relationship Id="rId68" Type="http://schemas.openxmlformats.org/officeDocument/2006/relationships/customXml" Target="../ink/ink584.xml"/><Relationship Id="rId89" Type="http://schemas.openxmlformats.org/officeDocument/2006/relationships/image" Target="../media/image538.png"/><Relationship Id="rId112" Type="http://schemas.openxmlformats.org/officeDocument/2006/relationships/customXml" Target="../ink/ink606.xml"/><Relationship Id="rId133" Type="http://schemas.openxmlformats.org/officeDocument/2006/relationships/image" Target="../media/image560.png"/><Relationship Id="rId154" Type="http://schemas.openxmlformats.org/officeDocument/2006/relationships/customXml" Target="../ink/ink627.xml"/><Relationship Id="rId175" Type="http://schemas.openxmlformats.org/officeDocument/2006/relationships/image" Target="../media/image581.png"/><Relationship Id="rId196" Type="http://schemas.openxmlformats.org/officeDocument/2006/relationships/customXml" Target="../ink/ink648.xml"/><Relationship Id="rId200" Type="http://schemas.openxmlformats.org/officeDocument/2006/relationships/customXml" Target="../ink/ink650.xml"/><Relationship Id="rId16" Type="http://schemas.openxmlformats.org/officeDocument/2006/relationships/customXml" Target="../ink/ink558.xml"/><Relationship Id="rId37" Type="http://schemas.openxmlformats.org/officeDocument/2006/relationships/image" Target="../media/image512.png"/><Relationship Id="rId58" Type="http://schemas.openxmlformats.org/officeDocument/2006/relationships/customXml" Target="../ink/ink579.xml"/><Relationship Id="rId79" Type="http://schemas.openxmlformats.org/officeDocument/2006/relationships/image" Target="../media/image533.png"/><Relationship Id="rId102" Type="http://schemas.openxmlformats.org/officeDocument/2006/relationships/customXml" Target="../ink/ink601.xml"/><Relationship Id="rId123" Type="http://schemas.openxmlformats.org/officeDocument/2006/relationships/image" Target="../media/image555.png"/><Relationship Id="rId144" Type="http://schemas.openxmlformats.org/officeDocument/2006/relationships/customXml" Target="../ink/ink622.xml"/><Relationship Id="rId90" Type="http://schemas.openxmlformats.org/officeDocument/2006/relationships/customXml" Target="../ink/ink595.xml"/><Relationship Id="rId165" Type="http://schemas.openxmlformats.org/officeDocument/2006/relationships/image" Target="../media/image576.png"/><Relationship Id="rId186" Type="http://schemas.openxmlformats.org/officeDocument/2006/relationships/customXml" Target="../ink/ink643.xml"/><Relationship Id="rId27" Type="http://schemas.openxmlformats.org/officeDocument/2006/relationships/image" Target="../media/image507.png"/><Relationship Id="rId48" Type="http://schemas.openxmlformats.org/officeDocument/2006/relationships/customXml" Target="../ink/ink574.xml"/><Relationship Id="rId69" Type="http://schemas.openxmlformats.org/officeDocument/2006/relationships/image" Target="../media/image528.png"/><Relationship Id="rId113" Type="http://schemas.openxmlformats.org/officeDocument/2006/relationships/image" Target="../media/image550.png"/><Relationship Id="rId134" Type="http://schemas.openxmlformats.org/officeDocument/2006/relationships/customXml" Target="../ink/ink617.xml"/><Relationship Id="rId80" Type="http://schemas.openxmlformats.org/officeDocument/2006/relationships/customXml" Target="../ink/ink590.xml"/><Relationship Id="rId155" Type="http://schemas.openxmlformats.org/officeDocument/2006/relationships/image" Target="../media/image571.png"/><Relationship Id="rId176" Type="http://schemas.openxmlformats.org/officeDocument/2006/relationships/customXml" Target="../ink/ink638.xml"/><Relationship Id="rId197" Type="http://schemas.openxmlformats.org/officeDocument/2006/relationships/image" Target="../media/image592.png"/><Relationship Id="rId201" Type="http://schemas.openxmlformats.org/officeDocument/2006/relationships/image" Target="../media/image594.png"/><Relationship Id="rId17" Type="http://schemas.openxmlformats.org/officeDocument/2006/relationships/image" Target="../media/image502.png"/><Relationship Id="rId38" Type="http://schemas.openxmlformats.org/officeDocument/2006/relationships/customXml" Target="../ink/ink569.xml"/><Relationship Id="rId59" Type="http://schemas.openxmlformats.org/officeDocument/2006/relationships/image" Target="../media/image523.png"/><Relationship Id="rId103" Type="http://schemas.openxmlformats.org/officeDocument/2006/relationships/image" Target="../media/image545.png"/><Relationship Id="rId124" Type="http://schemas.openxmlformats.org/officeDocument/2006/relationships/customXml" Target="../ink/ink612.xml"/><Relationship Id="rId70" Type="http://schemas.openxmlformats.org/officeDocument/2006/relationships/customXml" Target="../ink/ink585.xml"/><Relationship Id="rId91" Type="http://schemas.openxmlformats.org/officeDocument/2006/relationships/image" Target="../media/image539.png"/><Relationship Id="rId145" Type="http://schemas.openxmlformats.org/officeDocument/2006/relationships/image" Target="../media/image566.png"/><Relationship Id="rId166" Type="http://schemas.openxmlformats.org/officeDocument/2006/relationships/customXml" Target="../ink/ink633.xml"/><Relationship Id="rId187" Type="http://schemas.openxmlformats.org/officeDocument/2006/relationships/image" Target="../media/image587.png"/><Relationship Id="rId1" Type="http://schemas.openxmlformats.org/officeDocument/2006/relationships/slideLayout" Target="../slideLayouts/slideLayout6.xml"/><Relationship Id="rId28" Type="http://schemas.openxmlformats.org/officeDocument/2006/relationships/customXml" Target="../ink/ink564.xml"/><Relationship Id="rId49" Type="http://schemas.openxmlformats.org/officeDocument/2006/relationships/image" Target="../media/image518.png"/><Relationship Id="rId114" Type="http://schemas.openxmlformats.org/officeDocument/2006/relationships/customXml" Target="../ink/ink607.xml"/><Relationship Id="rId60" Type="http://schemas.openxmlformats.org/officeDocument/2006/relationships/customXml" Target="../ink/ink580.xml"/><Relationship Id="rId81" Type="http://schemas.openxmlformats.org/officeDocument/2006/relationships/image" Target="../media/image534.png"/><Relationship Id="rId135" Type="http://schemas.openxmlformats.org/officeDocument/2006/relationships/image" Target="../media/image561.png"/><Relationship Id="rId156" Type="http://schemas.openxmlformats.org/officeDocument/2006/relationships/customXml" Target="../ink/ink628.xml"/><Relationship Id="rId177" Type="http://schemas.openxmlformats.org/officeDocument/2006/relationships/image" Target="../media/image582.png"/><Relationship Id="rId198" Type="http://schemas.openxmlformats.org/officeDocument/2006/relationships/customXml" Target="../ink/ink649.xml"/><Relationship Id="rId202" Type="http://schemas.openxmlformats.org/officeDocument/2006/relationships/customXml" Target="../ink/ink651.xml"/><Relationship Id="rId18" Type="http://schemas.openxmlformats.org/officeDocument/2006/relationships/customXml" Target="../ink/ink559.xml"/><Relationship Id="rId39" Type="http://schemas.openxmlformats.org/officeDocument/2006/relationships/image" Target="../media/image513.png"/><Relationship Id="rId50" Type="http://schemas.openxmlformats.org/officeDocument/2006/relationships/customXml" Target="../ink/ink575.xml"/><Relationship Id="rId104" Type="http://schemas.openxmlformats.org/officeDocument/2006/relationships/customXml" Target="../ink/ink602.xml"/><Relationship Id="rId125" Type="http://schemas.openxmlformats.org/officeDocument/2006/relationships/image" Target="../media/image556.png"/><Relationship Id="rId146" Type="http://schemas.openxmlformats.org/officeDocument/2006/relationships/customXml" Target="../ink/ink623.xml"/><Relationship Id="rId167" Type="http://schemas.openxmlformats.org/officeDocument/2006/relationships/image" Target="../media/image577.png"/><Relationship Id="rId188" Type="http://schemas.openxmlformats.org/officeDocument/2006/relationships/customXml" Target="../ink/ink644.xml"/><Relationship Id="rId71" Type="http://schemas.openxmlformats.org/officeDocument/2006/relationships/image" Target="../media/image529.png"/><Relationship Id="rId92" Type="http://schemas.openxmlformats.org/officeDocument/2006/relationships/customXml" Target="../ink/ink596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customXml" Target="../ink/ink708.xml"/><Relationship Id="rId21" Type="http://schemas.openxmlformats.org/officeDocument/2006/relationships/customXml" Target="../ink/ink660.xml"/><Relationship Id="rId63" Type="http://schemas.openxmlformats.org/officeDocument/2006/relationships/customXml" Target="../ink/ink681.xml"/><Relationship Id="rId159" Type="http://schemas.openxmlformats.org/officeDocument/2006/relationships/customXml" Target="../ink/ink729.xml"/><Relationship Id="rId170" Type="http://schemas.openxmlformats.org/officeDocument/2006/relationships/image" Target="../media/image679.png"/><Relationship Id="rId226" Type="http://schemas.openxmlformats.org/officeDocument/2006/relationships/image" Target="../media/image706.png"/><Relationship Id="rId268" Type="http://schemas.openxmlformats.org/officeDocument/2006/relationships/image" Target="../media/image727.png"/><Relationship Id="rId32" Type="http://schemas.openxmlformats.org/officeDocument/2006/relationships/image" Target="../media/image611.png"/><Relationship Id="rId74" Type="http://schemas.openxmlformats.org/officeDocument/2006/relationships/image" Target="../media/image632.png"/><Relationship Id="rId128" Type="http://schemas.openxmlformats.org/officeDocument/2006/relationships/image" Target="../media/image658.png"/><Relationship Id="rId5" Type="http://schemas.openxmlformats.org/officeDocument/2006/relationships/customXml" Target="../ink/ink652.xml"/><Relationship Id="rId181" Type="http://schemas.openxmlformats.org/officeDocument/2006/relationships/customXml" Target="../ink/ink740.xml"/><Relationship Id="rId237" Type="http://schemas.openxmlformats.org/officeDocument/2006/relationships/customXml" Target="../ink/ink768.xml"/><Relationship Id="rId258" Type="http://schemas.openxmlformats.org/officeDocument/2006/relationships/image" Target="../media/image722.png"/><Relationship Id="rId22" Type="http://schemas.openxmlformats.org/officeDocument/2006/relationships/image" Target="../media/image606.png"/><Relationship Id="rId43" Type="http://schemas.openxmlformats.org/officeDocument/2006/relationships/customXml" Target="../ink/ink671.xml"/><Relationship Id="rId64" Type="http://schemas.openxmlformats.org/officeDocument/2006/relationships/image" Target="../media/image627.png"/><Relationship Id="rId118" Type="http://schemas.openxmlformats.org/officeDocument/2006/relationships/image" Target="../media/image654.png"/><Relationship Id="rId139" Type="http://schemas.openxmlformats.org/officeDocument/2006/relationships/customXml" Target="../ink/ink719.xml"/><Relationship Id="rId85" Type="http://schemas.openxmlformats.org/officeDocument/2006/relationships/customXml" Target="../ink/ink692.xml"/><Relationship Id="rId150" Type="http://schemas.openxmlformats.org/officeDocument/2006/relationships/image" Target="../media/image669.png"/><Relationship Id="rId171" Type="http://schemas.openxmlformats.org/officeDocument/2006/relationships/customXml" Target="../ink/ink735.xml"/><Relationship Id="rId192" Type="http://schemas.openxmlformats.org/officeDocument/2006/relationships/image" Target="../media/image690.png"/><Relationship Id="rId206" Type="http://schemas.openxmlformats.org/officeDocument/2006/relationships/image" Target="../media/image697.png"/><Relationship Id="rId227" Type="http://schemas.openxmlformats.org/officeDocument/2006/relationships/customXml" Target="../ink/ink763.xml"/><Relationship Id="rId248" Type="http://schemas.openxmlformats.org/officeDocument/2006/relationships/image" Target="../media/image717.png"/><Relationship Id="rId269" Type="http://schemas.openxmlformats.org/officeDocument/2006/relationships/customXml" Target="../ink/ink784.xml"/><Relationship Id="rId12" Type="http://schemas.openxmlformats.org/officeDocument/2006/relationships/image" Target="../media/image601.png"/><Relationship Id="rId33" Type="http://schemas.openxmlformats.org/officeDocument/2006/relationships/customXml" Target="../ink/ink666.xml"/><Relationship Id="rId108" Type="http://schemas.openxmlformats.org/officeDocument/2006/relationships/image" Target="../media/image649.png"/><Relationship Id="rId129" Type="http://schemas.openxmlformats.org/officeDocument/2006/relationships/customXml" Target="../ink/ink714.xml"/><Relationship Id="rId54" Type="http://schemas.openxmlformats.org/officeDocument/2006/relationships/image" Target="../media/image622.png"/><Relationship Id="rId75" Type="http://schemas.openxmlformats.org/officeDocument/2006/relationships/customXml" Target="../ink/ink687.xml"/><Relationship Id="rId96" Type="http://schemas.openxmlformats.org/officeDocument/2006/relationships/image" Target="../media/image643.png"/><Relationship Id="rId140" Type="http://schemas.openxmlformats.org/officeDocument/2006/relationships/image" Target="../media/image664.png"/><Relationship Id="rId161" Type="http://schemas.openxmlformats.org/officeDocument/2006/relationships/customXml" Target="../ink/ink730.xml"/><Relationship Id="rId182" Type="http://schemas.openxmlformats.org/officeDocument/2006/relationships/image" Target="../media/image685.png"/><Relationship Id="rId217" Type="http://schemas.openxmlformats.org/officeDocument/2006/relationships/customXml" Target="../ink/ink758.xml"/><Relationship Id="rId6" Type="http://schemas.openxmlformats.org/officeDocument/2006/relationships/image" Target="../media/image598.png"/><Relationship Id="rId238" Type="http://schemas.openxmlformats.org/officeDocument/2006/relationships/image" Target="../media/image712.png"/><Relationship Id="rId259" Type="http://schemas.openxmlformats.org/officeDocument/2006/relationships/customXml" Target="../ink/ink779.xml"/><Relationship Id="rId23" Type="http://schemas.openxmlformats.org/officeDocument/2006/relationships/customXml" Target="../ink/ink661.xml"/><Relationship Id="rId119" Type="http://schemas.openxmlformats.org/officeDocument/2006/relationships/customXml" Target="../ink/ink709.xml"/><Relationship Id="rId270" Type="http://schemas.openxmlformats.org/officeDocument/2006/relationships/image" Target="../media/image728.png"/><Relationship Id="rId44" Type="http://schemas.openxmlformats.org/officeDocument/2006/relationships/image" Target="../media/image617.png"/><Relationship Id="rId65" Type="http://schemas.openxmlformats.org/officeDocument/2006/relationships/customXml" Target="../ink/ink682.xml"/><Relationship Id="rId86" Type="http://schemas.openxmlformats.org/officeDocument/2006/relationships/image" Target="../media/image638.png"/><Relationship Id="rId130" Type="http://schemas.openxmlformats.org/officeDocument/2006/relationships/image" Target="../media/image659.png"/><Relationship Id="rId151" Type="http://schemas.openxmlformats.org/officeDocument/2006/relationships/customXml" Target="../ink/ink725.xml"/><Relationship Id="rId172" Type="http://schemas.openxmlformats.org/officeDocument/2006/relationships/image" Target="../media/image680.png"/><Relationship Id="rId193" Type="http://schemas.openxmlformats.org/officeDocument/2006/relationships/customXml" Target="../ink/ink746.xml"/><Relationship Id="rId207" Type="http://schemas.openxmlformats.org/officeDocument/2006/relationships/customXml" Target="../ink/ink753.xml"/><Relationship Id="rId228" Type="http://schemas.openxmlformats.org/officeDocument/2006/relationships/image" Target="../media/image707.png"/><Relationship Id="rId249" Type="http://schemas.openxmlformats.org/officeDocument/2006/relationships/customXml" Target="../ink/ink774.xml"/><Relationship Id="rId13" Type="http://schemas.openxmlformats.org/officeDocument/2006/relationships/customXml" Target="../ink/ink656.xml"/><Relationship Id="rId109" Type="http://schemas.openxmlformats.org/officeDocument/2006/relationships/customXml" Target="../ink/ink704.xml"/><Relationship Id="rId260" Type="http://schemas.openxmlformats.org/officeDocument/2006/relationships/image" Target="../media/image723.png"/><Relationship Id="rId34" Type="http://schemas.openxmlformats.org/officeDocument/2006/relationships/image" Target="../media/image612.png"/><Relationship Id="rId55" Type="http://schemas.openxmlformats.org/officeDocument/2006/relationships/customXml" Target="../ink/ink677.xml"/><Relationship Id="rId76" Type="http://schemas.openxmlformats.org/officeDocument/2006/relationships/image" Target="../media/image633.png"/><Relationship Id="rId97" Type="http://schemas.openxmlformats.org/officeDocument/2006/relationships/customXml" Target="../ink/ink698.xml"/><Relationship Id="rId120" Type="http://schemas.openxmlformats.org/officeDocument/2006/relationships/image" Target="../media/image446.png"/><Relationship Id="rId141" Type="http://schemas.openxmlformats.org/officeDocument/2006/relationships/customXml" Target="../ink/ink720.xml"/><Relationship Id="rId7" Type="http://schemas.openxmlformats.org/officeDocument/2006/relationships/customXml" Target="../ink/ink653.xml"/><Relationship Id="rId162" Type="http://schemas.openxmlformats.org/officeDocument/2006/relationships/image" Target="../media/image675.png"/><Relationship Id="rId183" Type="http://schemas.openxmlformats.org/officeDocument/2006/relationships/customXml" Target="../ink/ink741.xml"/><Relationship Id="rId218" Type="http://schemas.openxmlformats.org/officeDocument/2006/relationships/image" Target="../media/image702.png"/><Relationship Id="rId239" Type="http://schemas.openxmlformats.org/officeDocument/2006/relationships/customXml" Target="../ink/ink769.xml"/><Relationship Id="rId250" Type="http://schemas.openxmlformats.org/officeDocument/2006/relationships/image" Target="../media/image718.png"/><Relationship Id="rId271" Type="http://schemas.openxmlformats.org/officeDocument/2006/relationships/customXml" Target="../ink/ink785.xml"/><Relationship Id="rId24" Type="http://schemas.openxmlformats.org/officeDocument/2006/relationships/image" Target="../media/image607.png"/><Relationship Id="rId45" Type="http://schemas.openxmlformats.org/officeDocument/2006/relationships/customXml" Target="../ink/ink672.xml"/><Relationship Id="rId66" Type="http://schemas.openxmlformats.org/officeDocument/2006/relationships/image" Target="../media/image628.png"/><Relationship Id="rId87" Type="http://schemas.openxmlformats.org/officeDocument/2006/relationships/customXml" Target="../ink/ink693.xml"/><Relationship Id="rId110" Type="http://schemas.openxmlformats.org/officeDocument/2006/relationships/image" Target="../media/image650.png"/><Relationship Id="rId131" Type="http://schemas.openxmlformats.org/officeDocument/2006/relationships/customXml" Target="../ink/ink715.xml"/><Relationship Id="rId152" Type="http://schemas.openxmlformats.org/officeDocument/2006/relationships/image" Target="../media/image670.png"/><Relationship Id="rId173" Type="http://schemas.openxmlformats.org/officeDocument/2006/relationships/customXml" Target="../ink/ink736.xml"/><Relationship Id="rId194" Type="http://schemas.openxmlformats.org/officeDocument/2006/relationships/image" Target="../media/image691.png"/><Relationship Id="rId208" Type="http://schemas.openxmlformats.org/officeDocument/2006/relationships/image" Target="../media/image97.png"/><Relationship Id="rId229" Type="http://schemas.openxmlformats.org/officeDocument/2006/relationships/customXml" Target="../ink/ink764.xml"/><Relationship Id="rId240" Type="http://schemas.openxmlformats.org/officeDocument/2006/relationships/image" Target="../media/image713.png"/><Relationship Id="rId261" Type="http://schemas.openxmlformats.org/officeDocument/2006/relationships/customXml" Target="../ink/ink780.xml"/><Relationship Id="rId14" Type="http://schemas.openxmlformats.org/officeDocument/2006/relationships/image" Target="../media/image602.png"/><Relationship Id="rId35" Type="http://schemas.openxmlformats.org/officeDocument/2006/relationships/customXml" Target="../ink/ink667.xml"/><Relationship Id="rId56" Type="http://schemas.openxmlformats.org/officeDocument/2006/relationships/image" Target="../media/image623.png"/><Relationship Id="rId77" Type="http://schemas.openxmlformats.org/officeDocument/2006/relationships/customXml" Target="../ink/ink688.xml"/><Relationship Id="rId100" Type="http://schemas.openxmlformats.org/officeDocument/2006/relationships/image" Target="../media/image645.png"/><Relationship Id="rId8" Type="http://schemas.openxmlformats.org/officeDocument/2006/relationships/image" Target="../media/image599.png"/><Relationship Id="rId98" Type="http://schemas.openxmlformats.org/officeDocument/2006/relationships/image" Target="../media/image644.png"/><Relationship Id="rId121" Type="http://schemas.openxmlformats.org/officeDocument/2006/relationships/customXml" Target="../ink/ink710.xml"/><Relationship Id="rId142" Type="http://schemas.openxmlformats.org/officeDocument/2006/relationships/image" Target="../media/image665.png"/><Relationship Id="rId163" Type="http://schemas.openxmlformats.org/officeDocument/2006/relationships/customXml" Target="../ink/ink731.xml"/><Relationship Id="rId184" Type="http://schemas.openxmlformats.org/officeDocument/2006/relationships/image" Target="../media/image686.png"/><Relationship Id="rId219" Type="http://schemas.openxmlformats.org/officeDocument/2006/relationships/customXml" Target="../ink/ink759.xml"/><Relationship Id="rId230" Type="http://schemas.openxmlformats.org/officeDocument/2006/relationships/image" Target="../media/image708.png"/><Relationship Id="rId251" Type="http://schemas.openxmlformats.org/officeDocument/2006/relationships/customXml" Target="../ink/ink775.xml"/><Relationship Id="rId25" Type="http://schemas.openxmlformats.org/officeDocument/2006/relationships/customXml" Target="../ink/ink662.xml"/><Relationship Id="rId46" Type="http://schemas.openxmlformats.org/officeDocument/2006/relationships/image" Target="../media/image618.png"/><Relationship Id="rId67" Type="http://schemas.openxmlformats.org/officeDocument/2006/relationships/customXml" Target="../ink/ink683.xml"/><Relationship Id="rId272" Type="http://schemas.openxmlformats.org/officeDocument/2006/relationships/image" Target="../media/image729.png"/><Relationship Id="rId88" Type="http://schemas.openxmlformats.org/officeDocument/2006/relationships/image" Target="../media/image639.png"/><Relationship Id="rId111" Type="http://schemas.openxmlformats.org/officeDocument/2006/relationships/customXml" Target="../ink/ink705.xml"/><Relationship Id="rId132" Type="http://schemas.openxmlformats.org/officeDocument/2006/relationships/image" Target="../media/image660.png"/><Relationship Id="rId153" Type="http://schemas.openxmlformats.org/officeDocument/2006/relationships/customXml" Target="../ink/ink726.xml"/><Relationship Id="rId174" Type="http://schemas.openxmlformats.org/officeDocument/2006/relationships/image" Target="../media/image681.png"/><Relationship Id="rId195" Type="http://schemas.openxmlformats.org/officeDocument/2006/relationships/customXml" Target="../ink/ink747.xml"/><Relationship Id="rId209" Type="http://schemas.openxmlformats.org/officeDocument/2006/relationships/customXml" Target="../ink/ink754.xml"/><Relationship Id="rId220" Type="http://schemas.openxmlformats.org/officeDocument/2006/relationships/image" Target="../media/image703.png"/><Relationship Id="rId241" Type="http://schemas.openxmlformats.org/officeDocument/2006/relationships/customXml" Target="../ink/ink770.xml"/><Relationship Id="rId15" Type="http://schemas.openxmlformats.org/officeDocument/2006/relationships/customXml" Target="../ink/ink657.xml"/><Relationship Id="rId36" Type="http://schemas.openxmlformats.org/officeDocument/2006/relationships/image" Target="../media/image613.png"/><Relationship Id="rId57" Type="http://schemas.openxmlformats.org/officeDocument/2006/relationships/customXml" Target="../ink/ink678.xml"/><Relationship Id="rId262" Type="http://schemas.openxmlformats.org/officeDocument/2006/relationships/image" Target="../media/image724.png"/><Relationship Id="rId78" Type="http://schemas.openxmlformats.org/officeDocument/2006/relationships/image" Target="../media/image634.png"/><Relationship Id="rId99" Type="http://schemas.openxmlformats.org/officeDocument/2006/relationships/customXml" Target="../ink/ink699.xml"/><Relationship Id="rId101" Type="http://schemas.openxmlformats.org/officeDocument/2006/relationships/customXml" Target="../ink/ink700.xml"/><Relationship Id="rId122" Type="http://schemas.openxmlformats.org/officeDocument/2006/relationships/image" Target="../media/image655.png"/><Relationship Id="rId143" Type="http://schemas.openxmlformats.org/officeDocument/2006/relationships/customXml" Target="../ink/ink721.xml"/><Relationship Id="rId164" Type="http://schemas.openxmlformats.org/officeDocument/2006/relationships/image" Target="../media/image676.png"/><Relationship Id="rId185" Type="http://schemas.openxmlformats.org/officeDocument/2006/relationships/customXml" Target="../ink/ink742.xml"/><Relationship Id="rId9" Type="http://schemas.openxmlformats.org/officeDocument/2006/relationships/customXml" Target="../ink/ink654.xml"/><Relationship Id="rId210" Type="http://schemas.openxmlformats.org/officeDocument/2006/relationships/image" Target="../media/image698.png"/><Relationship Id="rId26" Type="http://schemas.openxmlformats.org/officeDocument/2006/relationships/image" Target="../media/image608.png"/><Relationship Id="rId231" Type="http://schemas.openxmlformats.org/officeDocument/2006/relationships/customXml" Target="../ink/ink765.xml"/><Relationship Id="rId252" Type="http://schemas.openxmlformats.org/officeDocument/2006/relationships/image" Target="../media/image719.png"/><Relationship Id="rId273" Type="http://schemas.openxmlformats.org/officeDocument/2006/relationships/customXml" Target="../ink/ink786.xml"/><Relationship Id="rId47" Type="http://schemas.openxmlformats.org/officeDocument/2006/relationships/customXml" Target="../ink/ink673.xml"/><Relationship Id="rId68" Type="http://schemas.openxmlformats.org/officeDocument/2006/relationships/image" Target="../media/image629.png"/><Relationship Id="rId89" Type="http://schemas.openxmlformats.org/officeDocument/2006/relationships/customXml" Target="../ink/ink694.xml"/><Relationship Id="rId112" Type="http://schemas.openxmlformats.org/officeDocument/2006/relationships/image" Target="../media/image651.png"/><Relationship Id="rId133" Type="http://schemas.openxmlformats.org/officeDocument/2006/relationships/customXml" Target="../ink/ink716.xml"/><Relationship Id="rId154" Type="http://schemas.openxmlformats.org/officeDocument/2006/relationships/image" Target="../media/image671.png"/><Relationship Id="rId175" Type="http://schemas.openxmlformats.org/officeDocument/2006/relationships/customXml" Target="../ink/ink737.xml"/><Relationship Id="rId196" Type="http://schemas.openxmlformats.org/officeDocument/2006/relationships/image" Target="../media/image692.png"/><Relationship Id="rId200" Type="http://schemas.openxmlformats.org/officeDocument/2006/relationships/image" Target="../media/image694.png"/><Relationship Id="rId16" Type="http://schemas.openxmlformats.org/officeDocument/2006/relationships/image" Target="../media/image603.png"/><Relationship Id="rId221" Type="http://schemas.openxmlformats.org/officeDocument/2006/relationships/customXml" Target="../ink/ink760.xml"/><Relationship Id="rId242" Type="http://schemas.openxmlformats.org/officeDocument/2006/relationships/image" Target="../media/image714.png"/><Relationship Id="rId263" Type="http://schemas.openxmlformats.org/officeDocument/2006/relationships/customXml" Target="../ink/ink781.xml"/><Relationship Id="rId37" Type="http://schemas.openxmlformats.org/officeDocument/2006/relationships/customXml" Target="../ink/ink668.xml"/><Relationship Id="rId58" Type="http://schemas.openxmlformats.org/officeDocument/2006/relationships/image" Target="../media/image624.png"/><Relationship Id="rId79" Type="http://schemas.openxmlformats.org/officeDocument/2006/relationships/customXml" Target="../ink/ink689.xml"/><Relationship Id="rId102" Type="http://schemas.openxmlformats.org/officeDocument/2006/relationships/image" Target="../media/image646.png"/><Relationship Id="rId123" Type="http://schemas.openxmlformats.org/officeDocument/2006/relationships/customXml" Target="../ink/ink711.xml"/><Relationship Id="rId144" Type="http://schemas.openxmlformats.org/officeDocument/2006/relationships/image" Target="../media/image666.png"/><Relationship Id="rId90" Type="http://schemas.openxmlformats.org/officeDocument/2006/relationships/image" Target="../media/image640.png"/><Relationship Id="rId165" Type="http://schemas.openxmlformats.org/officeDocument/2006/relationships/customXml" Target="../ink/ink732.xml"/><Relationship Id="rId186" Type="http://schemas.openxmlformats.org/officeDocument/2006/relationships/image" Target="../media/image687.png"/><Relationship Id="rId211" Type="http://schemas.openxmlformats.org/officeDocument/2006/relationships/customXml" Target="../ink/ink755.xml"/><Relationship Id="rId232" Type="http://schemas.openxmlformats.org/officeDocument/2006/relationships/image" Target="../media/image709.png"/><Relationship Id="rId253" Type="http://schemas.openxmlformats.org/officeDocument/2006/relationships/customXml" Target="../ink/ink776.xml"/><Relationship Id="rId274" Type="http://schemas.openxmlformats.org/officeDocument/2006/relationships/image" Target="../media/image730.png"/><Relationship Id="rId27" Type="http://schemas.openxmlformats.org/officeDocument/2006/relationships/customXml" Target="../ink/ink663.xml"/><Relationship Id="rId48" Type="http://schemas.openxmlformats.org/officeDocument/2006/relationships/image" Target="../media/image619.png"/><Relationship Id="rId69" Type="http://schemas.openxmlformats.org/officeDocument/2006/relationships/customXml" Target="../ink/ink684.xml"/><Relationship Id="rId113" Type="http://schemas.openxmlformats.org/officeDocument/2006/relationships/customXml" Target="../ink/ink706.xml"/><Relationship Id="rId134" Type="http://schemas.openxmlformats.org/officeDocument/2006/relationships/image" Target="../media/image661.png"/><Relationship Id="rId80" Type="http://schemas.openxmlformats.org/officeDocument/2006/relationships/image" Target="../media/image635.png"/><Relationship Id="rId155" Type="http://schemas.openxmlformats.org/officeDocument/2006/relationships/customXml" Target="../ink/ink727.xml"/><Relationship Id="rId176" Type="http://schemas.openxmlformats.org/officeDocument/2006/relationships/image" Target="../media/image682.png"/><Relationship Id="rId197" Type="http://schemas.openxmlformats.org/officeDocument/2006/relationships/customXml" Target="../ink/ink748.xml"/><Relationship Id="rId201" Type="http://schemas.openxmlformats.org/officeDocument/2006/relationships/customXml" Target="../ink/ink750.xml"/><Relationship Id="rId222" Type="http://schemas.openxmlformats.org/officeDocument/2006/relationships/image" Target="../media/image704.png"/><Relationship Id="rId243" Type="http://schemas.openxmlformats.org/officeDocument/2006/relationships/customXml" Target="../ink/ink771.xml"/><Relationship Id="rId264" Type="http://schemas.openxmlformats.org/officeDocument/2006/relationships/image" Target="../media/image725.png"/><Relationship Id="rId17" Type="http://schemas.openxmlformats.org/officeDocument/2006/relationships/customXml" Target="../ink/ink658.xml"/><Relationship Id="rId38" Type="http://schemas.openxmlformats.org/officeDocument/2006/relationships/image" Target="../media/image614.png"/><Relationship Id="rId59" Type="http://schemas.openxmlformats.org/officeDocument/2006/relationships/customXml" Target="../ink/ink679.xml"/><Relationship Id="rId103" Type="http://schemas.openxmlformats.org/officeDocument/2006/relationships/customXml" Target="../ink/ink701.xml"/><Relationship Id="rId124" Type="http://schemas.openxmlformats.org/officeDocument/2006/relationships/image" Target="../media/image656.png"/><Relationship Id="rId70" Type="http://schemas.openxmlformats.org/officeDocument/2006/relationships/image" Target="../media/image630.png"/><Relationship Id="rId91" Type="http://schemas.openxmlformats.org/officeDocument/2006/relationships/customXml" Target="../ink/ink695.xml"/><Relationship Id="rId145" Type="http://schemas.openxmlformats.org/officeDocument/2006/relationships/customXml" Target="../ink/ink722.xml"/><Relationship Id="rId166" Type="http://schemas.openxmlformats.org/officeDocument/2006/relationships/image" Target="../media/image677.png"/><Relationship Id="rId187" Type="http://schemas.openxmlformats.org/officeDocument/2006/relationships/customXml" Target="../ink/ink743.xml"/><Relationship Id="rId1" Type="http://schemas.openxmlformats.org/officeDocument/2006/relationships/slideLayout" Target="../slideLayouts/slideLayout6.xml"/><Relationship Id="rId212" Type="http://schemas.openxmlformats.org/officeDocument/2006/relationships/image" Target="../media/image699.png"/><Relationship Id="rId233" Type="http://schemas.openxmlformats.org/officeDocument/2006/relationships/customXml" Target="../ink/ink766.xml"/><Relationship Id="rId254" Type="http://schemas.openxmlformats.org/officeDocument/2006/relationships/image" Target="../media/image720.png"/><Relationship Id="rId28" Type="http://schemas.openxmlformats.org/officeDocument/2006/relationships/image" Target="../media/image609.png"/><Relationship Id="rId49" Type="http://schemas.openxmlformats.org/officeDocument/2006/relationships/customXml" Target="../ink/ink674.xml"/><Relationship Id="rId114" Type="http://schemas.openxmlformats.org/officeDocument/2006/relationships/image" Target="../media/image652.png"/><Relationship Id="rId275" Type="http://schemas.openxmlformats.org/officeDocument/2006/relationships/customXml" Target="../ink/ink787.xml"/><Relationship Id="rId60" Type="http://schemas.openxmlformats.org/officeDocument/2006/relationships/image" Target="../media/image625.png"/><Relationship Id="rId81" Type="http://schemas.openxmlformats.org/officeDocument/2006/relationships/customXml" Target="../ink/ink690.xml"/><Relationship Id="rId135" Type="http://schemas.openxmlformats.org/officeDocument/2006/relationships/customXml" Target="../ink/ink717.xml"/><Relationship Id="rId156" Type="http://schemas.openxmlformats.org/officeDocument/2006/relationships/image" Target="../media/image672.png"/><Relationship Id="rId177" Type="http://schemas.openxmlformats.org/officeDocument/2006/relationships/customXml" Target="../ink/ink738.xml"/><Relationship Id="rId198" Type="http://schemas.openxmlformats.org/officeDocument/2006/relationships/image" Target="../media/image693.png"/><Relationship Id="rId202" Type="http://schemas.openxmlformats.org/officeDocument/2006/relationships/image" Target="../media/image695.png"/><Relationship Id="rId223" Type="http://schemas.openxmlformats.org/officeDocument/2006/relationships/customXml" Target="../ink/ink761.xml"/><Relationship Id="rId244" Type="http://schemas.openxmlformats.org/officeDocument/2006/relationships/image" Target="../media/image715.png"/><Relationship Id="rId18" Type="http://schemas.openxmlformats.org/officeDocument/2006/relationships/image" Target="../media/image604.png"/><Relationship Id="rId39" Type="http://schemas.openxmlformats.org/officeDocument/2006/relationships/customXml" Target="../ink/ink669.xml"/><Relationship Id="rId265" Type="http://schemas.openxmlformats.org/officeDocument/2006/relationships/customXml" Target="../ink/ink782.xml"/><Relationship Id="rId50" Type="http://schemas.openxmlformats.org/officeDocument/2006/relationships/image" Target="../media/image620.png"/><Relationship Id="rId104" Type="http://schemas.openxmlformats.org/officeDocument/2006/relationships/image" Target="../media/image647.png"/><Relationship Id="rId125" Type="http://schemas.openxmlformats.org/officeDocument/2006/relationships/customXml" Target="../ink/ink712.xml"/><Relationship Id="rId146" Type="http://schemas.openxmlformats.org/officeDocument/2006/relationships/image" Target="../media/image667.png"/><Relationship Id="rId167" Type="http://schemas.openxmlformats.org/officeDocument/2006/relationships/customXml" Target="../ink/ink733.xml"/><Relationship Id="rId188" Type="http://schemas.openxmlformats.org/officeDocument/2006/relationships/image" Target="../media/image688.png"/><Relationship Id="rId71" Type="http://schemas.openxmlformats.org/officeDocument/2006/relationships/customXml" Target="../ink/ink685.xml"/><Relationship Id="rId92" Type="http://schemas.openxmlformats.org/officeDocument/2006/relationships/image" Target="../media/image641.png"/><Relationship Id="rId213" Type="http://schemas.openxmlformats.org/officeDocument/2006/relationships/customXml" Target="../ink/ink756.xml"/><Relationship Id="rId234" Type="http://schemas.openxmlformats.org/officeDocument/2006/relationships/image" Target="../media/image710.png"/><Relationship Id="rId2" Type="http://schemas.openxmlformats.org/officeDocument/2006/relationships/notesSlide" Target="../notesSlides/notesSlide7.xml"/><Relationship Id="rId29" Type="http://schemas.openxmlformats.org/officeDocument/2006/relationships/customXml" Target="../ink/ink664.xml"/><Relationship Id="rId255" Type="http://schemas.openxmlformats.org/officeDocument/2006/relationships/customXml" Target="../ink/ink777.xml"/><Relationship Id="rId276" Type="http://schemas.openxmlformats.org/officeDocument/2006/relationships/image" Target="../media/image731.png"/><Relationship Id="rId40" Type="http://schemas.openxmlformats.org/officeDocument/2006/relationships/image" Target="../media/image615.png"/><Relationship Id="rId115" Type="http://schemas.openxmlformats.org/officeDocument/2006/relationships/customXml" Target="../ink/ink707.xml"/><Relationship Id="rId136" Type="http://schemas.openxmlformats.org/officeDocument/2006/relationships/image" Target="../media/image662.png"/><Relationship Id="rId157" Type="http://schemas.openxmlformats.org/officeDocument/2006/relationships/customXml" Target="../ink/ink728.xml"/><Relationship Id="rId178" Type="http://schemas.openxmlformats.org/officeDocument/2006/relationships/image" Target="../media/image683.png"/><Relationship Id="rId61" Type="http://schemas.openxmlformats.org/officeDocument/2006/relationships/customXml" Target="../ink/ink680.xml"/><Relationship Id="rId82" Type="http://schemas.openxmlformats.org/officeDocument/2006/relationships/image" Target="../media/image636.png"/><Relationship Id="rId199" Type="http://schemas.openxmlformats.org/officeDocument/2006/relationships/customXml" Target="../ink/ink749.xml"/><Relationship Id="rId203" Type="http://schemas.openxmlformats.org/officeDocument/2006/relationships/customXml" Target="../ink/ink751.xml"/><Relationship Id="rId19" Type="http://schemas.openxmlformats.org/officeDocument/2006/relationships/customXml" Target="../ink/ink659.xml"/><Relationship Id="rId224" Type="http://schemas.openxmlformats.org/officeDocument/2006/relationships/image" Target="../media/image705.png"/><Relationship Id="rId245" Type="http://schemas.openxmlformats.org/officeDocument/2006/relationships/customXml" Target="../ink/ink772.xml"/><Relationship Id="rId266" Type="http://schemas.openxmlformats.org/officeDocument/2006/relationships/image" Target="../media/image726.png"/><Relationship Id="rId30" Type="http://schemas.openxmlformats.org/officeDocument/2006/relationships/image" Target="../media/image610.png"/><Relationship Id="rId105" Type="http://schemas.openxmlformats.org/officeDocument/2006/relationships/customXml" Target="../ink/ink702.xml"/><Relationship Id="rId126" Type="http://schemas.openxmlformats.org/officeDocument/2006/relationships/image" Target="../media/image657.png"/><Relationship Id="rId147" Type="http://schemas.openxmlformats.org/officeDocument/2006/relationships/customXml" Target="../ink/ink723.xml"/><Relationship Id="rId168" Type="http://schemas.openxmlformats.org/officeDocument/2006/relationships/image" Target="../media/image678.png"/><Relationship Id="rId51" Type="http://schemas.openxmlformats.org/officeDocument/2006/relationships/customXml" Target="../ink/ink675.xml"/><Relationship Id="rId72" Type="http://schemas.openxmlformats.org/officeDocument/2006/relationships/image" Target="../media/image631.png"/><Relationship Id="rId93" Type="http://schemas.openxmlformats.org/officeDocument/2006/relationships/customXml" Target="../ink/ink696.xml"/><Relationship Id="rId189" Type="http://schemas.openxmlformats.org/officeDocument/2006/relationships/customXml" Target="../ink/ink744.xml"/><Relationship Id="rId3" Type="http://schemas.openxmlformats.org/officeDocument/2006/relationships/image" Target="../media/image596.tmp"/><Relationship Id="rId214" Type="http://schemas.openxmlformats.org/officeDocument/2006/relationships/image" Target="../media/image700.png"/><Relationship Id="rId235" Type="http://schemas.openxmlformats.org/officeDocument/2006/relationships/customXml" Target="../ink/ink767.xml"/><Relationship Id="rId256" Type="http://schemas.openxmlformats.org/officeDocument/2006/relationships/image" Target="../media/image721.png"/><Relationship Id="rId277" Type="http://schemas.openxmlformats.org/officeDocument/2006/relationships/customXml" Target="../ink/ink788.xml"/><Relationship Id="rId116" Type="http://schemas.openxmlformats.org/officeDocument/2006/relationships/image" Target="../media/image653.png"/><Relationship Id="rId137" Type="http://schemas.openxmlformats.org/officeDocument/2006/relationships/customXml" Target="../ink/ink718.xml"/><Relationship Id="rId158" Type="http://schemas.openxmlformats.org/officeDocument/2006/relationships/image" Target="../media/image673.png"/><Relationship Id="rId20" Type="http://schemas.openxmlformats.org/officeDocument/2006/relationships/image" Target="../media/image605.png"/><Relationship Id="rId41" Type="http://schemas.openxmlformats.org/officeDocument/2006/relationships/customXml" Target="../ink/ink670.xml"/><Relationship Id="rId62" Type="http://schemas.openxmlformats.org/officeDocument/2006/relationships/image" Target="../media/image626.png"/><Relationship Id="rId83" Type="http://schemas.openxmlformats.org/officeDocument/2006/relationships/customXml" Target="../ink/ink691.xml"/><Relationship Id="rId179" Type="http://schemas.openxmlformats.org/officeDocument/2006/relationships/customXml" Target="../ink/ink739.xml"/><Relationship Id="rId190" Type="http://schemas.openxmlformats.org/officeDocument/2006/relationships/image" Target="../media/image689.png"/><Relationship Id="rId204" Type="http://schemas.openxmlformats.org/officeDocument/2006/relationships/image" Target="../media/image696.png"/><Relationship Id="rId225" Type="http://schemas.openxmlformats.org/officeDocument/2006/relationships/customXml" Target="../ink/ink762.xml"/><Relationship Id="rId246" Type="http://schemas.openxmlformats.org/officeDocument/2006/relationships/image" Target="../media/image716.png"/><Relationship Id="rId267" Type="http://schemas.openxmlformats.org/officeDocument/2006/relationships/customXml" Target="../ink/ink783.xml"/><Relationship Id="rId106" Type="http://schemas.openxmlformats.org/officeDocument/2006/relationships/image" Target="../media/image648.png"/><Relationship Id="rId127" Type="http://schemas.openxmlformats.org/officeDocument/2006/relationships/customXml" Target="../ink/ink713.xml"/><Relationship Id="rId10" Type="http://schemas.openxmlformats.org/officeDocument/2006/relationships/image" Target="../media/image600.png"/><Relationship Id="rId31" Type="http://schemas.openxmlformats.org/officeDocument/2006/relationships/customXml" Target="../ink/ink665.xml"/><Relationship Id="rId52" Type="http://schemas.openxmlformats.org/officeDocument/2006/relationships/image" Target="../media/image621.png"/><Relationship Id="rId73" Type="http://schemas.openxmlformats.org/officeDocument/2006/relationships/customXml" Target="../ink/ink686.xml"/><Relationship Id="rId94" Type="http://schemas.openxmlformats.org/officeDocument/2006/relationships/image" Target="../media/image642.png"/><Relationship Id="rId148" Type="http://schemas.openxmlformats.org/officeDocument/2006/relationships/image" Target="../media/image668.png"/><Relationship Id="rId169" Type="http://schemas.openxmlformats.org/officeDocument/2006/relationships/customXml" Target="../ink/ink734.xml"/><Relationship Id="rId4" Type="http://schemas.openxmlformats.org/officeDocument/2006/relationships/image" Target="../media/image597.tmp"/><Relationship Id="rId180" Type="http://schemas.openxmlformats.org/officeDocument/2006/relationships/image" Target="../media/image684.png"/><Relationship Id="rId215" Type="http://schemas.openxmlformats.org/officeDocument/2006/relationships/customXml" Target="../ink/ink757.xml"/><Relationship Id="rId236" Type="http://schemas.openxmlformats.org/officeDocument/2006/relationships/image" Target="../media/image711.png"/><Relationship Id="rId257" Type="http://schemas.openxmlformats.org/officeDocument/2006/relationships/customXml" Target="../ink/ink778.xml"/><Relationship Id="rId278" Type="http://schemas.openxmlformats.org/officeDocument/2006/relationships/image" Target="../media/image732.png"/><Relationship Id="rId42" Type="http://schemas.openxmlformats.org/officeDocument/2006/relationships/image" Target="../media/image616.png"/><Relationship Id="rId84" Type="http://schemas.openxmlformats.org/officeDocument/2006/relationships/image" Target="../media/image637.png"/><Relationship Id="rId138" Type="http://schemas.openxmlformats.org/officeDocument/2006/relationships/image" Target="../media/image663.png"/><Relationship Id="rId191" Type="http://schemas.openxmlformats.org/officeDocument/2006/relationships/customXml" Target="../ink/ink745.xml"/><Relationship Id="rId205" Type="http://schemas.openxmlformats.org/officeDocument/2006/relationships/customXml" Target="../ink/ink752.xml"/><Relationship Id="rId247" Type="http://schemas.openxmlformats.org/officeDocument/2006/relationships/customXml" Target="../ink/ink773.xml"/><Relationship Id="rId107" Type="http://schemas.openxmlformats.org/officeDocument/2006/relationships/customXml" Target="../ink/ink703.xml"/><Relationship Id="rId11" Type="http://schemas.openxmlformats.org/officeDocument/2006/relationships/customXml" Target="../ink/ink655.xml"/><Relationship Id="rId53" Type="http://schemas.openxmlformats.org/officeDocument/2006/relationships/customXml" Target="../ink/ink676.xml"/><Relationship Id="rId149" Type="http://schemas.openxmlformats.org/officeDocument/2006/relationships/customXml" Target="../ink/ink724.xml"/><Relationship Id="rId95" Type="http://schemas.openxmlformats.org/officeDocument/2006/relationships/customXml" Target="../ink/ink697.xml"/><Relationship Id="rId160" Type="http://schemas.openxmlformats.org/officeDocument/2006/relationships/image" Target="../media/image674.png"/><Relationship Id="rId216" Type="http://schemas.openxmlformats.org/officeDocument/2006/relationships/image" Target="../media/image701.png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90.png"/><Relationship Id="rId21" Type="http://schemas.openxmlformats.org/officeDocument/2006/relationships/image" Target="../media/image742.png"/><Relationship Id="rId42" Type="http://schemas.openxmlformats.org/officeDocument/2006/relationships/customXml" Target="../ink/ink809.xml"/><Relationship Id="rId63" Type="http://schemas.openxmlformats.org/officeDocument/2006/relationships/image" Target="../media/image763.png"/><Relationship Id="rId84" Type="http://schemas.openxmlformats.org/officeDocument/2006/relationships/customXml" Target="../ink/ink830.xml"/><Relationship Id="rId138" Type="http://schemas.openxmlformats.org/officeDocument/2006/relationships/customXml" Target="../ink/ink857.xml"/><Relationship Id="rId159" Type="http://schemas.openxmlformats.org/officeDocument/2006/relationships/image" Target="../media/image811.png"/><Relationship Id="rId170" Type="http://schemas.openxmlformats.org/officeDocument/2006/relationships/customXml" Target="../ink/ink873.xml"/><Relationship Id="rId107" Type="http://schemas.openxmlformats.org/officeDocument/2006/relationships/image" Target="../media/image785.png"/><Relationship Id="rId11" Type="http://schemas.openxmlformats.org/officeDocument/2006/relationships/image" Target="../media/image737.png"/><Relationship Id="rId32" Type="http://schemas.openxmlformats.org/officeDocument/2006/relationships/customXml" Target="../ink/ink804.xml"/><Relationship Id="rId53" Type="http://schemas.openxmlformats.org/officeDocument/2006/relationships/image" Target="../media/image758.png"/><Relationship Id="rId74" Type="http://schemas.openxmlformats.org/officeDocument/2006/relationships/customXml" Target="../ink/ink825.xml"/><Relationship Id="rId128" Type="http://schemas.openxmlformats.org/officeDocument/2006/relationships/customXml" Target="../ink/ink852.xml"/><Relationship Id="rId149" Type="http://schemas.openxmlformats.org/officeDocument/2006/relationships/image" Target="../media/image806.png"/><Relationship Id="rId5" Type="http://schemas.openxmlformats.org/officeDocument/2006/relationships/image" Target="../media/image734.png"/><Relationship Id="rId95" Type="http://schemas.openxmlformats.org/officeDocument/2006/relationships/image" Target="../media/image779.png"/><Relationship Id="rId160" Type="http://schemas.openxmlformats.org/officeDocument/2006/relationships/customXml" Target="../ink/ink868.xml"/><Relationship Id="rId22" Type="http://schemas.openxmlformats.org/officeDocument/2006/relationships/customXml" Target="../ink/ink799.xml"/><Relationship Id="rId43" Type="http://schemas.openxmlformats.org/officeDocument/2006/relationships/image" Target="../media/image753.png"/><Relationship Id="rId64" Type="http://schemas.openxmlformats.org/officeDocument/2006/relationships/customXml" Target="../ink/ink820.xml"/><Relationship Id="rId118" Type="http://schemas.openxmlformats.org/officeDocument/2006/relationships/customXml" Target="../ink/ink847.xml"/><Relationship Id="rId139" Type="http://schemas.openxmlformats.org/officeDocument/2006/relationships/image" Target="../media/image801.png"/><Relationship Id="rId85" Type="http://schemas.openxmlformats.org/officeDocument/2006/relationships/image" Target="../media/image774.png"/><Relationship Id="rId150" Type="http://schemas.openxmlformats.org/officeDocument/2006/relationships/customXml" Target="../ink/ink863.xml"/><Relationship Id="rId171" Type="http://schemas.openxmlformats.org/officeDocument/2006/relationships/image" Target="../media/image817.png"/><Relationship Id="rId12" Type="http://schemas.openxmlformats.org/officeDocument/2006/relationships/customXml" Target="../ink/ink794.xml"/><Relationship Id="rId33" Type="http://schemas.openxmlformats.org/officeDocument/2006/relationships/image" Target="../media/image748.png"/><Relationship Id="rId108" Type="http://schemas.openxmlformats.org/officeDocument/2006/relationships/customXml" Target="../ink/ink842.xml"/><Relationship Id="rId129" Type="http://schemas.openxmlformats.org/officeDocument/2006/relationships/image" Target="../media/image796.png"/><Relationship Id="rId54" Type="http://schemas.openxmlformats.org/officeDocument/2006/relationships/customXml" Target="../ink/ink815.xml"/><Relationship Id="rId70" Type="http://schemas.openxmlformats.org/officeDocument/2006/relationships/customXml" Target="../ink/ink823.xml"/><Relationship Id="rId75" Type="http://schemas.openxmlformats.org/officeDocument/2006/relationships/image" Target="../media/image769.png"/><Relationship Id="rId91" Type="http://schemas.openxmlformats.org/officeDocument/2006/relationships/image" Target="../media/image777.png"/><Relationship Id="rId96" Type="http://schemas.openxmlformats.org/officeDocument/2006/relationships/customXml" Target="../ink/ink836.xml"/><Relationship Id="rId140" Type="http://schemas.openxmlformats.org/officeDocument/2006/relationships/customXml" Target="../ink/ink858.xml"/><Relationship Id="rId145" Type="http://schemas.openxmlformats.org/officeDocument/2006/relationships/image" Target="../media/image804.png"/><Relationship Id="rId161" Type="http://schemas.openxmlformats.org/officeDocument/2006/relationships/image" Target="../media/image812.png"/><Relationship Id="rId166" Type="http://schemas.openxmlformats.org/officeDocument/2006/relationships/customXml" Target="../ink/ink871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791.xml"/><Relationship Id="rId23" Type="http://schemas.openxmlformats.org/officeDocument/2006/relationships/image" Target="../media/image743.png"/><Relationship Id="rId28" Type="http://schemas.openxmlformats.org/officeDocument/2006/relationships/customXml" Target="../ink/ink802.xml"/><Relationship Id="rId49" Type="http://schemas.openxmlformats.org/officeDocument/2006/relationships/image" Target="../media/image756.png"/><Relationship Id="rId114" Type="http://schemas.openxmlformats.org/officeDocument/2006/relationships/customXml" Target="../ink/ink845.xml"/><Relationship Id="rId119" Type="http://schemas.openxmlformats.org/officeDocument/2006/relationships/image" Target="../media/image791.png"/><Relationship Id="rId44" Type="http://schemas.openxmlformats.org/officeDocument/2006/relationships/customXml" Target="../ink/ink810.xml"/><Relationship Id="rId60" Type="http://schemas.openxmlformats.org/officeDocument/2006/relationships/customXml" Target="../ink/ink818.xml"/><Relationship Id="rId65" Type="http://schemas.openxmlformats.org/officeDocument/2006/relationships/image" Target="../media/image764.png"/><Relationship Id="rId81" Type="http://schemas.openxmlformats.org/officeDocument/2006/relationships/image" Target="../media/image772.png"/><Relationship Id="rId86" Type="http://schemas.openxmlformats.org/officeDocument/2006/relationships/customXml" Target="../ink/ink831.xml"/><Relationship Id="rId130" Type="http://schemas.openxmlformats.org/officeDocument/2006/relationships/customXml" Target="../ink/ink853.xml"/><Relationship Id="rId135" Type="http://schemas.openxmlformats.org/officeDocument/2006/relationships/image" Target="../media/image799.png"/><Relationship Id="rId151" Type="http://schemas.openxmlformats.org/officeDocument/2006/relationships/image" Target="../media/image807.png"/><Relationship Id="rId156" Type="http://schemas.openxmlformats.org/officeDocument/2006/relationships/customXml" Target="../ink/ink866.xml"/><Relationship Id="rId13" Type="http://schemas.openxmlformats.org/officeDocument/2006/relationships/image" Target="../media/image738.png"/><Relationship Id="rId18" Type="http://schemas.openxmlformats.org/officeDocument/2006/relationships/customXml" Target="../ink/ink797.xml"/><Relationship Id="rId39" Type="http://schemas.openxmlformats.org/officeDocument/2006/relationships/image" Target="../media/image751.png"/><Relationship Id="rId109" Type="http://schemas.openxmlformats.org/officeDocument/2006/relationships/image" Target="../media/image786.png"/><Relationship Id="rId34" Type="http://schemas.openxmlformats.org/officeDocument/2006/relationships/customXml" Target="../ink/ink805.xml"/><Relationship Id="rId50" Type="http://schemas.openxmlformats.org/officeDocument/2006/relationships/customXml" Target="../ink/ink813.xml"/><Relationship Id="rId55" Type="http://schemas.openxmlformats.org/officeDocument/2006/relationships/image" Target="../media/image759.png"/><Relationship Id="rId76" Type="http://schemas.openxmlformats.org/officeDocument/2006/relationships/customXml" Target="../ink/ink826.xml"/><Relationship Id="rId97" Type="http://schemas.openxmlformats.org/officeDocument/2006/relationships/image" Target="../media/image780.png"/><Relationship Id="rId104" Type="http://schemas.openxmlformats.org/officeDocument/2006/relationships/customXml" Target="../ink/ink840.xml"/><Relationship Id="rId120" Type="http://schemas.openxmlformats.org/officeDocument/2006/relationships/customXml" Target="../ink/ink848.xml"/><Relationship Id="rId125" Type="http://schemas.openxmlformats.org/officeDocument/2006/relationships/image" Target="../media/image794.png"/><Relationship Id="rId141" Type="http://schemas.openxmlformats.org/officeDocument/2006/relationships/image" Target="../media/image802.png"/><Relationship Id="rId146" Type="http://schemas.openxmlformats.org/officeDocument/2006/relationships/customXml" Target="../ink/ink861.xml"/><Relationship Id="rId167" Type="http://schemas.openxmlformats.org/officeDocument/2006/relationships/image" Target="../media/image815.png"/><Relationship Id="rId7" Type="http://schemas.openxmlformats.org/officeDocument/2006/relationships/image" Target="../media/image735.png"/><Relationship Id="rId71" Type="http://schemas.openxmlformats.org/officeDocument/2006/relationships/image" Target="../media/image767.png"/><Relationship Id="rId92" Type="http://schemas.openxmlformats.org/officeDocument/2006/relationships/customXml" Target="../ink/ink834.xml"/><Relationship Id="rId162" Type="http://schemas.openxmlformats.org/officeDocument/2006/relationships/customXml" Target="../ink/ink869.xml"/><Relationship Id="rId2" Type="http://schemas.openxmlformats.org/officeDocument/2006/relationships/customXml" Target="../ink/ink789.xml"/><Relationship Id="rId29" Type="http://schemas.openxmlformats.org/officeDocument/2006/relationships/image" Target="../media/image746.png"/><Relationship Id="rId24" Type="http://schemas.openxmlformats.org/officeDocument/2006/relationships/customXml" Target="../ink/ink800.xml"/><Relationship Id="rId40" Type="http://schemas.openxmlformats.org/officeDocument/2006/relationships/customXml" Target="../ink/ink808.xml"/><Relationship Id="rId45" Type="http://schemas.openxmlformats.org/officeDocument/2006/relationships/image" Target="../media/image754.png"/><Relationship Id="rId66" Type="http://schemas.openxmlformats.org/officeDocument/2006/relationships/customXml" Target="../ink/ink821.xml"/><Relationship Id="rId87" Type="http://schemas.openxmlformats.org/officeDocument/2006/relationships/image" Target="../media/image775.png"/><Relationship Id="rId110" Type="http://schemas.openxmlformats.org/officeDocument/2006/relationships/customXml" Target="../ink/ink843.xml"/><Relationship Id="rId115" Type="http://schemas.openxmlformats.org/officeDocument/2006/relationships/image" Target="../media/image789.png"/><Relationship Id="rId131" Type="http://schemas.openxmlformats.org/officeDocument/2006/relationships/image" Target="../media/image797.png"/><Relationship Id="rId136" Type="http://schemas.openxmlformats.org/officeDocument/2006/relationships/customXml" Target="../ink/ink856.xml"/><Relationship Id="rId157" Type="http://schemas.openxmlformats.org/officeDocument/2006/relationships/image" Target="../media/image810.png"/><Relationship Id="rId61" Type="http://schemas.openxmlformats.org/officeDocument/2006/relationships/image" Target="../media/image762.png"/><Relationship Id="rId82" Type="http://schemas.openxmlformats.org/officeDocument/2006/relationships/customXml" Target="../ink/ink829.xml"/><Relationship Id="rId152" Type="http://schemas.openxmlformats.org/officeDocument/2006/relationships/customXml" Target="../ink/ink864.xml"/><Relationship Id="rId19" Type="http://schemas.openxmlformats.org/officeDocument/2006/relationships/image" Target="../media/image741.png"/><Relationship Id="rId14" Type="http://schemas.openxmlformats.org/officeDocument/2006/relationships/customXml" Target="../ink/ink795.xml"/><Relationship Id="rId30" Type="http://schemas.openxmlformats.org/officeDocument/2006/relationships/customXml" Target="../ink/ink803.xml"/><Relationship Id="rId35" Type="http://schemas.openxmlformats.org/officeDocument/2006/relationships/image" Target="../media/image749.png"/><Relationship Id="rId56" Type="http://schemas.openxmlformats.org/officeDocument/2006/relationships/customXml" Target="../ink/ink816.xml"/><Relationship Id="rId77" Type="http://schemas.openxmlformats.org/officeDocument/2006/relationships/image" Target="../media/image770.png"/><Relationship Id="rId100" Type="http://schemas.openxmlformats.org/officeDocument/2006/relationships/customXml" Target="../ink/ink838.xml"/><Relationship Id="rId105" Type="http://schemas.openxmlformats.org/officeDocument/2006/relationships/image" Target="../media/image784.png"/><Relationship Id="rId126" Type="http://schemas.openxmlformats.org/officeDocument/2006/relationships/customXml" Target="../ink/ink851.xml"/><Relationship Id="rId147" Type="http://schemas.openxmlformats.org/officeDocument/2006/relationships/image" Target="../media/image805.png"/><Relationship Id="rId168" Type="http://schemas.openxmlformats.org/officeDocument/2006/relationships/customXml" Target="../ink/ink872.xml"/><Relationship Id="rId8" Type="http://schemas.openxmlformats.org/officeDocument/2006/relationships/customXml" Target="../ink/ink792.xml"/><Relationship Id="rId51" Type="http://schemas.openxmlformats.org/officeDocument/2006/relationships/image" Target="../media/image757.png"/><Relationship Id="rId72" Type="http://schemas.openxmlformats.org/officeDocument/2006/relationships/customXml" Target="../ink/ink824.xml"/><Relationship Id="rId93" Type="http://schemas.openxmlformats.org/officeDocument/2006/relationships/image" Target="../media/image778.png"/><Relationship Id="rId98" Type="http://schemas.openxmlformats.org/officeDocument/2006/relationships/customXml" Target="../ink/ink837.xml"/><Relationship Id="rId121" Type="http://schemas.openxmlformats.org/officeDocument/2006/relationships/image" Target="../media/image792.png"/><Relationship Id="rId142" Type="http://schemas.openxmlformats.org/officeDocument/2006/relationships/customXml" Target="../ink/ink859.xml"/><Relationship Id="rId163" Type="http://schemas.openxmlformats.org/officeDocument/2006/relationships/image" Target="../media/image813.png"/><Relationship Id="rId3" Type="http://schemas.openxmlformats.org/officeDocument/2006/relationships/image" Target="../media/image733.png"/><Relationship Id="rId25" Type="http://schemas.openxmlformats.org/officeDocument/2006/relationships/image" Target="../media/image744.png"/><Relationship Id="rId46" Type="http://schemas.openxmlformats.org/officeDocument/2006/relationships/customXml" Target="../ink/ink811.xml"/><Relationship Id="rId67" Type="http://schemas.openxmlformats.org/officeDocument/2006/relationships/image" Target="../media/image765.png"/><Relationship Id="rId116" Type="http://schemas.openxmlformats.org/officeDocument/2006/relationships/customXml" Target="../ink/ink846.xml"/><Relationship Id="rId137" Type="http://schemas.openxmlformats.org/officeDocument/2006/relationships/image" Target="../media/image800.png"/><Relationship Id="rId158" Type="http://schemas.openxmlformats.org/officeDocument/2006/relationships/customXml" Target="../ink/ink867.xml"/><Relationship Id="rId20" Type="http://schemas.openxmlformats.org/officeDocument/2006/relationships/customXml" Target="../ink/ink798.xml"/><Relationship Id="rId41" Type="http://schemas.openxmlformats.org/officeDocument/2006/relationships/image" Target="../media/image752.png"/><Relationship Id="rId62" Type="http://schemas.openxmlformats.org/officeDocument/2006/relationships/customXml" Target="../ink/ink819.xml"/><Relationship Id="rId83" Type="http://schemas.openxmlformats.org/officeDocument/2006/relationships/image" Target="../media/image773.png"/><Relationship Id="rId88" Type="http://schemas.openxmlformats.org/officeDocument/2006/relationships/customXml" Target="../ink/ink832.xml"/><Relationship Id="rId111" Type="http://schemas.openxmlformats.org/officeDocument/2006/relationships/image" Target="../media/image787.png"/><Relationship Id="rId132" Type="http://schemas.openxmlformats.org/officeDocument/2006/relationships/customXml" Target="../ink/ink854.xml"/><Relationship Id="rId153" Type="http://schemas.openxmlformats.org/officeDocument/2006/relationships/image" Target="../media/image808.png"/><Relationship Id="rId15" Type="http://schemas.openxmlformats.org/officeDocument/2006/relationships/image" Target="../media/image739.png"/><Relationship Id="rId36" Type="http://schemas.openxmlformats.org/officeDocument/2006/relationships/customXml" Target="../ink/ink806.xml"/><Relationship Id="rId57" Type="http://schemas.openxmlformats.org/officeDocument/2006/relationships/image" Target="../media/image760.png"/><Relationship Id="rId106" Type="http://schemas.openxmlformats.org/officeDocument/2006/relationships/customXml" Target="../ink/ink841.xml"/><Relationship Id="rId127" Type="http://schemas.openxmlformats.org/officeDocument/2006/relationships/image" Target="../media/image795.png"/><Relationship Id="rId10" Type="http://schemas.openxmlformats.org/officeDocument/2006/relationships/customXml" Target="../ink/ink793.xml"/><Relationship Id="rId31" Type="http://schemas.openxmlformats.org/officeDocument/2006/relationships/image" Target="../media/image747.png"/><Relationship Id="rId52" Type="http://schemas.openxmlformats.org/officeDocument/2006/relationships/customXml" Target="../ink/ink814.xml"/><Relationship Id="rId73" Type="http://schemas.openxmlformats.org/officeDocument/2006/relationships/image" Target="../media/image768.png"/><Relationship Id="rId78" Type="http://schemas.openxmlformats.org/officeDocument/2006/relationships/customXml" Target="../ink/ink827.xml"/><Relationship Id="rId94" Type="http://schemas.openxmlformats.org/officeDocument/2006/relationships/customXml" Target="../ink/ink835.xml"/><Relationship Id="rId99" Type="http://schemas.openxmlformats.org/officeDocument/2006/relationships/image" Target="../media/image781.png"/><Relationship Id="rId101" Type="http://schemas.openxmlformats.org/officeDocument/2006/relationships/image" Target="../media/image782.png"/><Relationship Id="rId122" Type="http://schemas.openxmlformats.org/officeDocument/2006/relationships/customXml" Target="../ink/ink849.xml"/><Relationship Id="rId143" Type="http://schemas.openxmlformats.org/officeDocument/2006/relationships/image" Target="../media/image803.png"/><Relationship Id="rId148" Type="http://schemas.openxmlformats.org/officeDocument/2006/relationships/customXml" Target="../ink/ink862.xml"/><Relationship Id="rId164" Type="http://schemas.openxmlformats.org/officeDocument/2006/relationships/customXml" Target="../ink/ink870.xml"/><Relationship Id="rId169" Type="http://schemas.openxmlformats.org/officeDocument/2006/relationships/image" Target="../media/image816.png"/><Relationship Id="rId4" Type="http://schemas.openxmlformats.org/officeDocument/2006/relationships/customXml" Target="../ink/ink790.xml"/><Relationship Id="rId9" Type="http://schemas.openxmlformats.org/officeDocument/2006/relationships/image" Target="../media/image736.png"/><Relationship Id="rId26" Type="http://schemas.openxmlformats.org/officeDocument/2006/relationships/customXml" Target="../ink/ink801.xml"/><Relationship Id="rId47" Type="http://schemas.openxmlformats.org/officeDocument/2006/relationships/image" Target="../media/image755.png"/><Relationship Id="rId68" Type="http://schemas.openxmlformats.org/officeDocument/2006/relationships/customXml" Target="../ink/ink822.xml"/><Relationship Id="rId89" Type="http://schemas.openxmlformats.org/officeDocument/2006/relationships/image" Target="../media/image776.png"/><Relationship Id="rId112" Type="http://schemas.openxmlformats.org/officeDocument/2006/relationships/customXml" Target="../ink/ink844.xml"/><Relationship Id="rId133" Type="http://schemas.openxmlformats.org/officeDocument/2006/relationships/image" Target="../media/image798.png"/><Relationship Id="rId154" Type="http://schemas.openxmlformats.org/officeDocument/2006/relationships/customXml" Target="../ink/ink865.xml"/><Relationship Id="rId16" Type="http://schemas.openxmlformats.org/officeDocument/2006/relationships/customXml" Target="../ink/ink796.xml"/><Relationship Id="rId37" Type="http://schemas.openxmlformats.org/officeDocument/2006/relationships/image" Target="../media/image750.png"/><Relationship Id="rId58" Type="http://schemas.openxmlformats.org/officeDocument/2006/relationships/customXml" Target="../ink/ink817.xml"/><Relationship Id="rId79" Type="http://schemas.openxmlformats.org/officeDocument/2006/relationships/image" Target="../media/image771.png"/><Relationship Id="rId102" Type="http://schemas.openxmlformats.org/officeDocument/2006/relationships/customXml" Target="../ink/ink839.xml"/><Relationship Id="rId123" Type="http://schemas.openxmlformats.org/officeDocument/2006/relationships/image" Target="../media/image793.png"/><Relationship Id="rId144" Type="http://schemas.openxmlformats.org/officeDocument/2006/relationships/customXml" Target="../ink/ink860.xml"/><Relationship Id="rId90" Type="http://schemas.openxmlformats.org/officeDocument/2006/relationships/customXml" Target="../ink/ink833.xml"/><Relationship Id="rId165" Type="http://schemas.openxmlformats.org/officeDocument/2006/relationships/image" Target="../media/image814.png"/><Relationship Id="rId27" Type="http://schemas.openxmlformats.org/officeDocument/2006/relationships/image" Target="../media/image745.png"/><Relationship Id="rId48" Type="http://schemas.openxmlformats.org/officeDocument/2006/relationships/customXml" Target="../ink/ink812.xml"/><Relationship Id="rId69" Type="http://schemas.openxmlformats.org/officeDocument/2006/relationships/image" Target="../media/image766.png"/><Relationship Id="rId113" Type="http://schemas.openxmlformats.org/officeDocument/2006/relationships/image" Target="../media/image788.png"/><Relationship Id="rId134" Type="http://schemas.openxmlformats.org/officeDocument/2006/relationships/customXml" Target="../ink/ink855.xml"/><Relationship Id="rId80" Type="http://schemas.openxmlformats.org/officeDocument/2006/relationships/customXml" Target="../ink/ink828.xml"/><Relationship Id="rId155" Type="http://schemas.openxmlformats.org/officeDocument/2006/relationships/image" Target="../media/image809.png"/><Relationship Id="rId17" Type="http://schemas.openxmlformats.org/officeDocument/2006/relationships/image" Target="../media/image740.png"/><Relationship Id="rId38" Type="http://schemas.openxmlformats.org/officeDocument/2006/relationships/customXml" Target="../ink/ink807.xml"/><Relationship Id="rId59" Type="http://schemas.openxmlformats.org/officeDocument/2006/relationships/image" Target="../media/image761.png"/><Relationship Id="rId103" Type="http://schemas.openxmlformats.org/officeDocument/2006/relationships/image" Target="../media/image783.png"/><Relationship Id="rId124" Type="http://schemas.openxmlformats.org/officeDocument/2006/relationships/customXml" Target="../ink/ink850.xml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2.png"/><Relationship Id="rId21" Type="http://schemas.openxmlformats.org/officeDocument/2006/relationships/customXml" Target="../ink/ink882.xml"/><Relationship Id="rId63" Type="http://schemas.openxmlformats.org/officeDocument/2006/relationships/image" Target="../media/image846.png"/><Relationship Id="rId159" Type="http://schemas.openxmlformats.org/officeDocument/2006/relationships/image" Target="../media/image893.png"/><Relationship Id="rId170" Type="http://schemas.openxmlformats.org/officeDocument/2006/relationships/customXml" Target="../ink/ink958.xml"/><Relationship Id="rId226" Type="http://schemas.openxmlformats.org/officeDocument/2006/relationships/customXml" Target="../ink/ink987.xml"/><Relationship Id="rId268" Type="http://schemas.openxmlformats.org/officeDocument/2006/relationships/customXml" Target="../ink/ink1008.xml"/><Relationship Id="rId32" Type="http://schemas.openxmlformats.org/officeDocument/2006/relationships/image" Target="../media/image831.png"/><Relationship Id="rId74" Type="http://schemas.openxmlformats.org/officeDocument/2006/relationships/image" Target="../media/image851.png"/><Relationship Id="rId128" Type="http://schemas.openxmlformats.org/officeDocument/2006/relationships/customXml" Target="../ink/ink937.xml"/><Relationship Id="rId5" Type="http://schemas.openxmlformats.org/officeDocument/2006/relationships/customXml" Target="../ink/ink874.xml"/><Relationship Id="rId181" Type="http://schemas.openxmlformats.org/officeDocument/2006/relationships/image" Target="../media/image904.png"/><Relationship Id="rId237" Type="http://schemas.openxmlformats.org/officeDocument/2006/relationships/image" Target="../media/image931.png"/><Relationship Id="rId258" Type="http://schemas.openxmlformats.org/officeDocument/2006/relationships/customXml" Target="../ink/ink1003.xml"/><Relationship Id="rId22" Type="http://schemas.openxmlformats.org/officeDocument/2006/relationships/image" Target="../media/image826.png"/><Relationship Id="rId43" Type="http://schemas.openxmlformats.org/officeDocument/2006/relationships/customXml" Target="../ink/ink893.xml"/><Relationship Id="rId64" Type="http://schemas.openxmlformats.org/officeDocument/2006/relationships/customXml" Target="../ink/ink904.xml"/><Relationship Id="rId118" Type="http://schemas.openxmlformats.org/officeDocument/2006/relationships/customXml" Target="../ink/ink932.xml"/><Relationship Id="rId139" Type="http://schemas.openxmlformats.org/officeDocument/2006/relationships/image" Target="../media/image883.png"/><Relationship Id="rId85" Type="http://schemas.openxmlformats.org/officeDocument/2006/relationships/image" Target="../media/image856.png"/><Relationship Id="rId150" Type="http://schemas.openxmlformats.org/officeDocument/2006/relationships/customXml" Target="../ink/ink948.xml"/><Relationship Id="rId171" Type="http://schemas.openxmlformats.org/officeDocument/2006/relationships/image" Target="../media/image899.png"/><Relationship Id="rId192" Type="http://schemas.openxmlformats.org/officeDocument/2006/relationships/customXml" Target="../ink/ink969.xml"/><Relationship Id="rId206" Type="http://schemas.openxmlformats.org/officeDocument/2006/relationships/customXml" Target="../ink/ink977.xml"/><Relationship Id="rId227" Type="http://schemas.openxmlformats.org/officeDocument/2006/relationships/image" Target="../media/image926.png"/><Relationship Id="rId248" Type="http://schemas.openxmlformats.org/officeDocument/2006/relationships/customXml" Target="../ink/ink998.xml"/><Relationship Id="rId269" Type="http://schemas.openxmlformats.org/officeDocument/2006/relationships/image" Target="../media/image947.png"/><Relationship Id="rId12" Type="http://schemas.openxmlformats.org/officeDocument/2006/relationships/image" Target="../media/image821.png"/><Relationship Id="rId33" Type="http://schemas.openxmlformats.org/officeDocument/2006/relationships/customXml" Target="../ink/ink888.xml"/><Relationship Id="rId108" Type="http://schemas.openxmlformats.org/officeDocument/2006/relationships/customXml" Target="../ink/ink927.xml"/><Relationship Id="rId129" Type="http://schemas.openxmlformats.org/officeDocument/2006/relationships/image" Target="../media/image878.png"/><Relationship Id="rId54" Type="http://schemas.openxmlformats.org/officeDocument/2006/relationships/customXml" Target="../ink/ink899.xml"/><Relationship Id="rId75" Type="http://schemas.openxmlformats.org/officeDocument/2006/relationships/customXml" Target="../ink/ink910.xml"/><Relationship Id="rId96" Type="http://schemas.openxmlformats.org/officeDocument/2006/relationships/customXml" Target="../ink/ink921.xml"/><Relationship Id="rId140" Type="http://schemas.openxmlformats.org/officeDocument/2006/relationships/customXml" Target="../ink/ink943.xml"/><Relationship Id="rId161" Type="http://schemas.openxmlformats.org/officeDocument/2006/relationships/image" Target="../media/image894.png"/><Relationship Id="rId182" Type="http://schemas.openxmlformats.org/officeDocument/2006/relationships/customXml" Target="../ink/ink964.xml"/><Relationship Id="rId217" Type="http://schemas.openxmlformats.org/officeDocument/2006/relationships/image" Target="../media/image921.png"/><Relationship Id="rId6" Type="http://schemas.openxmlformats.org/officeDocument/2006/relationships/image" Target="../media/image818.png"/><Relationship Id="rId238" Type="http://schemas.openxmlformats.org/officeDocument/2006/relationships/customXml" Target="../ink/ink993.xml"/><Relationship Id="rId259" Type="http://schemas.openxmlformats.org/officeDocument/2006/relationships/image" Target="../media/image942.png"/><Relationship Id="rId23" Type="http://schemas.openxmlformats.org/officeDocument/2006/relationships/customXml" Target="../ink/ink883.xml"/><Relationship Id="rId119" Type="http://schemas.openxmlformats.org/officeDocument/2006/relationships/image" Target="../media/image873.png"/><Relationship Id="rId270" Type="http://schemas.openxmlformats.org/officeDocument/2006/relationships/customXml" Target="../ink/ink1009.xml"/><Relationship Id="rId44" Type="http://schemas.openxmlformats.org/officeDocument/2006/relationships/image" Target="../media/image837.png"/><Relationship Id="rId65" Type="http://schemas.openxmlformats.org/officeDocument/2006/relationships/image" Target="../media/image847.png"/><Relationship Id="rId86" Type="http://schemas.openxmlformats.org/officeDocument/2006/relationships/customXml" Target="../ink/ink916.xml"/><Relationship Id="rId130" Type="http://schemas.openxmlformats.org/officeDocument/2006/relationships/customXml" Target="../ink/ink938.xml"/><Relationship Id="rId151" Type="http://schemas.openxmlformats.org/officeDocument/2006/relationships/image" Target="../media/image889.png"/><Relationship Id="rId172" Type="http://schemas.openxmlformats.org/officeDocument/2006/relationships/customXml" Target="../ink/ink959.xml"/><Relationship Id="rId193" Type="http://schemas.openxmlformats.org/officeDocument/2006/relationships/image" Target="../media/image910.png"/><Relationship Id="rId207" Type="http://schemas.openxmlformats.org/officeDocument/2006/relationships/image" Target="../media/image916.png"/><Relationship Id="rId228" Type="http://schemas.openxmlformats.org/officeDocument/2006/relationships/customXml" Target="../ink/ink988.xml"/><Relationship Id="rId249" Type="http://schemas.openxmlformats.org/officeDocument/2006/relationships/image" Target="../media/image937.png"/><Relationship Id="rId13" Type="http://schemas.openxmlformats.org/officeDocument/2006/relationships/customXml" Target="../ink/ink878.xml"/><Relationship Id="rId109" Type="http://schemas.openxmlformats.org/officeDocument/2006/relationships/image" Target="../media/image868.png"/><Relationship Id="rId260" Type="http://schemas.openxmlformats.org/officeDocument/2006/relationships/customXml" Target="../ink/ink1004.xml"/><Relationship Id="rId34" Type="http://schemas.openxmlformats.org/officeDocument/2006/relationships/image" Target="../media/image832.png"/><Relationship Id="rId55" Type="http://schemas.openxmlformats.org/officeDocument/2006/relationships/image" Target="../media/image842.png"/><Relationship Id="rId76" Type="http://schemas.openxmlformats.org/officeDocument/2006/relationships/customXml" Target="../ink/ink911.xml"/><Relationship Id="rId97" Type="http://schemas.openxmlformats.org/officeDocument/2006/relationships/image" Target="../media/image862.png"/><Relationship Id="rId120" Type="http://schemas.openxmlformats.org/officeDocument/2006/relationships/customXml" Target="../ink/ink933.xml"/><Relationship Id="rId141" Type="http://schemas.openxmlformats.org/officeDocument/2006/relationships/image" Target="../media/image884.png"/><Relationship Id="rId7" Type="http://schemas.openxmlformats.org/officeDocument/2006/relationships/customXml" Target="../ink/ink875.xml"/><Relationship Id="rId162" Type="http://schemas.openxmlformats.org/officeDocument/2006/relationships/customXml" Target="../ink/ink954.xml"/><Relationship Id="rId183" Type="http://schemas.openxmlformats.org/officeDocument/2006/relationships/image" Target="../media/image905.png"/><Relationship Id="rId218" Type="http://schemas.openxmlformats.org/officeDocument/2006/relationships/customXml" Target="../ink/ink983.xml"/><Relationship Id="rId239" Type="http://schemas.openxmlformats.org/officeDocument/2006/relationships/image" Target="../media/image932.png"/><Relationship Id="rId250" Type="http://schemas.openxmlformats.org/officeDocument/2006/relationships/customXml" Target="../ink/ink999.xml"/><Relationship Id="rId271" Type="http://schemas.openxmlformats.org/officeDocument/2006/relationships/image" Target="../media/image948.png"/><Relationship Id="rId24" Type="http://schemas.openxmlformats.org/officeDocument/2006/relationships/image" Target="../media/image827.png"/><Relationship Id="rId45" Type="http://schemas.openxmlformats.org/officeDocument/2006/relationships/customXml" Target="../ink/ink894.xml"/><Relationship Id="rId66" Type="http://schemas.openxmlformats.org/officeDocument/2006/relationships/customXml" Target="../ink/ink905.xml"/><Relationship Id="rId87" Type="http://schemas.openxmlformats.org/officeDocument/2006/relationships/image" Target="../media/image857.png"/><Relationship Id="rId110" Type="http://schemas.openxmlformats.org/officeDocument/2006/relationships/customXml" Target="../ink/ink928.xml"/><Relationship Id="rId131" Type="http://schemas.openxmlformats.org/officeDocument/2006/relationships/image" Target="../media/image879.png"/><Relationship Id="rId152" Type="http://schemas.openxmlformats.org/officeDocument/2006/relationships/customXml" Target="../ink/ink949.xml"/><Relationship Id="rId173" Type="http://schemas.openxmlformats.org/officeDocument/2006/relationships/image" Target="../media/image900.png"/><Relationship Id="rId194" Type="http://schemas.openxmlformats.org/officeDocument/2006/relationships/customXml" Target="../ink/ink970.xml"/><Relationship Id="rId208" Type="http://schemas.openxmlformats.org/officeDocument/2006/relationships/customXml" Target="../ink/ink978.xml"/><Relationship Id="rId229" Type="http://schemas.openxmlformats.org/officeDocument/2006/relationships/image" Target="../media/image927.png"/><Relationship Id="rId240" Type="http://schemas.openxmlformats.org/officeDocument/2006/relationships/customXml" Target="../ink/ink994.xml"/><Relationship Id="rId261" Type="http://schemas.openxmlformats.org/officeDocument/2006/relationships/image" Target="../media/image943.png"/><Relationship Id="rId14" Type="http://schemas.openxmlformats.org/officeDocument/2006/relationships/image" Target="../media/image822.png"/><Relationship Id="rId35" Type="http://schemas.openxmlformats.org/officeDocument/2006/relationships/customXml" Target="../ink/ink889.xml"/><Relationship Id="rId56" Type="http://schemas.openxmlformats.org/officeDocument/2006/relationships/customXml" Target="../ink/ink900.xml"/><Relationship Id="rId77" Type="http://schemas.openxmlformats.org/officeDocument/2006/relationships/image" Target="../media/image852.png"/><Relationship Id="rId100" Type="http://schemas.openxmlformats.org/officeDocument/2006/relationships/customXml" Target="../ink/ink923.xml"/><Relationship Id="rId8" Type="http://schemas.openxmlformats.org/officeDocument/2006/relationships/image" Target="../media/image819.png"/><Relationship Id="rId98" Type="http://schemas.openxmlformats.org/officeDocument/2006/relationships/customXml" Target="../ink/ink922.xml"/><Relationship Id="rId121" Type="http://schemas.openxmlformats.org/officeDocument/2006/relationships/image" Target="../media/image874.png"/><Relationship Id="rId142" Type="http://schemas.openxmlformats.org/officeDocument/2006/relationships/customXml" Target="../ink/ink944.xml"/><Relationship Id="rId163" Type="http://schemas.openxmlformats.org/officeDocument/2006/relationships/image" Target="../media/image895.png"/><Relationship Id="rId184" Type="http://schemas.openxmlformats.org/officeDocument/2006/relationships/customXml" Target="../ink/ink965.xml"/><Relationship Id="rId219" Type="http://schemas.openxmlformats.org/officeDocument/2006/relationships/image" Target="../media/image922.png"/><Relationship Id="rId230" Type="http://schemas.openxmlformats.org/officeDocument/2006/relationships/customXml" Target="../ink/ink989.xml"/><Relationship Id="rId251" Type="http://schemas.openxmlformats.org/officeDocument/2006/relationships/image" Target="../media/image938.png"/><Relationship Id="rId25" Type="http://schemas.openxmlformats.org/officeDocument/2006/relationships/customXml" Target="../ink/ink884.xml"/><Relationship Id="rId46" Type="http://schemas.openxmlformats.org/officeDocument/2006/relationships/image" Target="../media/image838.png"/><Relationship Id="rId67" Type="http://schemas.openxmlformats.org/officeDocument/2006/relationships/image" Target="../media/image848.png"/><Relationship Id="rId272" Type="http://schemas.openxmlformats.org/officeDocument/2006/relationships/customXml" Target="../ink/ink1010.xml"/><Relationship Id="rId88" Type="http://schemas.openxmlformats.org/officeDocument/2006/relationships/customXml" Target="../ink/ink917.xml"/><Relationship Id="rId111" Type="http://schemas.openxmlformats.org/officeDocument/2006/relationships/image" Target="../media/image869.png"/><Relationship Id="rId132" Type="http://schemas.openxmlformats.org/officeDocument/2006/relationships/customXml" Target="../ink/ink939.xml"/><Relationship Id="rId153" Type="http://schemas.openxmlformats.org/officeDocument/2006/relationships/image" Target="../media/image890.png"/><Relationship Id="rId174" Type="http://schemas.openxmlformats.org/officeDocument/2006/relationships/customXml" Target="../ink/ink960.xml"/><Relationship Id="rId195" Type="http://schemas.openxmlformats.org/officeDocument/2006/relationships/image" Target="../media/image911.png"/><Relationship Id="rId209" Type="http://schemas.openxmlformats.org/officeDocument/2006/relationships/image" Target="../media/image917.png"/><Relationship Id="rId220" Type="http://schemas.openxmlformats.org/officeDocument/2006/relationships/customXml" Target="../ink/ink984.xml"/><Relationship Id="rId241" Type="http://schemas.openxmlformats.org/officeDocument/2006/relationships/image" Target="../media/image933.png"/><Relationship Id="rId15" Type="http://schemas.openxmlformats.org/officeDocument/2006/relationships/customXml" Target="../ink/ink879.xml"/><Relationship Id="rId36" Type="http://schemas.openxmlformats.org/officeDocument/2006/relationships/image" Target="../media/image833.png"/><Relationship Id="rId57" Type="http://schemas.openxmlformats.org/officeDocument/2006/relationships/image" Target="../media/image843.png"/><Relationship Id="rId262" Type="http://schemas.openxmlformats.org/officeDocument/2006/relationships/customXml" Target="../ink/ink1005.xml"/><Relationship Id="rId78" Type="http://schemas.openxmlformats.org/officeDocument/2006/relationships/customXml" Target="../ink/ink912.xml"/><Relationship Id="rId99" Type="http://schemas.openxmlformats.org/officeDocument/2006/relationships/image" Target="../media/image863.png"/><Relationship Id="rId101" Type="http://schemas.openxmlformats.org/officeDocument/2006/relationships/image" Target="../media/image864.png"/><Relationship Id="rId122" Type="http://schemas.openxmlformats.org/officeDocument/2006/relationships/customXml" Target="../ink/ink934.xml"/><Relationship Id="rId143" Type="http://schemas.openxmlformats.org/officeDocument/2006/relationships/image" Target="../media/image885.png"/><Relationship Id="rId164" Type="http://schemas.openxmlformats.org/officeDocument/2006/relationships/customXml" Target="../ink/ink955.xml"/><Relationship Id="rId185" Type="http://schemas.openxmlformats.org/officeDocument/2006/relationships/image" Target="../media/image906.png"/><Relationship Id="rId9" Type="http://schemas.openxmlformats.org/officeDocument/2006/relationships/customXml" Target="../ink/ink876.xml"/><Relationship Id="rId210" Type="http://schemas.openxmlformats.org/officeDocument/2006/relationships/customXml" Target="../ink/ink979.xml"/><Relationship Id="rId26" Type="http://schemas.openxmlformats.org/officeDocument/2006/relationships/image" Target="../media/image828.png"/><Relationship Id="rId231" Type="http://schemas.openxmlformats.org/officeDocument/2006/relationships/image" Target="../media/image928.png"/><Relationship Id="rId252" Type="http://schemas.openxmlformats.org/officeDocument/2006/relationships/customXml" Target="../ink/ink1000.xml"/><Relationship Id="rId273" Type="http://schemas.openxmlformats.org/officeDocument/2006/relationships/image" Target="../media/image949.png"/><Relationship Id="rId47" Type="http://schemas.openxmlformats.org/officeDocument/2006/relationships/customXml" Target="../ink/ink895.xml"/><Relationship Id="rId68" Type="http://schemas.openxmlformats.org/officeDocument/2006/relationships/customXml" Target="../ink/ink906.xml"/><Relationship Id="rId89" Type="http://schemas.openxmlformats.org/officeDocument/2006/relationships/image" Target="../media/image858.png"/><Relationship Id="rId112" Type="http://schemas.openxmlformats.org/officeDocument/2006/relationships/customXml" Target="../ink/ink929.xml"/><Relationship Id="rId133" Type="http://schemas.openxmlformats.org/officeDocument/2006/relationships/image" Target="../media/image880.png"/><Relationship Id="rId154" Type="http://schemas.openxmlformats.org/officeDocument/2006/relationships/customXml" Target="../ink/ink950.xml"/><Relationship Id="rId175" Type="http://schemas.openxmlformats.org/officeDocument/2006/relationships/image" Target="../media/image901.png"/><Relationship Id="rId196" Type="http://schemas.openxmlformats.org/officeDocument/2006/relationships/customXml" Target="../ink/ink971.xml"/><Relationship Id="rId200" Type="http://schemas.openxmlformats.org/officeDocument/2006/relationships/customXml" Target="../ink/ink973.xml"/><Relationship Id="rId16" Type="http://schemas.openxmlformats.org/officeDocument/2006/relationships/image" Target="../media/image823.png"/><Relationship Id="rId221" Type="http://schemas.openxmlformats.org/officeDocument/2006/relationships/image" Target="../media/image923.png"/><Relationship Id="rId242" Type="http://schemas.openxmlformats.org/officeDocument/2006/relationships/customXml" Target="../ink/ink995.xml"/><Relationship Id="rId263" Type="http://schemas.openxmlformats.org/officeDocument/2006/relationships/image" Target="../media/image944.png"/><Relationship Id="rId37" Type="http://schemas.openxmlformats.org/officeDocument/2006/relationships/customXml" Target="../ink/ink890.xml"/><Relationship Id="rId58" Type="http://schemas.openxmlformats.org/officeDocument/2006/relationships/customXml" Target="../ink/ink901.xml"/><Relationship Id="rId79" Type="http://schemas.openxmlformats.org/officeDocument/2006/relationships/image" Target="../media/image853.png"/><Relationship Id="rId102" Type="http://schemas.openxmlformats.org/officeDocument/2006/relationships/customXml" Target="../ink/ink924.xml"/><Relationship Id="rId123" Type="http://schemas.openxmlformats.org/officeDocument/2006/relationships/image" Target="../media/image875.png"/><Relationship Id="rId144" Type="http://schemas.openxmlformats.org/officeDocument/2006/relationships/customXml" Target="../ink/ink945.xml"/><Relationship Id="rId90" Type="http://schemas.openxmlformats.org/officeDocument/2006/relationships/customXml" Target="../ink/ink918.xml"/><Relationship Id="rId165" Type="http://schemas.openxmlformats.org/officeDocument/2006/relationships/image" Target="../media/image896.png"/><Relationship Id="rId186" Type="http://schemas.openxmlformats.org/officeDocument/2006/relationships/customXml" Target="../ink/ink966.xml"/><Relationship Id="rId211" Type="http://schemas.openxmlformats.org/officeDocument/2006/relationships/image" Target="../media/image918.png"/><Relationship Id="rId232" Type="http://schemas.openxmlformats.org/officeDocument/2006/relationships/customXml" Target="../ink/ink990.xml"/><Relationship Id="rId253" Type="http://schemas.openxmlformats.org/officeDocument/2006/relationships/image" Target="../media/image939.png"/><Relationship Id="rId274" Type="http://schemas.openxmlformats.org/officeDocument/2006/relationships/customXml" Target="../ink/ink1011.xml"/><Relationship Id="rId27" Type="http://schemas.openxmlformats.org/officeDocument/2006/relationships/customXml" Target="../ink/ink885.xml"/><Relationship Id="rId48" Type="http://schemas.openxmlformats.org/officeDocument/2006/relationships/image" Target="../media/image839.png"/><Relationship Id="rId69" Type="http://schemas.openxmlformats.org/officeDocument/2006/relationships/image" Target="../media/image849.png"/><Relationship Id="rId113" Type="http://schemas.openxmlformats.org/officeDocument/2006/relationships/image" Target="../media/image870.png"/><Relationship Id="rId134" Type="http://schemas.openxmlformats.org/officeDocument/2006/relationships/customXml" Target="../ink/ink940.xml"/><Relationship Id="rId80" Type="http://schemas.openxmlformats.org/officeDocument/2006/relationships/customXml" Target="../ink/ink913.xml"/><Relationship Id="rId155" Type="http://schemas.openxmlformats.org/officeDocument/2006/relationships/image" Target="../media/image891.png"/><Relationship Id="rId176" Type="http://schemas.openxmlformats.org/officeDocument/2006/relationships/customXml" Target="../ink/ink961.xml"/><Relationship Id="rId197" Type="http://schemas.openxmlformats.org/officeDocument/2006/relationships/image" Target="../media/image912.png"/><Relationship Id="rId201" Type="http://schemas.openxmlformats.org/officeDocument/2006/relationships/customXml" Target="../ink/ink974.xml"/><Relationship Id="rId222" Type="http://schemas.openxmlformats.org/officeDocument/2006/relationships/customXml" Target="../ink/ink985.xml"/><Relationship Id="rId243" Type="http://schemas.openxmlformats.org/officeDocument/2006/relationships/image" Target="../media/image934.png"/><Relationship Id="rId264" Type="http://schemas.openxmlformats.org/officeDocument/2006/relationships/customXml" Target="../ink/ink1006.xml"/><Relationship Id="rId17" Type="http://schemas.openxmlformats.org/officeDocument/2006/relationships/customXml" Target="../ink/ink880.xml"/><Relationship Id="rId38" Type="http://schemas.openxmlformats.org/officeDocument/2006/relationships/image" Target="../media/image834.png"/><Relationship Id="rId59" Type="http://schemas.openxmlformats.org/officeDocument/2006/relationships/image" Target="../media/image844.png"/><Relationship Id="rId103" Type="http://schemas.openxmlformats.org/officeDocument/2006/relationships/image" Target="../media/image865.png"/><Relationship Id="rId124" Type="http://schemas.openxmlformats.org/officeDocument/2006/relationships/customXml" Target="../ink/ink935.xml"/><Relationship Id="rId70" Type="http://schemas.openxmlformats.org/officeDocument/2006/relationships/customXml" Target="../ink/ink907.xml"/><Relationship Id="rId91" Type="http://schemas.openxmlformats.org/officeDocument/2006/relationships/image" Target="../media/image859.png"/><Relationship Id="rId145" Type="http://schemas.openxmlformats.org/officeDocument/2006/relationships/image" Target="../media/image886.png"/><Relationship Id="rId166" Type="http://schemas.openxmlformats.org/officeDocument/2006/relationships/customXml" Target="../ink/ink956.xml"/><Relationship Id="rId187" Type="http://schemas.openxmlformats.org/officeDocument/2006/relationships/image" Target="../media/image907.png"/><Relationship Id="rId1" Type="http://schemas.openxmlformats.org/officeDocument/2006/relationships/slideLayout" Target="../slideLayouts/slideLayout6.xml"/><Relationship Id="rId212" Type="http://schemas.openxmlformats.org/officeDocument/2006/relationships/customXml" Target="../ink/ink980.xml"/><Relationship Id="rId233" Type="http://schemas.openxmlformats.org/officeDocument/2006/relationships/image" Target="../media/image929.png"/><Relationship Id="rId254" Type="http://schemas.openxmlformats.org/officeDocument/2006/relationships/customXml" Target="../ink/ink1001.xml"/><Relationship Id="rId28" Type="http://schemas.openxmlformats.org/officeDocument/2006/relationships/image" Target="../media/image829.png"/><Relationship Id="rId49" Type="http://schemas.openxmlformats.org/officeDocument/2006/relationships/customXml" Target="../ink/ink896.xml"/><Relationship Id="rId114" Type="http://schemas.openxmlformats.org/officeDocument/2006/relationships/customXml" Target="../ink/ink930.xml"/><Relationship Id="rId275" Type="http://schemas.openxmlformats.org/officeDocument/2006/relationships/image" Target="../media/image950.png"/><Relationship Id="rId60" Type="http://schemas.openxmlformats.org/officeDocument/2006/relationships/customXml" Target="../ink/ink902.xml"/><Relationship Id="rId81" Type="http://schemas.openxmlformats.org/officeDocument/2006/relationships/image" Target="../media/image854.png"/><Relationship Id="rId135" Type="http://schemas.openxmlformats.org/officeDocument/2006/relationships/image" Target="../media/image881.png"/><Relationship Id="rId156" Type="http://schemas.openxmlformats.org/officeDocument/2006/relationships/customXml" Target="../ink/ink951.xml"/><Relationship Id="rId177" Type="http://schemas.openxmlformats.org/officeDocument/2006/relationships/image" Target="../media/image902.png"/><Relationship Id="rId198" Type="http://schemas.openxmlformats.org/officeDocument/2006/relationships/customXml" Target="../ink/ink972.xml"/><Relationship Id="rId202" Type="http://schemas.openxmlformats.org/officeDocument/2006/relationships/image" Target="../media/image914.png"/><Relationship Id="rId223" Type="http://schemas.openxmlformats.org/officeDocument/2006/relationships/image" Target="../media/image924.png"/><Relationship Id="rId244" Type="http://schemas.openxmlformats.org/officeDocument/2006/relationships/customXml" Target="../ink/ink996.xml"/><Relationship Id="rId18" Type="http://schemas.openxmlformats.org/officeDocument/2006/relationships/image" Target="../media/image824.png"/><Relationship Id="rId39" Type="http://schemas.openxmlformats.org/officeDocument/2006/relationships/customXml" Target="../ink/ink891.xml"/><Relationship Id="rId265" Type="http://schemas.openxmlformats.org/officeDocument/2006/relationships/image" Target="../media/image945.png"/><Relationship Id="rId50" Type="http://schemas.openxmlformats.org/officeDocument/2006/relationships/image" Target="../media/image840.png"/><Relationship Id="rId104" Type="http://schemas.openxmlformats.org/officeDocument/2006/relationships/customXml" Target="../ink/ink925.xml"/><Relationship Id="rId125" Type="http://schemas.openxmlformats.org/officeDocument/2006/relationships/image" Target="../media/image876.png"/><Relationship Id="rId146" Type="http://schemas.openxmlformats.org/officeDocument/2006/relationships/customXml" Target="../ink/ink946.xml"/><Relationship Id="rId167" Type="http://schemas.openxmlformats.org/officeDocument/2006/relationships/image" Target="../media/image897.png"/><Relationship Id="rId188" Type="http://schemas.openxmlformats.org/officeDocument/2006/relationships/customXml" Target="../ink/ink967.xml"/><Relationship Id="rId71" Type="http://schemas.openxmlformats.org/officeDocument/2006/relationships/customXml" Target="../ink/ink908.xml"/><Relationship Id="rId92" Type="http://schemas.openxmlformats.org/officeDocument/2006/relationships/customXml" Target="../ink/ink919.xml"/><Relationship Id="rId213" Type="http://schemas.openxmlformats.org/officeDocument/2006/relationships/image" Target="../media/image919.png"/><Relationship Id="rId234" Type="http://schemas.openxmlformats.org/officeDocument/2006/relationships/customXml" Target="../ink/ink991.xml"/><Relationship Id="rId2" Type="http://schemas.openxmlformats.org/officeDocument/2006/relationships/notesSlide" Target="../notesSlides/notesSlide8.xml"/><Relationship Id="rId29" Type="http://schemas.openxmlformats.org/officeDocument/2006/relationships/customXml" Target="../ink/ink886.xml"/><Relationship Id="rId255" Type="http://schemas.openxmlformats.org/officeDocument/2006/relationships/image" Target="../media/image940.png"/><Relationship Id="rId276" Type="http://schemas.openxmlformats.org/officeDocument/2006/relationships/customXml" Target="../ink/ink1012.xml"/><Relationship Id="rId40" Type="http://schemas.openxmlformats.org/officeDocument/2006/relationships/image" Target="../media/image835.png"/><Relationship Id="rId115" Type="http://schemas.openxmlformats.org/officeDocument/2006/relationships/image" Target="../media/image871.png"/><Relationship Id="rId136" Type="http://schemas.openxmlformats.org/officeDocument/2006/relationships/customXml" Target="../ink/ink941.xml"/><Relationship Id="rId157" Type="http://schemas.openxmlformats.org/officeDocument/2006/relationships/image" Target="../media/image892.png"/><Relationship Id="rId178" Type="http://schemas.openxmlformats.org/officeDocument/2006/relationships/customXml" Target="../ink/ink962.xml"/><Relationship Id="rId61" Type="http://schemas.openxmlformats.org/officeDocument/2006/relationships/image" Target="../media/image845.png"/><Relationship Id="rId82" Type="http://schemas.openxmlformats.org/officeDocument/2006/relationships/customXml" Target="../ink/ink914.xml"/><Relationship Id="rId199" Type="http://schemas.openxmlformats.org/officeDocument/2006/relationships/image" Target="../media/image913.png"/><Relationship Id="rId203" Type="http://schemas.openxmlformats.org/officeDocument/2006/relationships/customXml" Target="../ink/ink975.xml"/><Relationship Id="rId19" Type="http://schemas.openxmlformats.org/officeDocument/2006/relationships/customXml" Target="../ink/ink881.xml"/><Relationship Id="rId224" Type="http://schemas.openxmlformats.org/officeDocument/2006/relationships/customXml" Target="../ink/ink986.xml"/><Relationship Id="rId245" Type="http://schemas.openxmlformats.org/officeDocument/2006/relationships/image" Target="../media/image935.png"/><Relationship Id="rId266" Type="http://schemas.openxmlformats.org/officeDocument/2006/relationships/customXml" Target="../ink/ink1007.xml"/><Relationship Id="rId30" Type="http://schemas.openxmlformats.org/officeDocument/2006/relationships/image" Target="../media/image830.png"/><Relationship Id="rId105" Type="http://schemas.openxmlformats.org/officeDocument/2006/relationships/image" Target="../media/image866.png"/><Relationship Id="rId126" Type="http://schemas.openxmlformats.org/officeDocument/2006/relationships/customXml" Target="../ink/ink936.xml"/><Relationship Id="rId147" Type="http://schemas.openxmlformats.org/officeDocument/2006/relationships/image" Target="../media/image887.png"/><Relationship Id="rId168" Type="http://schemas.openxmlformats.org/officeDocument/2006/relationships/customXml" Target="../ink/ink957.xml"/><Relationship Id="rId51" Type="http://schemas.openxmlformats.org/officeDocument/2006/relationships/customXml" Target="../ink/ink897.xml"/><Relationship Id="rId72" Type="http://schemas.openxmlformats.org/officeDocument/2006/relationships/image" Target="../media/image850.png"/><Relationship Id="rId93" Type="http://schemas.openxmlformats.org/officeDocument/2006/relationships/image" Target="../media/image860.png"/><Relationship Id="rId189" Type="http://schemas.openxmlformats.org/officeDocument/2006/relationships/image" Target="../media/image908.png"/><Relationship Id="rId3" Type="http://schemas.openxmlformats.org/officeDocument/2006/relationships/image" Target="../media/image596.tmp"/><Relationship Id="rId214" Type="http://schemas.openxmlformats.org/officeDocument/2006/relationships/customXml" Target="../ink/ink981.xml"/><Relationship Id="rId235" Type="http://schemas.openxmlformats.org/officeDocument/2006/relationships/image" Target="../media/image930.png"/><Relationship Id="rId256" Type="http://schemas.openxmlformats.org/officeDocument/2006/relationships/customXml" Target="../ink/ink1002.xml"/><Relationship Id="rId277" Type="http://schemas.openxmlformats.org/officeDocument/2006/relationships/image" Target="../media/image951.png"/><Relationship Id="rId116" Type="http://schemas.openxmlformats.org/officeDocument/2006/relationships/customXml" Target="../ink/ink931.xml"/><Relationship Id="rId137" Type="http://schemas.openxmlformats.org/officeDocument/2006/relationships/image" Target="../media/image882.png"/><Relationship Id="rId158" Type="http://schemas.openxmlformats.org/officeDocument/2006/relationships/customXml" Target="../ink/ink952.xml"/><Relationship Id="rId20" Type="http://schemas.openxmlformats.org/officeDocument/2006/relationships/image" Target="../media/image825.png"/><Relationship Id="rId41" Type="http://schemas.openxmlformats.org/officeDocument/2006/relationships/customXml" Target="../ink/ink892.xml"/><Relationship Id="rId62" Type="http://schemas.openxmlformats.org/officeDocument/2006/relationships/customXml" Target="../ink/ink903.xml"/><Relationship Id="rId83" Type="http://schemas.openxmlformats.org/officeDocument/2006/relationships/image" Target="../media/image855.png"/><Relationship Id="rId179" Type="http://schemas.openxmlformats.org/officeDocument/2006/relationships/image" Target="../media/image903.png"/><Relationship Id="rId190" Type="http://schemas.openxmlformats.org/officeDocument/2006/relationships/customXml" Target="../ink/ink968.xml"/><Relationship Id="rId204" Type="http://schemas.openxmlformats.org/officeDocument/2006/relationships/image" Target="../media/image915.png"/><Relationship Id="rId225" Type="http://schemas.openxmlformats.org/officeDocument/2006/relationships/image" Target="../media/image925.png"/><Relationship Id="rId246" Type="http://schemas.openxmlformats.org/officeDocument/2006/relationships/customXml" Target="../ink/ink997.xml"/><Relationship Id="rId267" Type="http://schemas.openxmlformats.org/officeDocument/2006/relationships/image" Target="../media/image946.png"/><Relationship Id="rId106" Type="http://schemas.openxmlformats.org/officeDocument/2006/relationships/customXml" Target="../ink/ink926.xml"/><Relationship Id="rId127" Type="http://schemas.openxmlformats.org/officeDocument/2006/relationships/image" Target="../media/image877.png"/><Relationship Id="rId10" Type="http://schemas.openxmlformats.org/officeDocument/2006/relationships/image" Target="../media/image820.png"/><Relationship Id="rId31" Type="http://schemas.openxmlformats.org/officeDocument/2006/relationships/customXml" Target="../ink/ink887.xml"/><Relationship Id="rId52" Type="http://schemas.openxmlformats.org/officeDocument/2006/relationships/image" Target="../media/image841.png"/><Relationship Id="rId73" Type="http://schemas.openxmlformats.org/officeDocument/2006/relationships/customXml" Target="../ink/ink909.xml"/><Relationship Id="rId94" Type="http://schemas.openxmlformats.org/officeDocument/2006/relationships/customXml" Target="../ink/ink920.xml"/><Relationship Id="rId148" Type="http://schemas.openxmlformats.org/officeDocument/2006/relationships/customXml" Target="../ink/ink947.xml"/><Relationship Id="rId169" Type="http://schemas.openxmlformats.org/officeDocument/2006/relationships/image" Target="../media/image898.png"/><Relationship Id="rId4" Type="http://schemas.openxmlformats.org/officeDocument/2006/relationships/image" Target="../media/image597.tmp"/><Relationship Id="rId180" Type="http://schemas.openxmlformats.org/officeDocument/2006/relationships/customXml" Target="../ink/ink963.xml"/><Relationship Id="rId215" Type="http://schemas.openxmlformats.org/officeDocument/2006/relationships/image" Target="../media/image920.png"/><Relationship Id="rId236" Type="http://schemas.openxmlformats.org/officeDocument/2006/relationships/customXml" Target="../ink/ink992.xml"/><Relationship Id="rId257" Type="http://schemas.openxmlformats.org/officeDocument/2006/relationships/image" Target="../media/image941.png"/><Relationship Id="rId42" Type="http://schemas.openxmlformats.org/officeDocument/2006/relationships/image" Target="../media/image836.png"/><Relationship Id="rId84" Type="http://schemas.openxmlformats.org/officeDocument/2006/relationships/customXml" Target="../ink/ink915.xml"/><Relationship Id="rId138" Type="http://schemas.openxmlformats.org/officeDocument/2006/relationships/customXml" Target="../ink/ink942.xml"/><Relationship Id="rId191" Type="http://schemas.openxmlformats.org/officeDocument/2006/relationships/image" Target="../media/image909.png"/><Relationship Id="rId205" Type="http://schemas.openxmlformats.org/officeDocument/2006/relationships/customXml" Target="../ink/ink976.xml"/><Relationship Id="rId247" Type="http://schemas.openxmlformats.org/officeDocument/2006/relationships/image" Target="../media/image936.png"/><Relationship Id="rId107" Type="http://schemas.openxmlformats.org/officeDocument/2006/relationships/image" Target="../media/image867.png"/><Relationship Id="rId11" Type="http://schemas.openxmlformats.org/officeDocument/2006/relationships/customXml" Target="../ink/ink877.xml"/><Relationship Id="rId53" Type="http://schemas.openxmlformats.org/officeDocument/2006/relationships/customXml" Target="../ink/ink898.xml"/><Relationship Id="rId149" Type="http://schemas.openxmlformats.org/officeDocument/2006/relationships/image" Target="../media/image888.png"/><Relationship Id="rId95" Type="http://schemas.openxmlformats.org/officeDocument/2006/relationships/image" Target="../media/image861.png"/><Relationship Id="rId160" Type="http://schemas.openxmlformats.org/officeDocument/2006/relationships/customXml" Target="../ink/ink953.xml"/><Relationship Id="rId216" Type="http://schemas.openxmlformats.org/officeDocument/2006/relationships/customXml" Target="../ink/ink982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08.png"/><Relationship Id="rId21" Type="http://schemas.openxmlformats.org/officeDocument/2006/relationships/image" Target="../media/image838.png"/><Relationship Id="rId42" Type="http://schemas.openxmlformats.org/officeDocument/2006/relationships/customXml" Target="../ink/ink1033.xml"/><Relationship Id="rId63" Type="http://schemas.openxmlformats.org/officeDocument/2006/relationships/image" Target="../media/image981.png"/><Relationship Id="rId84" Type="http://schemas.openxmlformats.org/officeDocument/2006/relationships/customXml" Target="../ink/ink1054.xml"/><Relationship Id="rId138" Type="http://schemas.openxmlformats.org/officeDocument/2006/relationships/customXml" Target="../ink/ink1081.xml"/><Relationship Id="rId107" Type="http://schemas.openxmlformats.org/officeDocument/2006/relationships/image" Target="../media/image1003.png"/><Relationship Id="rId11" Type="http://schemas.openxmlformats.org/officeDocument/2006/relationships/image" Target="../media/image956.png"/><Relationship Id="rId32" Type="http://schemas.openxmlformats.org/officeDocument/2006/relationships/customXml" Target="../ink/ink1028.xml"/><Relationship Id="rId53" Type="http://schemas.openxmlformats.org/officeDocument/2006/relationships/image" Target="../media/image976.png"/><Relationship Id="rId74" Type="http://schemas.openxmlformats.org/officeDocument/2006/relationships/customXml" Target="../ink/ink1049.xml"/><Relationship Id="rId128" Type="http://schemas.openxmlformats.org/officeDocument/2006/relationships/customXml" Target="../ink/ink1076.xml"/><Relationship Id="rId149" Type="http://schemas.openxmlformats.org/officeDocument/2006/relationships/image" Target="../media/image1023.png"/><Relationship Id="rId5" Type="http://schemas.openxmlformats.org/officeDocument/2006/relationships/image" Target="../media/image953.png"/><Relationship Id="rId95" Type="http://schemas.openxmlformats.org/officeDocument/2006/relationships/image" Target="../media/image997.png"/><Relationship Id="rId22" Type="http://schemas.openxmlformats.org/officeDocument/2006/relationships/customXml" Target="../ink/ink1023.xml"/><Relationship Id="rId27" Type="http://schemas.openxmlformats.org/officeDocument/2006/relationships/image" Target="../media/image963.png"/><Relationship Id="rId43" Type="http://schemas.openxmlformats.org/officeDocument/2006/relationships/image" Target="../media/image971.png"/><Relationship Id="rId48" Type="http://schemas.openxmlformats.org/officeDocument/2006/relationships/customXml" Target="../ink/ink1036.xml"/><Relationship Id="rId64" Type="http://schemas.openxmlformats.org/officeDocument/2006/relationships/customXml" Target="../ink/ink1044.xml"/><Relationship Id="rId69" Type="http://schemas.openxmlformats.org/officeDocument/2006/relationships/image" Target="../media/image984.png"/><Relationship Id="rId113" Type="http://schemas.openxmlformats.org/officeDocument/2006/relationships/image" Target="../media/image1006.png"/><Relationship Id="rId118" Type="http://schemas.openxmlformats.org/officeDocument/2006/relationships/customXml" Target="../ink/ink1071.xml"/><Relationship Id="rId134" Type="http://schemas.openxmlformats.org/officeDocument/2006/relationships/customXml" Target="../ink/ink1079.xml"/><Relationship Id="rId139" Type="http://schemas.openxmlformats.org/officeDocument/2006/relationships/image" Target="../media/image1018.png"/><Relationship Id="rId80" Type="http://schemas.openxmlformats.org/officeDocument/2006/relationships/customXml" Target="../ink/ink1052.xml"/><Relationship Id="rId85" Type="http://schemas.openxmlformats.org/officeDocument/2006/relationships/image" Target="../media/image992.png"/><Relationship Id="rId150" Type="http://schemas.openxmlformats.org/officeDocument/2006/relationships/customXml" Target="../ink/ink1087.xml"/><Relationship Id="rId12" Type="http://schemas.openxmlformats.org/officeDocument/2006/relationships/customXml" Target="../ink/ink1018.xml"/><Relationship Id="rId17" Type="http://schemas.openxmlformats.org/officeDocument/2006/relationships/image" Target="../media/image959.png"/><Relationship Id="rId33" Type="http://schemas.openxmlformats.org/officeDocument/2006/relationships/image" Target="../media/image966.png"/><Relationship Id="rId38" Type="http://schemas.openxmlformats.org/officeDocument/2006/relationships/customXml" Target="../ink/ink1031.xml"/><Relationship Id="rId59" Type="http://schemas.openxmlformats.org/officeDocument/2006/relationships/image" Target="../media/image979.png"/><Relationship Id="rId103" Type="http://schemas.openxmlformats.org/officeDocument/2006/relationships/image" Target="../media/image1001.png"/><Relationship Id="rId108" Type="http://schemas.openxmlformats.org/officeDocument/2006/relationships/customXml" Target="../ink/ink1066.xml"/><Relationship Id="rId124" Type="http://schemas.openxmlformats.org/officeDocument/2006/relationships/customXml" Target="../ink/ink1074.xml"/><Relationship Id="rId129" Type="http://schemas.openxmlformats.org/officeDocument/2006/relationships/image" Target="../media/image1013.png"/><Relationship Id="rId54" Type="http://schemas.openxmlformats.org/officeDocument/2006/relationships/customXml" Target="../ink/ink1039.xml"/><Relationship Id="rId70" Type="http://schemas.openxmlformats.org/officeDocument/2006/relationships/customXml" Target="../ink/ink1047.xml"/><Relationship Id="rId75" Type="http://schemas.openxmlformats.org/officeDocument/2006/relationships/image" Target="../media/image987.png"/><Relationship Id="rId91" Type="http://schemas.openxmlformats.org/officeDocument/2006/relationships/image" Target="../media/image995.png"/><Relationship Id="rId96" Type="http://schemas.openxmlformats.org/officeDocument/2006/relationships/customXml" Target="../ink/ink1060.xml"/><Relationship Id="rId140" Type="http://schemas.openxmlformats.org/officeDocument/2006/relationships/customXml" Target="../ink/ink1082.xml"/><Relationship Id="rId145" Type="http://schemas.openxmlformats.org/officeDocument/2006/relationships/image" Target="../media/image1021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015.xml"/><Relationship Id="rId23" Type="http://schemas.openxmlformats.org/officeDocument/2006/relationships/image" Target="../media/image961.png"/><Relationship Id="rId28" Type="http://schemas.openxmlformats.org/officeDocument/2006/relationships/customXml" Target="../ink/ink1026.xml"/><Relationship Id="rId49" Type="http://schemas.openxmlformats.org/officeDocument/2006/relationships/image" Target="../media/image974.png"/><Relationship Id="rId114" Type="http://schemas.openxmlformats.org/officeDocument/2006/relationships/customXml" Target="../ink/ink1069.xml"/><Relationship Id="rId119" Type="http://schemas.openxmlformats.org/officeDocument/2006/relationships/image" Target="../media/image1009.png"/><Relationship Id="rId44" Type="http://schemas.openxmlformats.org/officeDocument/2006/relationships/customXml" Target="../ink/ink1034.xml"/><Relationship Id="rId60" Type="http://schemas.openxmlformats.org/officeDocument/2006/relationships/customXml" Target="../ink/ink1042.xml"/><Relationship Id="rId65" Type="http://schemas.openxmlformats.org/officeDocument/2006/relationships/image" Target="../media/image982.png"/><Relationship Id="rId81" Type="http://schemas.openxmlformats.org/officeDocument/2006/relationships/image" Target="../media/image990.png"/><Relationship Id="rId86" Type="http://schemas.openxmlformats.org/officeDocument/2006/relationships/customXml" Target="../ink/ink1055.xml"/><Relationship Id="rId130" Type="http://schemas.openxmlformats.org/officeDocument/2006/relationships/customXml" Target="../ink/ink1077.xml"/><Relationship Id="rId135" Type="http://schemas.openxmlformats.org/officeDocument/2006/relationships/image" Target="../media/image1016.png"/><Relationship Id="rId151" Type="http://schemas.openxmlformats.org/officeDocument/2006/relationships/image" Target="../media/image1024.png"/><Relationship Id="rId13" Type="http://schemas.openxmlformats.org/officeDocument/2006/relationships/image" Target="../media/image957.png"/><Relationship Id="rId18" Type="http://schemas.openxmlformats.org/officeDocument/2006/relationships/customXml" Target="../ink/ink1021.xml"/><Relationship Id="rId39" Type="http://schemas.openxmlformats.org/officeDocument/2006/relationships/image" Target="../media/image969.png"/><Relationship Id="rId109" Type="http://schemas.openxmlformats.org/officeDocument/2006/relationships/image" Target="../media/image1004.png"/><Relationship Id="rId34" Type="http://schemas.openxmlformats.org/officeDocument/2006/relationships/customXml" Target="../ink/ink1029.xml"/><Relationship Id="rId50" Type="http://schemas.openxmlformats.org/officeDocument/2006/relationships/customXml" Target="../ink/ink1037.xml"/><Relationship Id="rId55" Type="http://schemas.openxmlformats.org/officeDocument/2006/relationships/image" Target="../media/image977.png"/><Relationship Id="rId76" Type="http://schemas.openxmlformats.org/officeDocument/2006/relationships/customXml" Target="../ink/ink1050.xml"/><Relationship Id="rId97" Type="http://schemas.openxmlformats.org/officeDocument/2006/relationships/image" Target="../media/image998.png"/><Relationship Id="rId104" Type="http://schemas.openxmlformats.org/officeDocument/2006/relationships/customXml" Target="../ink/ink1064.xml"/><Relationship Id="rId120" Type="http://schemas.openxmlformats.org/officeDocument/2006/relationships/customXml" Target="../ink/ink1072.xml"/><Relationship Id="rId125" Type="http://schemas.openxmlformats.org/officeDocument/2006/relationships/image" Target="../media/image1011.png"/><Relationship Id="rId141" Type="http://schemas.openxmlformats.org/officeDocument/2006/relationships/image" Target="../media/image1019.png"/><Relationship Id="rId146" Type="http://schemas.openxmlformats.org/officeDocument/2006/relationships/customXml" Target="../ink/ink1085.xml"/><Relationship Id="rId7" Type="http://schemas.openxmlformats.org/officeDocument/2006/relationships/image" Target="../media/image954.png"/><Relationship Id="rId71" Type="http://schemas.openxmlformats.org/officeDocument/2006/relationships/image" Target="../media/image985.png"/><Relationship Id="rId92" Type="http://schemas.openxmlformats.org/officeDocument/2006/relationships/customXml" Target="../ink/ink1058.xml"/><Relationship Id="rId2" Type="http://schemas.openxmlformats.org/officeDocument/2006/relationships/customXml" Target="../ink/ink1013.xml"/><Relationship Id="rId29" Type="http://schemas.openxmlformats.org/officeDocument/2006/relationships/image" Target="../media/image964.png"/><Relationship Id="rId24" Type="http://schemas.openxmlformats.org/officeDocument/2006/relationships/customXml" Target="../ink/ink1024.xml"/><Relationship Id="rId40" Type="http://schemas.openxmlformats.org/officeDocument/2006/relationships/customXml" Target="../ink/ink1032.xml"/><Relationship Id="rId45" Type="http://schemas.openxmlformats.org/officeDocument/2006/relationships/image" Target="../media/image972.png"/><Relationship Id="rId66" Type="http://schemas.openxmlformats.org/officeDocument/2006/relationships/customXml" Target="../ink/ink1045.xml"/><Relationship Id="rId87" Type="http://schemas.openxmlformats.org/officeDocument/2006/relationships/image" Target="../media/image993.png"/><Relationship Id="rId110" Type="http://schemas.openxmlformats.org/officeDocument/2006/relationships/customXml" Target="../ink/ink1067.xml"/><Relationship Id="rId115" Type="http://schemas.openxmlformats.org/officeDocument/2006/relationships/image" Target="../media/image1007.png"/><Relationship Id="rId131" Type="http://schemas.openxmlformats.org/officeDocument/2006/relationships/image" Target="../media/image1014.png"/><Relationship Id="rId136" Type="http://schemas.openxmlformats.org/officeDocument/2006/relationships/customXml" Target="../ink/ink1080.xml"/><Relationship Id="rId61" Type="http://schemas.openxmlformats.org/officeDocument/2006/relationships/image" Target="../media/image980.png"/><Relationship Id="rId82" Type="http://schemas.openxmlformats.org/officeDocument/2006/relationships/customXml" Target="../ink/ink1053.xml"/><Relationship Id="rId19" Type="http://schemas.openxmlformats.org/officeDocument/2006/relationships/image" Target="../media/image960.png"/><Relationship Id="rId14" Type="http://schemas.openxmlformats.org/officeDocument/2006/relationships/customXml" Target="../ink/ink1019.xml"/><Relationship Id="rId30" Type="http://schemas.openxmlformats.org/officeDocument/2006/relationships/customXml" Target="../ink/ink1027.xml"/><Relationship Id="rId35" Type="http://schemas.openxmlformats.org/officeDocument/2006/relationships/image" Target="../media/image967.png"/><Relationship Id="rId56" Type="http://schemas.openxmlformats.org/officeDocument/2006/relationships/customXml" Target="../ink/ink1040.xml"/><Relationship Id="rId77" Type="http://schemas.openxmlformats.org/officeDocument/2006/relationships/image" Target="../media/image988.png"/><Relationship Id="rId100" Type="http://schemas.openxmlformats.org/officeDocument/2006/relationships/customXml" Target="../ink/ink1062.xml"/><Relationship Id="rId105" Type="http://schemas.openxmlformats.org/officeDocument/2006/relationships/image" Target="../media/image1002.png"/><Relationship Id="rId126" Type="http://schemas.openxmlformats.org/officeDocument/2006/relationships/customXml" Target="../ink/ink1075.xml"/><Relationship Id="rId147" Type="http://schemas.openxmlformats.org/officeDocument/2006/relationships/image" Target="../media/image1022.png"/><Relationship Id="rId8" Type="http://schemas.openxmlformats.org/officeDocument/2006/relationships/customXml" Target="../ink/ink1016.xml"/><Relationship Id="rId51" Type="http://schemas.openxmlformats.org/officeDocument/2006/relationships/image" Target="../media/image975.png"/><Relationship Id="rId72" Type="http://schemas.openxmlformats.org/officeDocument/2006/relationships/customXml" Target="../ink/ink1048.xml"/><Relationship Id="rId93" Type="http://schemas.openxmlformats.org/officeDocument/2006/relationships/image" Target="../media/image996.png"/><Relationship Id="rId98" Type="http://schemas.openxmlformats.org/officeDocument/2006/relationships/customXml" Target="../ink/ink1061.xml"/><Relationship Id="rId121" Type="http://schemas.openxmlformats.org/officeDocument/2006/relationships/image" Target="../media/image446.png"/><Relationship Id="rId142" Type="http://schemas.openxmlformats.org/officeDocument/2006/relationships/customXml" Target="../ink/ink1083.xml"/><Relationship Id="rId3" Type="http://schemas.openxmlformats.org/officeDocument/2006/relationships/image" Target="../media/image952.png"/><Relationship Id="rId25" Type="http://schemas.openxmlformats.org/officeDocument/2006/relationships/image" Target="../media/image962.png"/><Relationship Id="rId46" Type="http://schemas.openxmlformats.org/officeDocument/2006/relationships/customXml" Target="../ink/ink1035.xml"/><Relationship Id="rId67" Type="http://schemas.openxmlformats.org/officeDocument/2006/relationships/image" Target="../media/image983.png"/><Relationship Id="rId116" Type="http://schemas.openxmlformats.org/officeDocument/2006/relationships/customXml" Target="../ink/ink1070.xml"/><Relationship Id="rId137" Type="http://schemas.openxmlformats.org/officeDocument/2006/relationships/image" Target="../media/image1017.png"/><Relationship Id="rId20" Type="http://schemas.openxmlformats.org/officeDocument/2006/relationships/customXml" Target="../ink/ink1022.xml"/><Relationship Id="rId41" Type="http://schemas.openxmlformats.org/officeDocument/2006/relationships/image" Target="../media/image970.png"/><Relationship Id="rId62" Type="http://schemas.openxmlformats.org/officeDocument/2006/relationships/customXml" Target="../ink/ink1043.xml"/><Relationship Id="rId83" Type="http://schemas.openxmlformats.org/officeDocument/2006/relationships/image" Target="../media/image991.png"/><Relationship Id="rId88" Type="http://schemas.openxmlformats.org/officeDocument/2006/relationships/customXml" Target="../ink/ink1056.xml"/><Relationship Id="rId111" Type="http://schemas.openxmlformats.org/officeDocument/2006/relationships/image" Target="../media/image1005.png"/><Relationship Id="rId132" Type="http://schemas.openxmlformats.org/officeDocument/2006/relationships/customXml" Target="../ink/ink1078.xml"/><Relationship Id="rId15" Type="http://schemas.openxmlformats.org/officeDocument/2006/relationships/image" Target="../media/image958.png"/><Relationship Id="rId36" Type="http://schemas.openxmlformats.org/officeDocument/2006/relationships/customXml" Target="../ink/ink1030.xml"/><Relationship Id="rId57" Type="http://schemas.openxmlformats.org/officeDocument/2006/relationships/image" Target="../media/image978.png"/><Relationship Id="rId106" Type="http://schemas.openxmlformats.org/officeDocument/2006/relationships/customXml" Target="../ink/ink1065.xml"/><Relationship Id="rId127" Type="http://schemas.openxmlformats.org/officeDocument/2006/relationships/image" Target="../media/image1012.png"/><Relationship Id="rId10" Type="http://schemas.openxmlformats.org/officeDocument/2006/relationships/customXml" Target="../ink/ink1017.xml"/><Relationship Id="rId31" Type="http://schemas.openxmlformats.org/officeDocument/2006/relationships/image" Target="../media/image965.png"/><Relationship Id="rId52" Type="http://schemas.openxmlformats.org/officeDocument/2006/relationships/customXml" Target="../ink/ink1038.xml"/><Relationship Id="rId73" Type="http://schemas.openxmlformats.org/officeDocument/2006/relationships/image" Target="../media/image986.png"/><Relationship Id="rId78" Type="http://schemas.openxmlformats.org/officeDocument/2006/relationships/customXml" Target="../ink/ink1051.xml"/><Relationship Id="rId94" Type="http://schemas.openxmlformats.org/officeDocument/2006/relationships/customXml" Target="../ink/ink1059.xml"/><Relationship Id="rId99" Type="http://schemas.openxmlformats.org/officeDocument/2006/relationships/image" Target="../media/image999.png"/><Relationship Id="rId101" Type="http://schemas.openxmlformats.org/officeDocument/2006/relationships/image" Target="../media/image1000.png"/><Relationship Id="rId122" Type="http://schemas.openxmlformats.org/officeDocument/2006/relationships/customXml" Target="../ink/ink1073.xml"/><Relationship Id="rId143" Type="http://schemas.openxmlformats.org/officeDocument/2006/relationships/image" Target="../media/image1020.png"/><Relationship Id="rId148" Type="http://schemas.openxmlformats.org/officeDocument/2006/relationships/customXml" Target="../ink/ink1086.xml"/><Relationship Id="rId4" Type="http://schemas.openxmlformats.org/officeDocument/2006/relationships/customXml" Target="../ink/ink1014.xml"/><Relationship Id="rId9" Type="http://schemas.openxmlformats.org/officeDocument/2006/relationships/image" Target="../media/image955.png"/><Relationship Id="rId26" Type="http://schemas.openxmlformats.org/officeDocument/2006/relationships/customXml" Target="../ink/ink1025.xml"/><Relationship Id="rId47" Type="http://schemas.openxmlformats.org/officeDocument/2006/relationships/image" Target="../media/image973.png"/><Relationship Id="rId68" Type="http://schemas.openxmlformats.org/officeDocument/2006/relationships/customXml" Target="../ink/ink1046.xml"/><Relationship Id="rId89" Type="http://schemas.openxmlformats.org/officeDocument/2006/relationships/image" Target="../media/image994.png"/><Relationship Id="rId112" Type="http://schemas.openxmlformats.org/officeDocument/2006/relationships/customXml" Target="../ink/ink1068.xml"/><Relationship Id="rId133" Type="http://schemas.openxmlformats.org/officeDocument/2006/relationships/image" Target="../media/image1015.png"/><Relationship Id="rId16" Type="http://schemas.openxmlformats.org/officeDocument/2006/relationships/customXml" Target="../ink/ink1020.xml"/><Relationship Id="rId37" Type="http://schemas.openxmlformats.org/officeDocument/2006/relationships/image" Target="../media/image968.png"/><Relationship Id="rId58" Type="http://schemas.openxmlformats.org/officeDocument/2006/relationships/customXml" Target="../ink/ink1041.xml"/><Relationship Id="rId79" Type="http://schemas.openxmlformats.org/officeDocument/2006/relationships/image" Target="../media/image989.png"/><Relationship Id="rId102" Type="http://schemas.openxmlformats.org/officeDocument/2006/relationships/customXml" Target="../ink/ink1063.xml"/><Relationship Id="rId123" Type="http://schemas.openxmlformats.org/officeDocument/2006/relationships/image" Target="../media/image1010.png"/><Relationship Id="rId144" Type="http://schemas.openxmlformats.org/officeDocument/2006/relationships/customXml" Target="../ink/ink1084.xml"/><Relationship Id="rId90" Type="http://schemas.openxmlformats.org/officeDocument/2006/relationships/customXml" Target="../ink/ink1057.xml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80.png"/><Relationship Id="rId21" Type="http://schemas.openxmlformats.org/officeDocument/2006/relationships/image" Target="../media/image1034.png"/><Relationship Id="rId42" Type="http://schemas.openxmlformats.org/officeDocument/2006/relationships/customXml" Target="../ink/ink1108.xml"/><Relationship Id="rId63" Type="http://schemas.openxmlformats.org/officeDocument/2006/relationships/image" Target="../media/image1053.png"/><Relationship Id="rId84" Type="http://schemas.openxmlformats.org/officeDocument/2006/relationships/customXml" Target="../ink/ink1129.xml"/><Relationship Id="rId138" Type="http://schemas.openxmlformats.org/officeDocument/2006/relationships/customXml" Target="../ink/ink1156.xml"/><Relationship Id="rId107" Type="http://schemas.openxmlformats.org/officeDocument/2006/relationships/image" Target="../media/image1075.png"/><Relationship Id="rId11" Type="http://schemas.openxmlformats.org/officeDocument/2006/relationships/image" Target="../media/image1029.png"/><Relationship Id="rId32" Type="http://schemas.openxmlformats.org/officeDocument/2006/relationships/customXml" Target="../ink/ink1103.xml"/><Relationship Id="rId53" Type="http://schemas.openxmlformats.org/officeDocument/2006/relationships/image" Target="../media/image1048.png"/><Relationship Id="rId74" Type="http://schemas.openxmlformats.org/officeDocument/2006/relationships/customXml" Target="../ink/ink1124.xml"/><Relationship Id="rId128" Type="http://schemas.openxmlformats.org/officeDocument/2006/relationships/customXml" Target="../ink/ink1151.xml"/><Relationship Id="rId149" Type="http://schemas.openxmlformats.org/officeDocument/2006/relationships/customXml" Target="../ink/ink1162.xml"/><Relationship Id="rId5" Type="http://schemas.openxmlformats.org/officeDocument/2006/relationships/image" Target="../media/image1026.png"/><Relationship Id="rId95" Type="http://schemas.openxmlformats.org/officeDocument/2006/relationships/image" Target="../media/image1069.png"/><Relationship Id="rId22" Type="http://schemas.openxmlformats.org/officeDocument/2006/relationships/customXml" Target="../ink/ink1098.xml"/><Relationship Id="rId43" Type="http://schemas.openxmlformats.org/officeDocument/2006/relationships/image" Target="../media/image1044.png"/><Relationship Id="rId64" Type="http://schemas.openxmlformats.org/officeDocument/2006/relationships/customXml" Target="../ink/ink1119.xml"/><Relationship Id="rId118" Type="http://schemas.openxmlformats.org/officeDocument/2006/relationships/customXml" Target="../ink/ink1146.xml"/><Relationship Id="rId139" Type="http://schemas.openxmlformats.org/officeDocument/2006/relationships/image" Target="../media/image1091.png"/><Relationship Id="rId80" Type="http://schemas.openxmlformats.org/officeDocument/2006/relationships/customXml" Target="../ink/ink1127.xml"/><Relationship Id="rId85" Type="http://schemas.openxmlformats.org/officeDocument/2006/relationships/image" Target="../media/image1064.png"/><Relationship Id="rId150" Type="http://schemas.openxmlformats.org/officeDocument/2006/relationships/image" Target="../media/image1096.png"/><Relationship Id="rId155" Type="http://schemas.openxmlformats.org/officeDocument/2006/relationships/customXml" Target="../ink/ink1165.xml"/><Relationship Id="rId12" Type="http://schemas.openxmlformats.org/officeDocument/2006/relationships/customXml" Target="../ink/ink1093.xml"/><Relationship Id="rId17" Type="http://schemas.openxmlformats.org/officeDocument/2006/relationships/image" Target="../media/image1032.png"/><Relationship Id="rId33" Type="http://schemas.openxmlformats.org/officeDocument/2006/relationships/image" Target="../media/image1040.png"/><Relationship Id="rId38" Type="http://schemas.openxmlformats.org/officeDocument/2006/relationships/customXml" Target="../ink/ink1106.xml"/><Relationship Id="rId59" Type="http://schemas.openxmlformats.org/officeDocument/2006/relationships/image" Target="../media/image1051.png"/><Relationship Id="rId103" Type="http://schemas.openxmlformats.org/officeDocument/2006/relationships/image" Target="../media/image1073.png"/><Relationship Id="rId108" Type="http://schemas.openxmlformats.org/officeDocument/2006/relationships/customXml" Target="../ink/ink1141.xml"/><Relationship Id="rId124" Type="http://schemas.openxmlformats.org/officeDocument/2006/relationships/customXml" Target="../ink/ink1149.xml"/><Relationship Id="rId129" Type="http://schemas.openxmlformats.org/officeDocument/2006/relationships/image" Target="../media/image1086.png"/><Relationship Id="rId54" Type="http://schemas.openxmlformats.org/officeDocument/2006/relationships/customXml" Target="../ink/ink1114.xml"/><Relationship Id="rId70" Type="http://schemas.openxmlformats.org/officeDocument/2006/relationships/customXml" Target="../ink/ink1122.xml"/><Relationship Id="rId75" Type="http://schemas.openxmlformats.org/officeDocument/2006/relationships/image" Target="../media/image1059.png"/><Relationship Id="rId91" Type="http://schemas.openxmlformats.org/officeDocument/2006/relationships/image" Target="../media/image1067.png"/><Relationship Id="rId96" Type="http://schemas.openxmlformats.org/officeDocument/2006/relationships/customXml" Target="../ink/ink1135.xml"/><Relationship Id="rId140" Type="http://schemas.openxmlformats.org/officeDocument/2006/relationships/customXml" Target="../ink/ink1157.xml"/><Relationship Id="rId145" Type="http://schemas.openxmlformats.org/officeDocument/2006/relationships/image" Target="../media/image1094.png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090.xml"/><Relationship Id="rId23" Type="http://schemas.openxmlformats.org/officeDocument/2006/relationships/image" Target="../media/image1035.png"/><Relationship Id="rId28" Type="http://schemas.openxmlformats.org/officeDocument/2006/relationships/customXml" Target="../ink/ink1101.xml"/><Relationship Id="rId49" Type="http://schemas.openxmlformats.org/officeDocument/2006/relationships/image" Target="../media/image1046.png"/><Relationship Id="rId114" Type="http://schemas.openxmlformats.org/officeDocument/2006/relationships/customXml" Target="../ink/ink1144.xml"/><Relationship Id="rId119" Type="http://schemas.openxmlformats.org/officeDocument/2006/relationships/image" Target="../media/image1081.png"/><Relationship Id="rId44" Type="http://schemas.openxmlformats.org/officeDocument/2006/relationships/customXml" Target="../ink/ink1109.xml"/><Relationship Id="rId60" Type="http://schemas.openxmlformats.org/officeDocument/2006/relationships/customXml" Target="../ink/ink1117.xml"/><Relationship Id="rId65" Type="http://schemas.openxmlformats.org/officeDocument/2006/relationships/image" Target="../media/image1054.png"/><Relationship Id="rId81" Type="http://schemas.openxmlformats.org/officeDocument/2006/relationships/image" Target="../media/image1062.png"/><Relationship Id="rId86" Type="http://schemas.openxmlformats.org/officeDocument/2006/relationships/customXml" Target="../ink/ink1130.xml"/><Relationship Id="rId130" Type="http://schemas.openxmlformats.org/officeDocument/2006/relationships/customXml" Target="../ink/ink1152.xml"/><Relationship Id="rId135" Type="http://schemas.openxmlformats.org/officeDocument/2006/relationships/image" Target="../media/image1089.png"/><Relationship Id="rId151" Type="http://schemas.openxmlformats.org/officeDocument/2006/relationships/customXml" Target="../ink/ink1163.xml"/><Relationship Id="rId156" Type="http://schemas.openxmlformats.org/officeDocument/2006/relationships/image" Target="../media/image1099.png"/><Relationship Id="rId13" Type="http://schemas.openxmlformats.org/officeDocument/2006/relationships/image" Target="../media/image1030.png"/><Relationship Id="rId18" Type="http://schemas.openxmlformats.org/officeDocument/2006/relationships/customXml" Target="../ink/ink1096.xml"/><Relationship Id="rId39" Type="http://schemas.openxmlformats.org/officeDocument/2006/relationships/image" Target="../media/image1043.png"/><Relationship Id="rId109" Type="http://schemas.openxmlformats.org/officeDocument/2006/relationships/image" Target="../media/image1076.png"/><Relationship Id="rId34" Type="http://schemas.openxmlformats.org/officeDocument/2006/relationships/customXml" Target="../ink/ink1104.xml"/><Relationship Id="rId50" Type="http://schemas.openxmlformats.org/officeDocument/2006/relationships/customXml" Target="../ink/ink1112.xml"/><Relationship Id="rId55" Type="http://schemas.openxmlformats.org/officeDocument/2006/relationships/image" Target="../media/image1049.png"/><Relationship Id="rId76" Type="http://schemas.openxmlformats.org/officeDocument/2006/relationships/customXml" Target="../ink/ink1125.xml"/><Relationship Id="rId97" Type="http://schemas.openxmlformats.org/officeDocument/2006/relationships/image" Target="../media/image1070.png"/><Relationship Id="rId104" Type="http://schemas.openxmlformats.org/officeDocument/2006/relationships/customXml" Target="../ink/ink1139.xml"/><Relationship Id="rId120" Type="http://schemas.openxmlformats.org/officeDocument/2006/relationships/customXml" Target="../ink/ink1147.xml"/><Relationship Id="rId125" Type="http://schemas.openxmlformats.org/officeDocument/2006/relationships/image" Target="../media/image1084.png"/><Relationship Id="rId141" Type="http://schemas.openxmlformats.org/officeDocument/2006/relationships/image" Target="../media/image1092.png"/><Relationship Id="rId146" Type="http://schemas.openxmlformats.org/officeDocument/2006/relationships/customXml" Target="../ink/ink1160.xml"/><Relationship Id="rId7" Type="http://schemas.openxmlformats.org/officeDocument/2006/relationships/image" Target="../media/image1027.png"/><Relationship Id="rId71" Type="http://schemas.openxmlformats.org/officeDocument/2006/relationships/image" Target="../media/image1057.png"/><Relationship Id="rId92" Type="http://schemas.openxmlformats.org/officeDocument/2006/relationships/customXml" Target="../ink/ink1133.xml"/><Relationship Id="rId2" Type="http://schemas.openxmlformats.org/officeDocument/2006/relationships/customXml" Target="../ink/ink1088.xml"/><Relationship Id="rId29" Type="http://schemas.openxmlformats.org/officeDocument/2006/relationships/image" Target="../media/image1038.png"/><Relationship Id="rId24" Type="http://schemas.openxmlformats.org/officeDocument/2006/relationships/customXml" Target="../ink/ink1099.xml"/><Relationship Id="rId40" Type="http://schemas.openxmlformats.org/officeDocument/2006/relationships/customXml" Target="../ink/ink1107.xml"/><Relationship Id="rId45" Type="http://schemas.openxmlformats.org/officeDocument/2006/relationships/image" Target="../media/image1045.png"/><Relationship Id="rId66" Type="http://schemas.openxmlformats.org/officeDocument/2006/relationships/customXml" Target="../ink/ink1120.xml"/><Relationship Id="rId87" Type="http://schemas.openxmlformats.org/officeDocument/2006/relationships/image" Target="../media/image1065.png"/><Relationship Id="rId110" Type="http://schemas.openxmlformats.org/officeDocument/2006/relationships/customXml" Target="../ink/ink1142.xml"/><Relationship Id="rId115" Type="http://schemas.openxmlformats.org/officeDocument/2006/relationships/image" Target="../media/image1079.png"/><Relationship Id="rId131" Type="http://schemas.openxmlformats.org/officeDocument/2006/relationships/image" Target="../media/image1087.png"/><Relationship Id="rId136" Type="http://schemas.openxmlformats.org/officeDocument/2006/relationships/customXml" Target="../ink/ink1155.xml"/><Relationship Id="rId157" Type="http://schemas.openxmlformats.org/officeDocument/2006/relationships/customXml" Target="../ink/ink1166.xml"/><Relationship Id="rId61" Type="http://schemas.openxmlformats.org/officeDocument/2006/relationships/image" Target="../media/image1052.png"/><Relationship Id="rId82" Type="http://schemas.openxmlformats.org/officeDocument/2006/relationships/customXml" Target="../ink/ink1128.xml"/><Relationship Id="rId152" Type="http://schemas.openxmlformats.org/officeDocument/2006/relationships/image" Target="../media/image1097.png"/><Relationship Id="rId19" Type="http://schemas.openxmlformats.org/officeDocument/2006/relationships/image" Target="../media/image1033.png"/><Relationship Id="rId14" Type="http://schemas.openxmlformats.org/officeDocument/2006/relationships/customXml" Target="../ink/ink1094.xml"/><Relationship Id="rId30" Type="http://schemas.openxmlformats.org/officeDocument/2006/relationships/customXml" Target="../ink/ink1102.xml"/><Relationship Id="rId35" Type="http://schemas.openxmlformats.org/officeDocument/2006/relationships/image" Target="../media/image1041.png"/><Relationship Id="rId56" Type="http://schemas.openxmlformats.org/officeDocument/2006/relationships/customXml" Target="../ink/ink1115.xml"/><Relationship Id="rId77" Type="http://schemas.openxmlformats.org/officeDocument/2006/relationships/image" Target="../media/image1060.png"/><Relationship Id="rId100" Type="http://schemas.openxmlformats.org/officeDocument/2006/relationships/customXml" Target="../ink/ink1137.xml"/><Relationship Id="rId105" Type="http://schemas.openxmlformats.org/officeDocument/2006/relationships/image" Target="../media/image1074.png"/><Relationship Id="rId126" Type="http://schemas.openxmlformats.org/officeDocument/2006/relationships/customXml" Target="../ink/ink1150.xml"/><Relationship Id="rId147" Type="http://schemas.openxmlformats.org/officeDocument/2006/relationships/customXml" Target="../ink/ink1161.xml"/><Relationship Id="rId8" Type="http://schemas.openxmlformats.org/officeDocument/2006/relationships/customXml" Target="../ink/ink1091.xml"/><Relationship Id="rId51" Type="http://schemas.openxmlformats.org/officeDocument/2006/relationships/image" Target="../media/image1047.png"/><Relationship Id="rId72" Type="http://schemas.openxmlformats.org/officeDocument/2006/relationships/customXml" Target="../ink/ink1123.xml"/><Relationship Id="rId93" Type="http://schemas.openxmlformats.org/officeDocument/2006/relationships/image" Target="../media/image1068.png"/><Relationship Id="rId98" Type="http://schemas.openxmlformats.org/officeDocument/2006/relationships/customXml" Target="../ink/ink1136.xml"/><Relationship Id="rId121" Type="http://schemas.openxmlformats.org/officeDocument/2006/relationships/image" Target="../media/image1082.png"/><Relationship Id="rId142" Type="http://schemas.openxmlformats.org/officeDocument/2006/relationships/customXml" Target="../ink/ink1158.xml"/><Relationship Id="rId3" Type="http://schemas.openxmlformats.org/officeDocument/2006/relationships/image" Target="../media/image1025.png"/><Relationship Id="rId25" Type="http://schemas.openxmlformats.org/officeDocument/2006/relationships/image" Target="../media/image1036.png"/><Relationship Id="rId46" Type="http://schemas.openxmlformats.org/officeDocument/2006/relationships/customXml" Target="../ink/ink1110.xml"/><Relationship Id="rId67" Type="http://schemas.openxmlformats.org/officeDocument/2006/relationships/image" Target="../media/image1055.png"/><Relationship Id="rId116" Type="http://schemas.openxmlformats.org/officeDocument/2006/relationships/customXml" Target="../ink/ink1145.xml"/><Relationship Id="rId137" Type="http://schemas.openxmlformats.org/officeDocument/2006/relationships/image" Target="../media/image1090.png"/><Relationship Id="rId158" Type="http://schemas.openxmlformats.org/officeDocument/2006/relationships/image" Target="../media/image1100.png"/><Relationship Id="rId20" Type="http://schemas.openxmlformats.org/officeDocument/2006/relationships/customXml" Target="../ink/ink1097.xml"/><Relationship Id="rId41" Type="http://schemas.openxmlformats.org/officeDocument/2006/relationships/image" Target="../media/image24.png"/><Relationship Id="rId62" Type="http://schemas.openxmlformats.org/officeDocument/2006/relationships/customXml" Target="../ink/ink1118.xml"/><Relationship Id="rId83" Type="http://schemas.openxmlformats.org/officeDocument/2006/relationships/image" Target="../media/image1063.png"/><Relationship Id="rId88" Type="http://schemas.openxmlformats.org/officeDocument/2006/relationships/customXml" Target="../ink/ink1131.xml"/><Relationship Id="rId111" Type="http://schemas.openxmlformats.org/officeDocument/2006/relationships/image" Target="../media/image1077.png"/><Relationship Id="rId132" Type="http://schemas.openxmlformats.org/officeDocument/2006/relationships/customXml" Target="../ink/ink1153.xml"/><Relationship Id="rId153" Type="http://schemas.openxmlformats.org/officeDocument/2006/relationships/customXml" Target="../ink/ink1164.xml"/><Relationship Id="rId15" Type="http://schemas.openxmlformats.org/officeDocument/2006/relationships/image" Target="../media/image1031.png"/><Relationship Id="rId36" Type="http://schemas.openxmlformats.org/officeDocument/2006/relationships/customXml" Target="../ink/ink1105.xml"/><Relationship Id="rId57" Type="http://schemas.openxmlformats.org/officeDocument/2006/relationships/image" Target="../media/image1050.png"/><Relationship Id="rId106" Type="http://schemas.openxmlformats.org/officeDocument/2006/relationships/customXml" Target="../ink/ink1140.xml"/><Relationship Id="rId127" Type="http://schemas.openxmlformats.org/officeDocument/2006/relationships/image" Target="../media/image1085.png"/><Relationship Id="rId10" Type="http://schemas.openxmlformats.org/officeDocument/2006/relationships/customXml" Target="../ink/ink1092.xml"/><Relationship Id="rId31" Type="http://schemas.openxmlformats.org/officeDocument/2006/relationships/image" Target="../media/image1039.png"/><Relationship Id="rId52" Type="http://schemas.openxmlformats.org/officeDocument/2006/relationships/customXml" Target="../ink/ink1113.xml"/><Relationship Id="rId73" Type="http://schemas.openxmlformats.org/officeDocument/2006/relationships/image" Target="../media/image1058.png"/><Relationship Id="rId78" Type="http://schemas.openxmlformats.org/officeDocument/2006/relationships/customXml" Target="../ink/ink1126.xml"/><Relationship Id="rId94" Type="http://schemas.openxmlformats.org/officeDocument/2006/relationships/customXml" Target="../ink/ink1134.xml"/><Relationship Id="rId99" Type="http://schemas.openxmlformats.org/officeDocument/2006/relationships/image" Target="../media/image1071.png"/><Relationship Id="rId101" Type="http://schemas.openxmlformats.org/officeDocument/2006/relationships/image" Target="../media/image1072.png"/><Relationship Id="rId122" Type="http://schemas.openxmlformats.org/officeDocument/2006/relationships/customXml" Target="../ink/ink1148.xml"/><Relationship Id="rId143" Type="http://schemas.openxmlformats.org/officeDocument/2006/relationships/image" Target="../media/image1093.png"/><Relationship Id="rId148" Type="http://schemas.openxmlformats.org/officeDocument/2006/relationships/image" Target="../media/image1095.png"/><Relationship Id="rId4" Type="http://schemas.openxmlformats.org/officeDocument/2006/relationships/customXml" Target="../ink/ink1089.xml"/><Relationship Id="rId9" Type="http://schemas.openxmlformats.org/officeDocument/2006/relationships/image" Target="../media/image1028.png"/><Relationship Id="rId26" Type="http://schemas.openxmlformats.org/officeDocument/2006/relationships/customXml" Target="../ink/ink1100.xml"/><Relationship Id="rId47" Type="http://schemas.openxmlformats.org/officeDocument/2006/relationships/image" Target="../media/image446.png"/><Relationship Id="rId68" Type="http://schemas.openxmlformats.org/officeDocument/2006/relationships/customXml" Target="../ink/ink1121.xml"/><Relationship Id="rId89" Type="http://schemas.openxmlformats.org/officeDocument/2006/relationships/image" Target="../media/image1066.png"/><Relationship Id="rId112" Type="http://schemas.openxmlformats.org/officeDocument/2006/relationships/customXml" Target="../ink/ink1143.xml"/><Relationship Id="rId133" Type="http://schemas.openxmlformats.org/officeDocument/2006/relationships/image" Target="../media/image1088.png"/><Relationship Id="rId154" Type="http://schemas.openxmlformats.org/officeDocument/2006/relationships/image" Target="../media/image1098.png"/><Relationship Id="rId16" Type="http://schemas.openxmlformats.org/officeDocument/2006/relationships/customXml" Target="../ink/ink1095.xml"/><Relationship Id="rId37" Type="http://schemas.openxmlformats.org/officeDocument/2006/relationships/image" Target="../media/image1042.png"/><Relationship Id="rId58" Type="http://schemas.openxmlformats.org/officeDocument/2006/relationships/customXml" Target="../ink/ink1116.xml"/><Relationship Id="rId79" Type="http://schemas.openxmlformats.org/officeDocument/2006/relationships/image" Target="../media/image1061.png"/><Relationship Id="rId102" Type="http://schemas.openxmlformats.org/officeDocument/2006/relationships/customXml" Target="../ink/ink1138.xml"/><Relationship Id="rId123" Type="http://schemas.openxmlformats.org/officeDocument/2006/relationships/image" Target="../media/image1083.png"/><Relationship Id="rId144" Type="http://schemas.openxmlformats.org/officeDocument/2006/relationships/customXml" Target="../ink/ink1159.xml"/><Relationship Id="rId90" Type="http://schemas.openxmlformats.org/officeDocument/2006/relationships/customXml" Target="../ink/ink1132.xml"/><Relationship Id="rId27" Type="http://schemas.openxmlformats.org/officeDocument/2006/relationships/image" Target="../media/image1037.png"/><Relationship Id="rId48" Type="http://schemas.openxmlformats.org/officeDocument/2006/relationships/customXml" Target="../ink/ink1111.xml"/><Relationship Id="rId69" Type="http://schemas.openxmlformats.org/officeDocument/2006/relationships/image" Target="../media/image1056.png"/><Relationship Id="rId113" Type="http://schemas.openxmlformats.org/officeDocument/2006/relationships/image" Target="../media/image1078.png"/><Relationship Id="rId134" Type="http://schemas.openxmlformats.org/officeDocument/2006/relationships/customXml" Target="../ink/ink115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1.tmp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9F929-8802-4A4D-9175-78B0877D420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/>
              <a:t>Circuits électriques</a:t>
            </a:r>
            <a:endParaRPr lang="fr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98F70-9813-43E2-997B-B525B2D8D0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/>
              <a:t>Exercices de la leçon 4</a:t>
            </a:r>
          </a:p>
          <a:p>
            <a:r>
              <a:rPr lang="en-GB"/>
              <a:t>Bertrand Cornélusse</a:t>
            </a:r>
          </a:p>
          <a:p>
            <a:r>
              <a:rPr lang="en-GB"/>
              <a:t>23/02/2021</a:t>
            </a:r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889407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79EA3F12-6764-4100-8C39-05B6FDD4B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136" y="598616"/>
            <a:ext cx="6076227" cy="261592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55BB2AE-A1D1-42FE-A0C7-B353E5A2E617}"/>
                  </a:ext>
                </a:extLst>
              </p14:cNvPr>
              <p14:cNvContentPartPr/>
              <p14:nvPr/>
            </p14:nvContentPartPr>
            <p14:xfrm>
              <a:off x="1346263" y="3666945"/>
              <a:ext cx="41040" cy="316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55BB2AE-A1D1-42FE-A0C7-B353E5A2E61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28263" y="3648945"/>
                <a:ext cx="7668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DF9F687-D9E5-4ED6-8BF9-7038E970DD9B}"/>
                  </a:ext>
                </a:extLst>
              </p14:cNvPr>
              <p14:cNvContentPartPr/>
              <p14:nvPr/>
            </p14:nvContentPartPr>
            <p14:xfrm>
              <a:off x="1196503" y="3882225"/>
              <a:ext cx="207720" cy="6804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DF9F687-D9E5-4ED6-8BF9-7038E970DD9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78863" y="3864585"/>
                <a:ext cx="243360" cy="71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" name="Group 17">
            <a:extLst>
              <a:ext uri="{FF2B5EF4-FFF2-40B4-BE49-F238E27FC236}">
                <a16:creationId xmlns:a16="http://schemas.microsoft.com/office/drawing/2014/main" id="{45778936-2F24-4253-9292-AF3A1E1D80E0}"/>
              </a:ext>
            </a:extLst>
          </p:cNvPr>
          <p:cNvGrpSpPr/>
          <p:nvPr/>
        </p:nvGrpSpPr>
        <p:grpSpPr>
          <a:xfrm>
            <a:off x="1734343" y="3919665"/>
            <a:ext cx="186120" cy="174600"/>
            <a:chOff x="1734343" y="3919665"/>
            <a:chExt cx="186120" cy="174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BA8F80C-02F3-481D-8023-8BF92C3F4A54}"/>
                    </a:ext>
                  </a:extLst>
                </p14:cNvPr>
                <p14:cNvContentPartPr/>
                <p14:nvPr/>
              </p14:nvContentPartPr>
              <p14:xfrm>
                <a:off x="1734343" y="3919665"/>
                <a:ext cx="186120" cy="37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BA8F80C-02F3-481D-8023-8BF92C3F4A5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16703" y="3902025"/>
                  <a:ext cx="221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6415098D-E7C8-4109-BCE4-42BFD5F27AE7}"/>
                    </a:ext>
                  </a:extLst>
                </p14:cNvPr>
                <p14:cNvContentPartPr/>
                <p14:nvPr/>
              </p14:nvContentPartPr>
              <p14:xfrm>
                <a:off x="1745143" y="4062585"/>
                <a:ext cx="147600" cy="316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6415098D-E7C8-4109-BCE4-42BFD5F27A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727143" y="4044945"/>
                  <a:ext cx="183240" cy="67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CDD7E2E-098F-42AF-8DB0-85AEEF0C507B}"/>
              </a:ext>
            </a:extLst>
          </p:cNvPr>
          <p:cNvGrpSpPr/>
          <p:nvPr/>
        </p:nvGrpSpPr>
        <p:grpSpPr>
          <a:xfrm>
            <a:off x="2322943" y="3268425"/>
            <a:ext cx="1105920" cy="785880"/>
            <a:chOff x="2322943" y="3268425"/>
            <a:chExt cx="1105920" cy="785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3A2AB16-58FD-4510-B856-F1495C2900C9}"/>
                    </a:ext>
                  </a:extLst>
                </p14:cNvPr>
                <p14:cNvContentPartPr/>
                <p14:nvPr/>
              </p14:nvContentPartPr>
              <p14:xfrm>
                <a:off x="2322943" y="3740025"/>
                <a:ext cx="326880" cy="3142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3A2AB16-58FD-4510-B856-F1495C2900C9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305303" y="3722385"/>
                  <a:ext cx="36252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DF44EBC-7CEA-477D-9219-DB42CDB31536}"/>
                    </a:ext>
                  </a:extLst>
                </p14:cNvPr>
                <p14:cNvContentPartPr/>
                <p14:nvPr/>
              </p14:nvContentPartPr>
              <p14:xfrm>
                <a:off x="2589703" y="3368145"/>
                <a:ext cx="196200" cy="369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DF44EBC-7CEA-477D-9219-DB42CDB3153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72063" y="3350505"/>
                  <a:ext cx="231840" cy="40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0E3773-C1A8-4A16-8DBD-9D5FC54CEC05}"/>
                    </a:ext>
                  </a:extLst>
                </p14:cNvPr>
                <p14:cNvContentPartPr/>
                <p14:nvPr/>
              </p14:nvContentPartPr>
              <p14:xfrm>
                <a:off x="2655943" y="3268425"/>
                <a:ext cx="28080" cy="331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0E3773-C1A8-4A16-8DBD-9D5FC54CEC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37943" y="3250425"/>
                  <a:ext cx="6372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3AED679-B261-4803-9AAB-E3C77155A4D3}"/>
                    </a:ext>
                  </a:extLst>
                </p14:cNvPr>
                <p14:cNvContentPartPr/>
                <p14:nvPr/>
              </p14:nvContentPartPr>
              <p14:xfrm>
                <a:off x="2924863" y="3344025"/>
                <a:ext cx="2520" cy="222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3AED679-B261-4803-9AAB-E3C77155A4D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906863" y="3326025"/>
                  <a:ext cx="3816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D00DDDF-D1BD-4497-93FE-F57137AFF32B}"/>
                    </a:ext>
                  </a:extLst>
                </p14:cNvPr>
                <p14:cNvContentPartPr/>
                <p14:nvPr/>
              </p14:nvContentPartPr>
              <p14:xfrm>
                <a:off x="2807503" y="3300825"/>
                <a:ext cx="308160" cy="2235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D00DDDF-D1BD-4497-93FE-F57137AFF3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89503" y="3282825"/>
                  <a:ext cx="34380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7409D50-AFA1-492B-BB90-929CC103328A}"/>
                    </a:ext>
                  </a:extLst>
                </p14:cNvPr>
                <p14:cNvContentPartPr/>
                <p14:nvPr/>
              </p14:nvContentPartPr>
              <p14:xfrm>
                <a:off x="3003703" y="3348345"/>
                <a:ext cx="356040" cy="4017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7409D50-AFA1-492B-BB90-929CC10332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85703" y="3330345"/>
                  <a:ext cx="39168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679BD1A-DF3C-45E9-B5C8-0FE01DFA406C}"/>
                    </a:ext>
                  </a:extLst>
                </p14:cNvPr>
                <p14:cNvContentPartPr/>
                <p14:nvPr/>
              </p14:nvContentPartPr>
              <p14:xfrm>
                <a:off x="3276583" y="3637065"/>
                <a:ext cx="152280" cy="187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679BD1A-DF3C-45E9-B5C8-0FE01DFA40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58583" y="3619065"/>
                  <a:ext cx="187920" cy="22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0D3B215-4EED-4850-B9DA-80744ED49660}"/>
              </a:ext>
            </a:extLst>
          </p:cNvPr>
          <p:cNvGrpSpPr/>
          <p:nvPr/>
        </p:nvGrpSpPr>
        <p:grpSpPr>
          <a:xfrm>
            <a:off x="3724783" y="3965385"/>
            <a:ext cx="213840" cy="149040"/>
            <a:chOff x="3724783" y="3965385"/>
            <a:chExt cx="213840" cy="149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8F032EB-3CE8-45AC-B792-069875BEE30F}"/>
                    </a:ext>
                  </a:extLst>
                </p14:cNvPr>
                <p14:cNvContentPartPr/>
                <p14:nvPr/>
              </p14:nvContentPartPr>
              <p14:xfrm>
                <a:off x="3724783" y="3965385"/>
                <a:ext cx="205200" cy="16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8F032EB-3CE8-45AC-B792-069875BEE30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706783" y="3947745"/>
                  <a:ext cx="240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0B54F5B-E37B-41E8-8156-4DC28B4B1139}"/>
                    </a:ext>
                  </a:extLst>
                </p14:cNvPr>
                <p14:cNvContentPartPr/>
                <p14:nvPr/>
              </p14:nvContentPartPr>
              <p14:xfrm>
                <a:off x="3729103" y="4089945"/>
                <a:ext cx="209520" cy="24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0B54F5B-E37B-41E8-8156-4DC28B4B1139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11103" y="4071945"/>
                  <a:ext cx="245160" cy="60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89FE38B6-9CCB-467E-904D-287577BA152A}"/>
                  </a:ext>
                </a:extLst>
              </p14:cNvPr>
              <p14:cNvContentPartPr/>
              <p14:nvPr/>
            </p14:nvContentPartPr>
            <p14:xfrm>
              <a:off x="6474463" y="3228825"/>
              <a:ext cx="297000" cy="24228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89FE38B6-9CCB-467E-904D-287577BA152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56823" y="3210825"/>
                <a:ext cx="332640" cy="27792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BA583941-817E-4BA0-B433-E1E08895534F}"/>
              </a:ext>
            </a:extLst>
          </p:cNvPr>
          <p:cNvGrpSpPr/>
          <p:nvPr/>
        </p:nvGrpSpPr>
        <p:grpSpPr>
          <a:xfrm>
            <a:off x="4371703" y="3641385"/>
            <a:ext cx="3517560" cy="792000"/>
            <a:chOff x="4371703" y="3641385"/>
            <a:chExt cx="3517560" cy="792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BEB146A-B6A9-4606-9B90-755558A534EB}"/>
                    </a:ext>
                  </a:extLst>
                </p14:cNvPr>
                <p14:cNvContentPartPr/>
                <p14:nvPr/>
              </p14:nvContentPartPr>
              <p14:xfrm>
                <a:off x="4377103" y="3772785"/>
                <a:ext cx="495720" cy="2977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BEB146A-B6A9-4606-9B90-755558A534E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359103" y="3754785"/>
                  <a:ext cx="53136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49248EF-83DA-47E2-8859-FDBB842856F4}"/>
                    </a:ext>
                  </a:extLst>
                </p14:cNvPr>
                <p14:cNvContentPartPr/>
                <p14:nvPr/>
              </p14:nvContentPartPr>
              <p14:xfrm>
                <a:off x="5166943" y="3672705"/>
                <a:ext cx="17280" cy="2275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49248EF-83DA-47E2-8859-FDBB842856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148943" y="3654705"/>
                  <a:ext cx="5292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2943EC7-89D7-4318-BBF8-50FF41EFE871}"/>
                    </a:ext>
                  </a:extLst>
                </p14:cNvPr>
                <p14:cNvContentPartPr/>
                <p14:nvPr/>
              </p14:nvContentPartPr>
              <p14:xfrm>
                <a:off x="4976863" y="3641385"/>
                <a:ext cx="350640" cy="2286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2943EC7-89D7-4318-BBF8-50FF41EFE87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959223" y="3623745"/>
                  <a:ext cx="38628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C34FAC41-9176-4181-99CA-DBDFF7632E96}"/>
                    </a:ext>
                  </a:extLst>
                </p14:cNvPr>
                <p14:cNvContentPartPr/>
                <p14:nvPr/>
              </p14:nvContentPartPr>
              <p14:xfrm>
                <a:off x="5060023" y="4011105"/>
                <a:ext cx="331200" cy="360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C34FAC41-9176-4181-99CA-DBDFF7632E9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042383" y="3993465"/>
                  <a:ext cx="3668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14E4F79-BA86-4AE0-B664-4C769BC530E3}"/>
                    </a:ext>
                  </a:extLst>
                </p14:cNvPr>
                <p14:cNvContentPartPr/>
                <p14:nvPr/>
              </p14:nvContentPartPr>
              <p14:xfrm>
                <a:off x="5188183" y="4149705"/>
                <a:ext cx="192240" cy="267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14E4F79-BA86-4AE0-B664-4C769BC530E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170183" y="4132065"/>
                  <a:ext cx="22788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A380AC5-8293-4951-A49C-2A15EA970A4E}"/>
                    </a:ext>
                  </a:extLst>
                </p14:cNvPr>
                <p14:cNvContentPartPr/>
                <p14:nvPr/>
              </p14:nvContentPartPr>
              <p14:xfrm>
                <a:off x="5644663" y="3926865"/>
                <a:ext cx="11160" cy="2361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A380AC5-8293-4951-A49C-2A15EA970A4E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627023" y="3909225"/>
                  <a:ext cx="468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5C85050-1B24-4D68-969C-CD67247020AF}"/>
                    </a:ext>
                  </a:extLst>
                </p14:cNvPr>
                <p14:cNvContentPartPr/>
                <p14:nvPr/>
              </p14:nvContentPartPr>
              <p14:xfrm>
                <a:off x="5608303" y="4016865"/>
                <a:ext cx="200880" cy="32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5C85050-1B24-4D68-969C-CD67247020A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90663" y="3999225"/>
                  <a:ext cx="23652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4E20AD73-D9FB-40A3-88E5-DBABC7DFBA26}"/>
                    </a:ext>
                  </a:extLst>
                </p14:cNvPr>
                <p14:cNvContentPartPr/>
                <p14:nvPr/>
              </p14:nvContentPartPr>
              <p14:xfrm>
                <a:off x="5881903" y="3962505"/>
                <a:ext cx="198360" cy="4503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4E20AD73-D9FB-40A3-88E5-DBABC7DFBA2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63903" y="3944865"/>
                  <a:ext cx="234000" cy="48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76FD010-23A0-40D2-962C-7893EE324456}"/>
                    </a:ext>
                  </a:extLst>
                </p14:cNvPr>
                <p14:cNvContentPartPr/>
                <p14:nvPr/>
              </p14:nvContentPartPr>
              <p14:xfrm>
                <a:off x="6026623" y="3806985"/>
                <a:ext cx="360" cy="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76FD010-23A0-40D2-962C-7893EE324456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008623" y="37889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3C42A5F-FD26-45CB-8C67-AB119AA5271B}"/>
                    </a:ext>
                  </a:extLst>
                </p14:cNvPr>
                <p14:cNvContentPartPr/>
                <p14:nvPr/>
              </p14:nvContentPartPr>
              <p14:xfrm>
                <a:off x="6290503" y="3798345"/>
                <a:ext cx="143640" cy="2433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3C42A5F-FD26-45CB-8C67-AB119AA527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272863" y="3780705"/>
                  <a:ext cx="179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EC6F7DE-6FB6-4654-A791-67C074BA5A67}"/>
                    </a:ext>
                  </a:extLst>
                </p14:cNvPr>
                <p14:cNvContentPartPr/>
                <p14:nvPr/>
              </p14:nvContentPartPr>
              <p14:xfrm>
                <a:off x="6495703" y="3931185"/>
                <a:ext cx="81360" cy="143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EC6F7DE-6FB6-4654-A791-67C074BA5A6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78063" y="3913545"/>
                  <a:ext cx="1170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C2864CB2-A7BD-404D-9BAA-18E0AAA29DC7}"/>
                    </a:ext>
                  </a:extLst>
                </p14:cNvPr>
                <p14:cNvContentPartPr/>
                <p14:nvPr/>
              </p14:nvContentPartPr>
              <p14:xfrm>
                <a:off x="6525583" y="3735345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C2864CB2-A7BD-404D-9BAA-18E0AAA29DC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507943" y="37177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D94208C-E439-4CF7-AD26-B9F23974DE5C}"/>
                    </a:ext>
                  </a:extLst>
                </p14:cNvPr>
                <p14:cNvContentPartPr/>
                <p14:nvPr/>
              </p14:nvContentPartPr>
              <p14:xfrm>
                <a:off x="6583183" y="3754065"/>
                <a:ext cx="362880" cy="318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D94208C-E439-4CF7-AD26-B9F23974DE5C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6565543" y="3736425"/>
                  <a:ext cx="39852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2CC808E-13B9-4A25-891A-B7652A183D22}"/>
                    </a:ext>
                  </a:extLst>
                </p14:cNvPr>
                <p14:cNvContentPartPr/>
                <p14:nvPr/>
              </p14:nvContentPartPr>
              <p14:xfrm>
                <a:off x="6803143" y="3695745"/>
                <a:ext cx="359280" cy="231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2CC808E-13B9-4A25-891A-B7652A183D22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6785143" y="3678105"/>
                  <a:ext cx="3949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6719989-F996-45A9-BA1E-8CD60E9943E0}"/>
                    </a:ext>
                  </a:extLst>
                </p14:cNvPr>
                <p14:cNvContentPartPr/>
                <p14:nvPr/>
              </p14:nvContentPartPr>
              <p14:xfrm>
                <a:off x="6875503" y="4056825"/>
                <a:ext cx="297000" cy="75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6719989-F996-45A9-BA1E-8CD60E9943E0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6857863" y="4039185"/>
                  <a:ext cx="332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DD55E84-7C35-482F-9F6E-FB907B93A7F8}"/>
                    </a:ext>
                  </a:extLst>
                </p14:cNvPr>
                <p14:cNvContentPartPr/>
                <p14:nvPr/>
              </p14:nvContentPartPr>
              <p14:xfrm>
                <a:off x="7004023" y="4174185"/>
                <a:ext cx="181080" cy="2592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DD55E84-7C35-482F-9F6E-FB907B93A7F8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6986383" y="4156185"/>
                  <a:ext cx="216720" cy="29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7F3B682D-157B-4011-831E-ABD4558C04FE}"/>
                    </a:ext>
                  </a:extLst>
                </p14:cNvPr>
                <p14:cNvContentPartPr/>
                <p14:nvPr/>
              </p14:nvContentPartPr>
              <p14:xfrm>
                <a:off x="4371703" y="3734985"/>
                <a:ext cx="964080" cy="650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7F3B682D-157B-4011-831E-ABD4558C04FE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354063" y="3717345"/>
                  <a:ext cx="999720" cy="68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E77CB40-D2B7-41AD-B01F-8A04784FA274}"/>
                    </a:ext>
                  </a:extLst>
                </p14:cNvPr>
                <p14:cNvContentPartPr/>
                <p14:nvPr/>
              </p14:nvContentPartPr>
              <p14:xfrm>
                <a:off x="7355743" y="3961425"/>
                <a:ext cx="211680" cy="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E77CB40-D2B7-41AD-B01F-8A04784FA274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337743" y="3943425"/>
                  <a:ext cx="247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16C1D74-B840-4E0A-B889-60E1CF00CDE8}"/>
                    </a:ext>
                  </a:extLst>
                </p14:cNvPr>
                <p14:cNvContentPartPr/>
                <p14:nvPr/>
              </p14:nvContentPartPr>
              <p14:xfrm>
                <a:off x="7381303" y="4047105"/>
                <a:ext cx="230760" cy="61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16C1D74-B840-4E0A-B889-60E1CF00CDE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7363303" y="4029105"/>
                  <a:ext cx="2664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A0CA5E1-DB15-447E-A955-792FFE3AFCE8}"/>
                    </a:ext>
                  </a:extLst>
                </p14:cNvPr>
                <p14:cNvContentPartPr/>
                <p14:nvPr/>
              </p14:nvContentPartPr>
              <p14:xfrm>
                <a:off x="7644103" y="3929745"/>
                <a:ext cx="245160" cy="4672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A0CA5E1-DB15-447E-A955-792FFE3AFCE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7626103" y="3912105"/>
                  <a:ext cx="280800" cy="50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6015220-92BB-4EC8-91CB-7CEA0E0675F8}"/>
                    </a:ext>
                  </a:extLst>
                </p14:cNvPr>
                <p14:cNvContentPartPr/>
                <p14:nvPr/>
              </p14:nvContentPartPr>
              <p14:xfrm>
                <a:off x="7850383" y="3708345"/>
                <a:ext cx="360" cy="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6015220-92BB-4EC8-91CB-7CEA0E0675F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832743" y="36907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CEAFB79D-08EE-4CE3-9EE3-30AEDD60F5FB}"/>
              </a:ext>
            </a:extLst>
          </p:cNvPr>
          <p:cNvGrpSpPr/>
          <p:nvPr/>
        </p:nvGrpSpPr>
        <p:grpSpPr>
          <a:xfrm>
            <a:off x="1052863" y="4505385"/>
            <a:ext cx="3079440" cy="1184400"/>
            <a:chOff x="1052863" y="4505385"/>
            <a:chExt cx="3079440" cy="1184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579E600-7B89-4638-BEB5-2FBBBF52FD1A}"/>
                    </a:ext>
                  </a:extLst>
                </p14:cNvPr>
                <p14:cNvContentPartPr/>
                <p14:nvPr/>
              </p14:nvContentPartPr>
              <p14:xfrm>
                <a:off x="1052863" y="5006505"/>
                <a:ext cx="178560" cy="683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579E600-7B89-4638-BEB5-2FBBBF52FD1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35223" y="4988505"/>
                  <a:ext cx="214200" cy="71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2D29583-7964-4909-BD93-ED477BCF8FBC}"/>
                    </a:ext>
                  </a:extLst>
                </p14:cNvPr>
                <p14:cNvContentPartPr/>
                <p14:nvPr/>
              </p14:nvContentPartPr>
              <p14:xfrm>
                <a:off x="1186063" y="4814265"/>
                <a:ext cx="2520" cy="133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2D29583-7964-4909-BD93-ED477BCF8F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68423" y="4796265"/>
                  <a:ext cx="381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713501A-D4AF-4133-8EE2-B88DC6E16EB2}"/>
                    </a:ext>
                  </a:extLst>
                </p14:cNvPr>
                <p14:cNvContentPartPr/>
                <p14:nvPr/>
              </p14:nvContentPartPr>
              <p14:xfrm>
                <a:off x="1340863" y="4687545"/>
                <a:ext cx="135720" cy="279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713501A-D4AF-4133-8EE2-B88DC6E16EB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322863" y="4669545"/>
                  <a:ext cx="1713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5FB45C-8267-4F3C-9171-92331DB1E515}"/>
                    </a:ext>
                  </a:extLst>
                </p14:cNvPr>
                <p14:cNvContentPartPr/>
                <p14:nvPr/>
              </p14:nvContentPartPr>
              <p14:xfrm>
                <a:off x="1665943" y="5129985"/>
                <a:ext cx="205200" cy="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5FB45C-8267-4F3C-9171-92331DB1E51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648303" y="5111985"/>
                  <a:ext cx="2408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171FAEE-D206-4FCA-B116-42D9B1480B22}"/>
                    </a:ext>
                  </a:extLst>
                </p14:cNvPr>
                <p14:cNvContentPartPr/>
                <p14:nvPr/>
              </p14:nvContentPartPr>
              <p14:xfrm>
                <a:off x="1689703" y="5251305"/>
                <a:ext cx="217800" cy="133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171FAEE-D206-4FCA-B116-42D9B1480B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671703" y="5233665"/>
                  <a:ext cx="25344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A30BFFA-47AA-4B07-9DD9-B9CFED605CB4}"/>
                    </a:ext>
                  </a:extLst>
                </p14:cNvPr>
                <p14:cNvContentPartPr/>
                <p14:nvPr/>
              </p14:nvContentPartPr>
              <p14:xfrm>
                <a:off x="2135383" y="4913625"/>
                <a:ext cx="187920" cy="261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A30BFFA-47AA-4B07-9DD9-B9CFED605CB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117743" y="4895985"/>
                  <a:ext cx="22356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79F92CA-5C46-463D-A569-CB325674D733}"/>
                    </a:ext>
                  </a:extLst>
                </p14:cNvPr>
                <p14:cNvContentPartPr/>
                <p14:nvPr/>
              </p14:nvContentPartPr>
              <p14:xfrm>
                <a:off x="2331583" y="4618425"/>
                <a:ext cx="145440" cy="3114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79F92CA-5C46-463D-A569-CB325674D73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13583" y="4600785"/>
                  <a:ext cx="181080" cy="34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B773CF-73C9-481F-836E-B604905FDA1C}"/>
                    </a:ext>
                  </a:extLst>
                </p14:cNvPr>
                <p14:cNvContentPartPr/>
                <p14:nvPr/>
              </p14:nvContentPartPr>
              <p14:xfrm>
                <a:off x="2412583" y="4529865"/>
                <a:ext cx="360" cy="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B773CF-73C9-481F-836E-B604905FDA1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394943" y="45122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D5D8E28-19F6-4FA1-8EF2-A60B8CB3A16D}"/>
                    </a:ext>
                  </a:extLst>
                </p14:cNvPr>
                <p14:cNvContentPartPr/>
                <p14:nvPr/>
              </p14:nvContentPartPr>
              <p14:xfrm>
                <a:off x="2412583" y="4529865"/>
                <a:ext cx="192240" cy="1774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D5D8E28-19F6-4FA1-8EF2-A60B8CB3A16D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94943" y="4512225"/>
                  <a:ext cx="22788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A0C3919-CC78-4719-BF45-053479E897CC}"/>
                    </a:ext>
                  </a:extLst>
                </p14:cNvPr>
                <p14:cNvContentPartPr/>
                <p14:nvPr/>
              </p14:nvContentPartPr>
              <p14:xfrm>
                <a:off x="2489623" y="4505385"/>
                <a:ext cx="289080" cy="1915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A0C3919-CC78-4719-BF45-053479E897C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471623" y="4487385"/>
                  <a:ext cx="32472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2136E88-8DDC-416F-91F8-78FE90FBD369}"/>
                    </a:ext>
                  </a:extLst>
                </p14:cNvPr>
                <p14:cNvContentPartPr/>
                <p14:nvPr/>
              </p14:nvContentPartPr>
              <p14:xfrm>
                <a:off x="2640823" y="4578465"/>
                <a:ext cx="292680" cy="276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2136E88-8DDC-416F-91F8-78FE90FBD36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2623183" y="4560825"/>
                  <a:ext cx="328320" cy="31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5AA7CED9-F216-47D5-95C4-B29F41898C83}"/>
                    </a:ext>
                  </a:extLst>
                </p14:cNvPr>
                <p14:cNvContentPartPr/>
                <p14:nvPr/>
              </p14:nvContentPartPr>
              <p14:xfrm>
                <a:off x="2813623" y="4835505"/>
                <a:ext cx="111240" cy="1544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5AA7CED9-F216-47D5-95C4-B29F41898C8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2795983" y="4817505"/>
                  <a:ext cx="14688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78A131D-81FA-47D6-8F01-F9F6D824B4EA}"/>
                    </a:ext>
                  </a:extLst>
                </p14:cNvPr>
                <p14:cNvContentPartPr/>
                <p14:nvPr/>
              </p14:nvContentPartPr>
              <p14:xfrm>
                <a:off x="3029263" y="5221425"/>
                <a:ext cx="11160" cy="1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78A131D-81FA-47D6-8F01-F9F6D824B4EA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3011263" y="5203425"/>
                  <a:ext cx="46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D603A87-24CC-4E99-A7CE-5D0C4874579A}"/>
                    </a:ext>
                  </a:extLst>
                </p14:cNvPr>
                <p14:cNvContentPartPr/>
                <p14:nvPr/>
              </p14:nvContentPartPr>
              <p14:xfrm>
                <a:off x="3255343" y="4964025"/>
                <a:ext cx="154080" cy="2570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D603A87-24CC-4E99-A7CE-5D0C4874579A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3237703" y="4946025"/>
                  <a:ext cx="189720" cy="29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6DE0F14-F54F-47EB-8813-304DB12670A5}"/>
                    </a:ext>
                  </a:extLst>
                </p14:cNvPr>
                <p14:cNvContentPartPr/>
                <p14:nvPr/>
              </p14:nvContentPartPr>
              <p14:xfrm>
                <a:off x="3474943" y="4758465"/>
                <a:ext cx="98640" cy="269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6DE0F14-F54F-47EB-8813-304DB12670A5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3457303" y="4740825"/>
                  <a:ext cx="13428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A4D7967-31B4-48E6-921C-70D601430434}"/>
                    </a:ext>
                  </a:extLst>
                </p14:cNvPr>
                <p14:cNvContentPartPr/>
                <p14:nvPr/>
              </p14:nvContentPartPr>
              <p14:xfrm>
                <a:off x="3564583" y="4631385"/>
                <a:ext cx="360" cy="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A4D7967-31B4-48E6-921C-70D60143043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546943" y="46133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1296873-2329-4085-AD2A-2E7F03187FAD}"/>
                    </a:ext>
                  </a:extLst>
                </p14:cNvPr>
                <p14:cNvContentPartPr/>
                <p14:nvPr/>
              </p14:nvContentPartPr>
              <p14:xfrm>
                <a:off x="3737383" y="4647225"/>
                <a:ext cx="360" cy="1562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1296873-2329-4085-AD2A-2E7F03187FA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719743" y="4629225"/>
                  <a:ext cx="3600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A9018F67-4C5B-459B-8CA5-2F0147E47E02}"/>
                    </a:ext>
                  </a:extLst>
                </p14:cNvPr>
                <p14:cNvContentPartPr/>
                <p14:nvPr/>
              </p14:nvContentPartPr>
              <p14:xfrm>
                <a:off x="3653863" y="4578465"/>
                <a:ext cx="257400" cy="176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A9018F67-4C5B-459B-8CA5-2F0147E47E02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636223" y="4560465"/>
                  <a:ext cx="29304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FEE10CB-29F2-4433-9C1E-57D25EF4D0E1}"/>
                    </a:ext>
                  </a:extLst>
                </p14:cNvPr>
                <p14:cNvContentPartPr/>
                <p14:nvPr/>
              </p14:nvContentPartPr>
              <p14:xfrm>
                <a:off x="3769423" y="4637145"/>
                <a:ext cx="303120" cy="3261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FEE10CB-29F2-4433-9C1E-57D25EF4D0E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51783" y="4619145"/>
                  <a:ext cx="33876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391E3F3-36AA-4ADC-BA83-2CCD3873217C}"/>
                    </a:ext>
                  </a:extLst>
                </p14:cNvPr>
                <p14:cNvContentPartPr/>
                <p14:nvPr/>
              </p14:nvContentPartPr>
              <p14:xfrm>
                <a:off x="3978583" y="4874385"/>
                <a:ext cx="153720" cy="150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391E3F3-36AA-4ADC-BA83-2CCD3873217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60943" y="4856385"/>
                  <a:ext cx="189360" cy="18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3F0BA98-4FFE-44D3-90FB-4E71DC1BDB51}"/>
              </a:ext>
            </a:extLst>
          </p:cNvPr>
          <p:cNvGrpSpPr/>
          <p:nvPr/>
        </p:nvGrpSpPr>
        <p:grpSpPr>
          <a:xfrm>
            <a:off x="4428583" y="5131425"/>
            <a:ext cx="200880" cy="111600"/>
            <a:chOff x="4428583" y="5131425"/>
            <a:chExt cx="200880" cy="11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55B9AA9-8C77-40BD-86FA-8EED692B9C12}"/>
                    </a:ext>
                  </a:extLst>
                </p14:cNvPr>
                <p14:cNvContentPartPr/>
                <p14:nvPr/>
              </p14:nvContentPartPr>
              <p14:xfrm>
                <a:off x="4435063" y="5131425"/>
                <a:ext cx="194400" cy="288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55B9AA9-8C77-40BD-86FA-8EED692B9C1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17423" y="5113425"/>
                  <a:ext cx="2300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14814B9-3E3C-40AD-BCF7-2708D4D43C51}"/>
                    </a:ext>
                  </a:extLst>
                </p14:cNvPr>
                <p14:cNvContentPartPr/>
                <p14:nvPr/>
              </p14:nvContentPartPr>
              <p14:xfrm>
                <a:off x="4428583" y="5242665"/>
                <a:ext cx="179640" cy="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14814B9-3E3C-40AD-BCF7-2708D4D43C51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410943" y="5225025"/>
                  <a:ext cx="21528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CD758F2-D077-4F2D-99BB-4E3A7F9A6F1B}"/>
              </a:ext>
            </a:extLst>
          </p:cNvPr>
          <p:cNvGrpSpPr/>
          <p:nvPr/>
        </p:nvGrpSpPr>
        <p:grpSpPr>
          <a:xfrm>
            <a:off x="4952383" y="4606905"/>
            <a:ext cx="590400" cy="585000"/>
            <a:chOff x="4952383" y="4606905"/>
            <a:chExt cx="590400" cy="585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7FE9813-3367-419B-B840-5EAC81425E58}"/>
                    </a:ext>
                  </a:extLst>
                </p14:cNvPr>
                <p14:cNvContentPartPr/>
                <p14:nvPr/>
              </p14:nvContentPartPr>
              <p14:xfrm>
                <a:off x="4952383" y="4996785"/>
                <a:ext cx="198000" cy="195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7FE9813-3367-419B-B840-5EAC81425E5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934383" y="4978785"/>
                  <a:ext cx="2336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B5957C0-5ED2-4ED1-87C8-1768EBCA259B}"/>
                    </a:ext>
                  </a:extLst>
                </p14:cNvPr>
                <p14:cNvContentPartPr/>
                <p14:nvPr/>
              </p14:nvContentPartPr>
              <p14:xfrm>
                <a:off x="5196463" y="4751265"/>
                <a:ext cx="109080" cy="2595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B5957C0-5ED2-4ED1-87C8-1768EBCA259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178823" y="4733625"/>
                  <a:ext cx="14472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64F759C0-DCDB-46C9-B8F1-F4D4AB6377D7}"/>
                    </a:ext>
                  </a:extLst>
                </p14:cNvPr>
                <p14:cNvContentPartPr/>
                <p14:nvPr/>
              </p14:nvContentPartPr>
              <p14:xfrm>
                <a:off x="5218063" y="4616985"/>
                <a:ext cx="360" cy="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64F759C0-DCDB-46C9-B8F1-F4D4AB6377D7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00063" y="45993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0F54DE4-04C8-4EB5-A992-69197366FB7A}"/>
                    </a:ext>
                  </a:extLst>
                </p14:cNvPr>
                <p14:cNvContentPartPr/>
                <p14:nvPr/>
              </p14:nvContentPartPr>
              <p14:xfrm>
                <a:off x="5314183" y="4629945"/>
                <a:ext cx="228600" cy="374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0F54DE4-04C8-4EB5-A992-69197366FB7A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5296183" y="4611945"/>
                  <a:ext cx="2642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D46FC9F8-0A98-41CA-9A80-03442519A02D}"/>
                    </a:ext>
                  </a:extLst>
                </p14:cNvPr>
                <p14:cNvContentPartPr/>
                <p14:nvPr/>
              </p14:nvContentPartPr>
              <p14:xfrm>
                <a:off x="5395183" y="4616985"/>
                <a:ext cx="360" cy="168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D46FC9F8-0A98-41CA-9A80-03442519A02D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5377183" y="4599345"/>
                  <a:ext cx="3600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79D6154C-2AFD-47AA-AC0D-82851E04E93A}"/>
                    </a:ext>
                  </a:extLst>
                </p14:cNvPr>
                <p14:cNvContentPartPr/>
                <p14:nvPr/>
              </p14:nvContentPartPr>
              <p14:xfrm>
                <a:off x="5506063" y="4606905"/>
                <a:ext cx="23760" cy="2289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79D6154C-2AFD-47AA-AC0D-82851E04E93A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5488063" y="4589265"/>
                  <a:ext cx="59400" cy="26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CF2F93EE-06AB-432A-8680-FD6D1A10302D}"/>
              </a:ext>
            </a:extLst>
          </p:cNvPr>
          <p:cNvGrpSpPr/>
          <p:nvPr/>
        </p:nvGrpSpPr>
        <p:grpSpPr>
          <a:xfrm>
            <a:off x="1232863" y="5627145"/>
            <a:ext cx="789840" cy="639720"/>
            <a:chOff x="1232863" y="5627145"/>
            <a:chExt cx="789840" cy="639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8706E8A-B80F-43C4-BF0A-69DD92E2A538}"/>
                    </a:ext>
                  </a:extLst>
                </p14:cNvPr>
                <p14:cNvContentPartPr/>
                <p14:nvPr/>
              </p14:nvContentPartPr>
              <p14:xfrm>
                <a:off x="1232863" y="5857185"/>
                <a:ext cx="160200" cy="4096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8706E8A-B80F-43C4-BF0A-69DD92E2A538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1215223" y="5839545"/>
                  <a:ext cx="195840" cy="44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0EFC697-8624-4B3B-AF89-114E6BDC19F4}"/>
                    </a:ext>
                  </a:extLst>
                </p14:cNvPr>
                <p14:cNvContentPartPr/>
                <p14:nvPr/>
              </p14:nvContentPartPr>
              <p14:xfrm>
                <a:off x="1358863" y="5740185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0EFC697-8624-4B3B-AF89-114E6BDC19F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341223" y="57221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828DCC17-931D-4AA6-B4F0-1EFF6C2ACE3F}"/>
                    </a:ext>
                  </a:extLst>
                </p14:cNvPr>
                <p14:cNvContentPartPr/>
                <p14:nvPr/>
              </p14:nvContentPartPr>
              <p14:xfrm>
                <a:off x="1501783" y="5627145"/>
                <a:ext cx="195120" cy="217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828DCC17-931D-4AA6-B4F0-1EFF6C2ACE3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484143" y="5609145"/>
                  <a:ext cx="23076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BD4B305-FD23-4899-850C-C9B0CA46AB11}"/>
                    </a:ext>
                  </a:extLst>
                </p14:cNvPr>
                <p14:cNvContentPartPr/>
                <p14:nvPr/>
              </p14:nvContentPartPr>
              <p14:xfrm>
                <a:off x="1826143" y="5918745"/>
                <a:ext cx="187920" cy="14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BD4B305-FD23-4899-850C-C9B0CA46AB1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808143" y="5900745"/>
                  <a:ext cx="2235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21BAD5C-F1F8-4C55-8BC0-7FEA31CCDA76}"/>
                    </a:ext>
                  </a:extLst>
                </p14:cNvPr>
                <p14:cNvContentPartPr/>
                <p14:nvPr/>
              </p14:nvContentPartPr>
              <p14:xfrm>
                <a:off x="1828303" y="6025665"/>
                <a:ext cx="194400" cy="46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21BAD5C-F1F8-4C55-8BC0-7FEA31CCDA76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810303" y="6008025"/>
                  <a:ext cx="230040" cy="4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FF6D2BF4-BD64-497A-A97B-81E3AE8A429C}"/>
              </a:ext>
            </a:extLst>
          </p:cNvPr>
          <p:cNvGrpSpPr/>
          <p:nvPr/>
        </p:nvGrpSpPr>
        <p:grpSpPr>
          <a:xfrm>
            <a:off x="2393503" y="5439585"/>
            <a:ext cx="966240" cy="693720"/>
            <a:chOff x="2393503" y="5439585"/>
            <a:chExt cx="966240" cy="69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03DDEDC-A13B-454A-BD65-28F796A1B1A8}"/>
                    </a:ext>
                  </a:extLst>
                </p14:cNvPr>
                <p14:cNvContentPartPr/>
                <p14:nvPr/>
              </p14:nvContentPartPr>
              <p14:xfrm>
                <a:off x="2393503" y="5821545"/>
                <a:ext cx="230760" cy="311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03DDEDC-A13B-454A-BD65-28F796A1B1A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2375863" y="5803545"/>
                  <a:ext cx="2664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FDAB12A6-E05F-43F8-9136-4BAEC19861A4}"/>
                    </a:ext>
                  </a:extLst>
                </p14:cNvPr>
                <p14:cNvContentPartPr/>
                <p14:nvPr/>
              </p14:nvContentPartPr>
              <p14:xfrm>
                <a:off x="2643343" y="5594385"/>
                <a:ext cx="132480" cy="312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FDAB12A6-E05F-43F8-9136-4BAEC19861A4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625703" y="5576385"/>
                  <a:ext cx="168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9268A4C-9C1A-4FC4-A4B3-F4D35801C4DD}"/>
                    </a:ext>
                  </a:extLst>
                </p14:cNvPr>
                <p14:cNvContentPartPr/>
                <p14:nvPr/>
              </p14:nvContentPartPr>
              <p14:xfrm>
                <a:off x="2717863" y="5497185"/>
                <a:ext cx="360" cy="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9268A4C-9C1A-4FC4-A4B3-F4D35801C4D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699863" y="54791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B9AB364-D2CB-4390-B878-C3402820F4D5}"/>
                    </a:ext>
                  </a:extLst>
                </p14:cNvPr>
                <p14:cNvContentPartPr/>
                <p14:nvPr/>
              </p14:nvContentPartPr>
              <p14:xfrm>
                <a:off x="2882023" y="5439585"/>
                <a:ext cx="130680" cy="210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B9AB364-D2CB-4390-B878-C3402820F4D5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2864383" y="5421585"/>
                  <a:ext cx="16632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F137B52-AFC3-4FF5-9792-4C988F54EF2D}"/>
                    </a:ext>
                  </a:extLst>
                </p14:cNvPr>
                <p14:cNvContentPartPr/>
                <p14:nvPr/>
              </p14:nvContentPartPr>
              <p14:xfrm>
                <a:off x="3133663" y="5460105"/>
                <a:ext cx="21600" cy="1432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F137B52-AFC3-4FF5-9792-4C988F54EF2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3116023" y="5442105"/>
                  <a:ext cx="5724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15BC794-9C89-4253-BBF0-E9624C98D157}"/>
                    </a:ext>
                  </a:extLst>
                </p14:cNvPr>
                <p14:cNvContentPartPr/>
                <p14:nvPr/>
              </p14:nvContentPartPr>
              <p14:xfrm>
                <a:off x="3056983" y="5452905"/>
                <a:ext cx="302760" cy="133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15BC794-9C89-4253-BBF0-E9624C98D157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3039343" y="5434905"/>
                  <a:ext cx="33840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96CC40D-8E16-4B9A-AABB-7EE3117F45F5}"/>
                    </a:ext>
                  </a:extLst>
                </p14:cNvPr>
                <p14:cNvContentPartPr/>
                <p14:nvPr/>
              </p14:nvContentPartPr>
              <p14:xfrm>
                <a:off x="2969503" y="5624265"/>
                <a:ext cx="301320" cy="75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96CC40D-8E16-4B9A-AABB-7EE3117F45F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2951863" y="5606625"/>
                  <a:ext cx="3369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060111FA-EA67-48EA-9F65-E3167A4D0D82}"/>
                    </a:ext>
                  </a:extLst>
                </p14:cNvPr>
                <p14:cNvContentPartPr/>
                <p14:nvPr/>
              </p14:nvContentPartPr>
              <p14:xfrm>
                <a:off x="3135823" y="5708505"/>
                <a:ext cx="186120" cy="169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060111FA-EA67-48EA-9F65-E3167A4D0D82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3118183" y="5690505"/>
                  <a:ext cx="221760" cy="205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8D8727F9-2FD2-4F1E-87D6-A0726E1AF883}"/>
                  </a:ext>
                </a:extLst>
              </p14:cNvPr>
              <p14:cNvContentPartPr/>
              <p14:nvPr/>
            </p14:nvContentPartPr>
            <p14:xfrm>
              <a:off x="3801463" y="6147345"/>
              <a:ext cx="119880" cy="357480"/>
            </p14:xfrm>
          </p:contentPart>
        </mc:Choice>
        <mc:Fallback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8D8727F9-2FD2-4F1E-87D6-A0726E1AF883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3783823" y="6129345"/>
                <a:ext cx="155520" cy="39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1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EAED5459-ECEE-4711-A2EE-213A8F8BB51F}"/>
                  </a:ext>
                </a:extLst>
              </p14:cNvPr>
              <p14:cNvContentPartPr/>
              <p14:nvPr/>
            </p14:nvContentPartPr>
            <p14:xfrm>
              <a:off x="4225183" y="5898585"/>
              <a:ext cx="220680" cy="4435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EAED5459-ECEE-4711-A2EE-213A8F8BB51F}"/>
                  </a:ext>
                </a:extLst>
              </p:cNvPr>
              <p:cNvPicPr/>
              <p:nvPr/>
            </p:nvPicPr>
            <p:blipFill>
              <a:blip r:embed="rId152"/>
              <a:stretch>
                <a:fillRect/>
              </a:stretch>
            </p:blipFill>
            <p:spPr>
              <a:xfrm>
                <a:off x="4207543" y="5880945"/>
                <a:ext cx="256320" cy="479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F8EEFF8F-A125-4FC9-A0D6-4D4B49F30BAF}"/>
              </a:ext>
            </a:extLst>
          </p:cNvPr>
          <p:cNvGrpSpPr/>
          <p:nvPr/>
        </p:nvGrpSpPr>
        <p:grpSpPr>
          <a:xfrm>
            <a:off x="4313383" y="5481345"/>
            <a:ext cx="314280" cy="261720"/>
            <a:chOff x="4313383" y="5481345"/>
            <a:chExt cx="314280" cy="261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9226F5B-75B1-4B17-94F6-FDA4CAB88290}"/>
                    </a:ext>
                  </a:extLst>
                </p14:cNvPr>
                <p14:cNvContentPartPr/>
                <p14:nvPr/>
              </p14:nvContentPartPr>
              <p14:xfrm>
                <a:off x="4313383" y="5705625"/>
                <a:ext cx="360" cy="3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9226F5B-75B1-4B17-94F6-FDA4CAB8829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95743" y="56879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1735A1F-BDC8-40CA-8692-F0C6E75AC396}"/>
                    </a:ext>
                  </a:extLst>
                </p14:cNvPr>
                <p14:cNvContentPartPr/>
                <p14:nvPr/>
              </p14:nvContentPartPr>
              <p14:xfrm>
                <a:off x="4452343" y="5481345"/>
                <a:ext cx="175320" cy="261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1735A1F-BDC8-40CA-8692-F0C6E75AC39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434343" y="5463705"/>
                  <a:ext cx="210960" cy="29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7A807742-69A4-4A8A-AE35-BB47128D56F2}"/>
              </a:ext>
            </a:extLst>
          </p:cNvPr>
          <p:cNvGrpSpPr/>
          <p:nvPr/>
        </p:nvGrpSpPr>
        <p:grpSpPr>
          <a:xfrm>
            <a:off x="4688863" y="5907225"/>
            <a:ext cx="213840" cy="106200"/>
            <a:chOff x="4688863" y="5907225"/>
            <a:chExt cx="213840" cy="10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2319A0A-16C5-4CA1-9726-0150BC41A49E}"/>
                    </a:ext>
                  </a:extLst>
                </p14:cNvPr>
                <p14:cNvContentPartPr/>
                <p14:nvPr/>
              </p14:nvContentPartPr>
              <p14:xfrm>
                <a:off x="4688863" y="5907225"/>
                <a:ext cx="183960" cy="90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2319A0A-16C5-4CA1-9726-0150BC41A49E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671223" y="5889225"/>
                  <a:ext cx="219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22F21C5-830B-4C9F-A833-B3D9DEB59247}"/>
                    </a:ext>
                  </a:extLst>
                </p14:cNvPr>
                <p14:cNvContentPartPr/>
                <p14:nvPr/>
              </p14:nvContentPartPr>
              <p14:xfrm>
                <a:off x="4710463" y="6000105"/>
                <a:ext cx="192240" cy="133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22F21C5-830B-4C9F-A833-B3D9DEB5924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4692463" y="5982105"/>
                  <a:ext cx="227880" cy="4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ED9C184B-BD46-49FD-B6E0-78139E8C1321}"/>
              </a:ext>
            </a:extLst>
          </p:cNvPr>
          <p:cNvGrpSpPr/>
          <p:nvPr/>
        </p:nvGrpSpPr>
        <p:grpSpPr>
          <a:xfrm>
            <a:off x="5162623" y="5370465"/>
            <a:ext cx="802440" cy="659520"/>
            <a:chOff x="5162623" y="5370465"/>
            <a:chExt cx="802440" cy="659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FF81DC1-E7CF-4E10-996B-8144E60984BA}"/>
                    </a:ext>
                  </a:extLst>
                </p14:cNvPr>
                <p14:cNvContentPartPr/>
                <p14:nvPr/>
              </p14:nvContentPartPr>
              <p14:xfrm>
                <a:off x="5162623" y="5714265"/>
                <a:ext cx="183960" cy="3157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FF81DC1-E7CF-4E10-996B-8144E60984B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144623" y="5696625"/>
                  <a:ext cx="2196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E5EBD9DD-4C09-435E-B7F1-D2E561E814F8}"/>
                    </a:ext>
                  </a:extLst>
                </p14:cNvPr>
                <p14:cNvContentPartPr/>
                <p14:nvPr/>
              </p14:nvContentPartPr>
              <p14:xfrm>
                <a:off x="5381863" y="5498625"/>
                <a:ext cx="118080" cy="306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E5EBD9DD-4C09-435E-B7F1-D2E561E814F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364223" y="5480625"/>
                  <a:ext cx="15372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FB91AFD-6CB8-4210-9C2E-243F23E5E315}"/>
                    </a:ext>
                  </a:extLst>
                </p14:cNvPr>
                <p14:cNvContentPartPr/>
                <p14:nvPr/>
              </p14:nvContentPartPr>
              <p14:xfrm>
                <a:off x="5416423" y="5397105"/>
                <a:ext cx="360" cy="36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FB91AFD-6CB8-4210-9C2E-243F23E5E31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398423" y="53794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FDA074D-159F-4B76-A697-11F927FB0608}"/>
                    </a:ext>
                  </a:extLst>
                </p14:cNvPr>
                <p14:cNvContentPartPr/>
                <p14:nvPr/>
              </p14:nvContentPartPr>
              <p14:xfrm>
                <a:off x="5569783" y="5370465"/>
                <a:ext cx="156600" cy="2584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FDA074D-159F-4B76-A697-11F927FB0608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5551783" y="5352825"/>
                  <a:ext cx="1922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E7A07E5A-3724-4117-92B2-AE4BA79CDFF4}"/>
                    </a:ext>
                  </a:extLst>
                </p14:cNvPr>
                <p14:cNvContentPartPr/>
                <p14:nvPr/>
              </p14:nvContentPartPr>
              <p14:xfrm>
                <a:off x="5794063" y="5442825"/>
                <a:ext cx="23760" cy="16056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E7A07E5A-3724-4117-92B2-AE4BA79CDFF4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5776063" y="5425185"/>
                  <a:ext cx="5940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1D4FF8B-443F-44DF-ACC1-69860FE31BAF}"/>
                    </a:ext>
                  </a:extLst>
                </p14:cNvPr>
                <p14:cNvContentPartPr/>
                <p14:nvPr/>
              </p14:nvContentPartPr>
              <p14:xfrm>
                <a:off x="5738623" y="5398545"/>
                <a:ext cx="226440" cy="22032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1D4FF8B-443F-44DF-ACC1-69860FE31BAF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5720623" y="5380545"/>
                  <a:ext cx="262080" cy="25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AF57F10-F345-4D8C-9500-22FECCB19592}"/>
              </a:ext>
            </a:extLst>
          </p:cNvPr>
          <p:cNvGrpSpPr/>
          <p:nvPr/>
        </p:nvGrpSpPr>
        <p:grpSpPr>
          <a:xfrm>
            <a:off x="6017983" y="5897145"/>
            <a:ext cx="186120" cy="76320"/>
            <a:chOff x="6017983" y="5897145"/>
            <a:chExt cx="186120" cy="76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29CE126-D059-40C7-889B-7BC39A82ED0A}"/>
                    </a:ext>
                  </a:extLst>
                </p14:cNvPr>
                <p14:cNvContentPartPr/>
                <p14:nvPr/>
              </p14:nvContentPartPr>
              <p14:xfrm>
                <a:off x="6020863" y="5897145"/>
                <a:ext cx="183240" cy="17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29CE126-D059-40C7-889B-7BC39A82ED0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6002863" y="5879505"/>
                  <a:ext cx="21888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4369D805-35E0-493B-A9D3-2F47B64E9046}"/>
                    </a:ext>
                  </a:extLst>
                </p14:cNvPr>
                <p14:cNvContentPartPr/>
                <p14:nvPr/>
              </p14:nvContentPartPr>
              <p14:xfrm>
                <a:off x="6017983" y="5971665"/>
                <a:ext cx="141120" cy="180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4369D805-35E0-493B-A9D3-2F47B64E9046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000343" y="5953665"/>
                  <a:ext cx="176760" cy="3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B256191-805F-4278-BE0B-48C1B21B1B1B}"/>
              </a:ext>
            </a:extLst>
          </p:cNvPr>
          <p:cNvGrpSpPr/>
          <p:nvPr/>
        </p:nvGrpSpPr>
        <p:grpSpPr>
          <a:xfrm>
            <a:off x="6487423" y="5382705"/>
            <a:ext cx="1172880" cy="699480"/>
            <a:chOff x="6487423" y="5382705"/>
            <a:chExt cx="1172880" cy="699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A4F27F5D-DDAF-4CC8-B5E9-E2E20DA62AB1}"/>
                    </a:ext>
                  </a:extLst>
                </p14:cNvPr>
                <p14:cNvContentPartPr/>
                <p14:nvPr/>
              </p14:nvContentPartPr>
              <p14:xfrm>
                <a:off x="6487423" y="5800665"/>
                <a:ext cx="158400" cy="2815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A4F27F5D-DDAF-4CC8-B5E9-E2E20DA62AB1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469423" y="5783025"/>
                  <a:ext cx="19404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3DC0CD95-5CD9-4320-8112-F78464CAD3E5}"/>
                    </a:ext>
                  </a:extLst>
                </p14:cNvPr>
                <p14:cNvContentPartPr/>
                <p14:nvPr/>
              </p14:nvContentPartPr>
              <p14:xfrm>
                <a:off x="6685783" y="5605905"/>
                <a:ext cx="106920" cy="27792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3DC0CD95-5CD9-4320-8112-F78464CAD3E5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667783" y="5587905"/>
                  <a:ext cx="1425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6697CA47-77BF-459B-91A6-944D45B9B88B}"/>
                    </a:ext>
                  </a:extLst>
                </p14:cNvPr>
                <p14:cNvContentPartPr/>
                <p14:nvPr/>
              </p14:nvContentPartPr>
              <p14:xfrm>
                <a:off x="6796663" y="5404305"/>
                <a:ext cx="360" cy="3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6697CA47-77BF-459B-91A6-944D45B9B88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78663" y="53863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4194D0A-4564-404F-8B40-C46D6377E680}"/>
                    </a:ext>
                  </a:extLst>
                </p14:cNvPr>
                <p14:cNvContentPartPr/>
                <p14:nvPr/>
              </p14:nvContentPartPr>
              <p14:xfrm>
                <a:off x="6796663" y="5382705"/>
                <a:ext cx="188280" cy="178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4194D0A-4564-404F-8B40-C46D6377E680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778663" y="5364705"/>
                  <a:ext cx="2239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6C67BA2A-247D-48A9-AD41-057A68B98239}"/>
                    </a:ext>
                  </a:extLst>
                </p14:cNvPr>
                <p14:cNvContentPartPr/>
                <p14:nvPr/>
              </p14:nvContentPartPr>
              <p14:xfrm>
                <a:off x="7018423" y="5884185"/>
                <a:ext cx="181800" cy="32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6C67BA2A-247D-48A9-AD41-057A68B9823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000783" y="5866545"/>
                  <a:ext cx="21744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A5F5E6DE-A9CD-48F9-9387-DDA29CB688D4}"/>
                    </a:ext>
                  </a:extLst>
                </p14:cNvPr>
                <p14:cNvContentPartPr/>
                <p14:nvPr/>
              </p14:nvContentPartPr>
              <p14:xfrm>
                <a:off x="7001503" y="5964465"/>
                <a:ext cx="194400" cy="612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A5F5E6DE-A9CD-48F9-9387-DDA29CB688D4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983503" y="5946465"/>
                  <a:ext cx="2300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D189894-BF5C-45DE-83F1-FBA3470CB2C4}"/>
                    </a:ext>
                  </a:extLst>
                </p14:cNvPr>
                <p14:cNvContentPartPr/>
                <p14:nvPr/>
              </p14:nvContentPartPr>
              <p14:xfrm>
                <a:off x="7304263" y="5690145"/>
                <a:ext cx="356040" cy="2804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D189894-BF5C-45DE-83F1-FBA3470CB2C4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7286623" y="5672505"/>
                  <a:ext cx="391680" cy="31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1C775AE-94BA-4A35-807E-DFE75F2D5E7F}"/>
              </a:ext>
            </a:extLst>
          </p:cNvPr>
          <p:cNvGrpSpPr/>
          <p:nvPr/>
        </p:nvGrpSpPr>
        <p:grpSpPr>
          <a:xfrm>
            <a:off x="7935703" y="794865"/>
            <a:ext cx="3264840" cy="2483640"/>
            <a:chOff x="7935703" y="794865"/>
            <a:chExt cx="3264840" cy="2483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0D55B5CB-F931-450E-A7DE-0699B55CB360}"/>
                    </a:ext>
                  </a:extLst>
                </p14:cNvPr>
                <p14:cNvContentPartPr/>
                <p14:nvPr/>
              </p14:nvContentPartPr>
              <p14:xfrm>
                <a:off x="9245743" y="982425"/>
                <a:ext cx="114120" cy="22960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0D55B5CB-F931-450E-A7DE-0699B55CB36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227743" y="964425"/>
                  <a:ext cx="149760" cy="23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1238A231-6020-44BB-884A-D4633706D600}"/>
                    </a:ext>
                  </a:extLst>
                </p14:cNvPr>
                <p14:cNvContentPartPr/>
                <p14:nvPr/>
              </p14:nvContentPartPr>
              <p14:xfrm>
                <a:off x="9173023" y="794865"/>
                <a:ext cx="263520" cy="2869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1238A231-6020-44BB-884A-D4633706D60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155383" y="776865"/>
                  <a:ext cx="29916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A3F63A8-A718-4CFA-8BD0-08FBC85B678E}"/>
                    </a:ext>
                  </a:extLst>
                </p14:cNvPr>
                <p14:cNvContentPartPr/>
                <p14:nvPr/>
              </p14:nvContentPartPr>
              <p14:xfrm>
                <a:off x="7935703" y="2278065"/>
                <a:ext cx="3183120" cy="14904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A3F63A8-A718-4CFA-8BD0-08FBC85B678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7918063" y="2260425"/>
                  <a:ext cx="321876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2730A55-5DAF-4A42-894F-1C7696691BF9}"/>
                    </a:ext>
                  </a:extLst>
                </p14:cNvPr>
                <p14:cNvContentPartPr/>
                <p14:nvPr/>
              </p14:nvContentPartPr>
              <p14:xfrm>
                <a:off x="11003623" y="2245305"/>
                <a:ext cx="196920" cy="3002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2730A55-5DAF-4A42-894F-1C7696691BF9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985623" y="2227665"/>
                  <a:ext cx="232560" cy="33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EA41CB5-B519-43F3-95C6-00CFCC073F9B}"/>
                    </a:ext>
                  </a:extLst>
                </p14:cNvPr>
                <p14:cNvContentPartPr/>
                <p14:nvPr/>
              </p14:nvContentPartPr>
              <p14:xfrm>
                <a:off x="8185543" y="1247745"/>
                <a:ext cx="2202120" cy="182376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EA41CB5-B519-43F3-95C6-00CFCC073F9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167543" y="1230105"/>
                  <a:ext cx="2237760" cy="1859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26E29FBE-7AD3-4EC3-A9E5-F9C680FDCD20}"/>
              </a:ext>
            </a:extLst>
          </p:cNvPr>
          <p:cNvGrpSpPr/>
          <p:nvPr/>
        </p:nvGrpSpPr>
        <p:grpSpPr>
          <a:xfrm>
            <a:off x="6856423" y="752385"/>
            <a:ext cx="3589200" cy="2298960"/>
            <a:chOff x="6856423" y="752385"/>
            <a:chExt cx="3589200" cy="2298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29E6C00A-62DC-45D2-B3D5-9CA2FA73ED89}"/>
                    </a:ext>
                  </a:extLst>
                </p14:cNvPr>
                <p14:cNvContentPartPr/>
                <p14:nvPr/>
              </p14:nvContentPartPr>
              <p14:xfrm>
                <a:off x="9296143" y="1292745"/>
                <a:ext cx="105480" cy="1105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29E6C00A-62DC-45D2-B3D5-9CA2FA73ED89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278503" y="1275105"/>
                  <a:ext cx="141120" cy="11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792809B5-E6D4-4E1D-AD83-9278B98FF436}"/>
                    </a:ext>
                  </a:extLst>
                </p14:cNvPr>
                <p14:cNvContentPartPr/>
                <p14:nvPr/>
              </p14:nvContentPartPr>
              <p14:xfrm>
                <a:off x="9224503" y="1230105"/>
                <a:ext cx="269280" cy="2070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792809B5-E6D4-4E1D-AD83-9278B98FF436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206503" y="1212105"/>
                  <a:ext cx="30492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962BF30-7D5A-4858-9AD6-E05434B75C4A}"/>
                    </a:ext>
                  </a:extLst>
                </p14:cNvPr>
                <p14:cNvContentPartPr/>
                <p14:nvPr/>
              </p14:nvContentPartPr>
              <p14:xfrm>
                <a:off x="9456343" y="1745265"/>
                <a:ext cx="109800" cy="340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962BF30-7D5A-4858-9AD6-E05434B75C4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438343" y="1727625"/>
                  <a:ext cx="14544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CF105D5-B69D-4205-940A-04FEE4A2E25A}"/>
                    </a:ext>
                  </a:extLst>
                </p14:cNvPr>
                <p14:cNvContentPartPr/>
                <p14:nvPr/>
              </p14:nvContentPartPr>
              <p14:xfrm>
                <a:off x="9576223" y="1562385"/>
                <a:ext cx="360" cy="3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CF105D5-B69D-4205-940A-04FEE4A2E25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558583" y="15443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A48E4B8A-939F-4963-8A62-409331EFD5A6}"/>
                    </a:ext>
                  </a:extLst>
                </p14:cNvPr>
                <p14:cNvContentPartPr/>
                <p14:nvPr/>
              </p14:nvContentPartPr>
              <p14:xfrm>
                <a:off x="8208223" y="2106705"/>
                <a:ext cx="1172160" cy="26460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A48E4B8A-939F-4963-8A62-409331EFD5A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8190583" y="2089065"/>
                  <a:ext cx="120780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8784FDB-F9F5-43C9-8543-BB70B8E31F52}"/>
                    </a:ext>
                  </a:extLst>
                </p14:cNvPr>
                <p14:cNvContentPartPr/>
                <p14:nvPr/>
              </p14:nvContentPartPr>
              <p14:xfrm>
                <a:off x="8670823" y="1923825"/>
                <a:ext cx="76680" cy="26640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8784FDB-F9F5-43C9-8543-BB70B8E31F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8652823" y="1906185"/>
                  <a:ext cx="11232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4CF4229-BCE0-4F86-8C74-94E54F6D303D}"/>
                    </a:ext>
                  </a:extLst>
                </p14:cNvPr>
                <p14:cNvContentPartPr/>
                <p14:nvPr/>
              </p14:nvContentPartPr>
              <p14:xfrm>
                <a:off x="8684503" y="1778025"/>
                <a:ext cx="32400" cy="18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4CF4229-BCE0-4F86-8C74-94E54F6D303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8666863" y="1760385"/>
                  <a:ext cx="68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AEB50677-4AD4-4CDA-A5D3-B66400DA272B}"/>
                    </a:ext>
                  </a:extLst>
                </p14:cNvPr>
                <p14:cNvContentPartPr/>
                <p14:nvPr/>
              </p14:nvContentPartPr>
              <p14:xfrm>
                <a:off x="8832103" y="1664985"/>
                <a:ext cx="158040" cy="1436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AEB50677-4AD4-4CDA-A5D3-B66400DA272B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814463" y="1646985"/>
                  <a:ext cx="1936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E638E85-C6A7-4B09-A8FD-87F059C19F4A}"/>
                    </a:ext>
                  </a:extLst>
                </p14:cNvPr>
                <p14:cNvContentPartPr/>
                <p14:nvPr/>
              </p14:nvContentPartPr>
              <p14:xfrm>
                <a:off x="9175183" y="2330985"/>
                <a:ext cx="184320" cy="7203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E638E85-C6A7-4B09-A8FD-87F059C19F4A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157183" y="2313345"/>
                  <a:ext cx="219960" cy="75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C2594A21-10BD-49B8-B71B-DA904CCDE6DB}"/>
                    </a:ext>
                  </a:extLst>
                </p14:cNvPr>
                <p14:cNvContentPartPr/>
                <p14:nvPr/>
              </p14:nvContentPartPr>
              <p14:xfrm>
                <a:off x="9413863" y="2723385"/>
                <a:ext cx="126360" cy="2941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C2594A21-10BD-49B8-B71B-DA904CCDE6DB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96223" y="2705745"/>
                  <a:ext cx="16200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B0CD7F4-54E2-4D42-B85A-3E71E4A2FC3B}"/>
                    </a:ext>
                  </a:extLst>
                </p14:cNvPr>
                <p14:cNvContentPartPr/>
                <p14:nvPr/>
              </p14:nvContentPartPr>
              <p14:xfrm>
                <a:off x="9482623" y="2613945"/>
                <a:ext cx="15120" cy="612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B0CD7F4-54E2-4D42-B85A-3E71E4A2FC3B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464623" y="2595945"/>
                  <a:ext cx="50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E06DDC5D-0A43-4218-BE74-7B9620920416}"/>
                    </a:ext>
                  </a:extLst>
                </p14:cNvPr>
                <p14:cNvContentPartPr/>
                <p14:nvPr/>
              </p14:nvContentPartPr>
              <p14:xfrm>
                <a:off x="9484783" y="2615385"/>
                <a:ext cx="36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E06DDC5D-0A43-4218-BE74-7B9620920416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466783" y="25973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171FBBB-89D4-4B17-85B4-C090D0795690}"/>
                    </a:ext>
                  </a:extLst>
                </p14:cNvPr>
                <p14:cNvContentPartPr/>
                <p14:nvPr/>
              </p14:nvContentPartPr>
              <p14:xfrm>
                <a:off x="9484783" y="2536545"/>
                <a:ext cx="183960" cy="2084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171FBBB-89D4-4B17-85B4-C090D0795690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9466783" y="2518905"/>
                  <a:ext cx="21960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06DB7FD-BFFD-4977-98B7-48A3A1371F7C}"/>
                    </a:ext>
                  </a:extLst>
                </p14:cNvPr>
                <p14:cNvContentPartPr/>
                <p14:nvPr/>
              </p14:nvContentPartPr>
              <p14:xfrm>
                <a:off x="9296863" y="2259705"/>
                <a:ext cx="1148760" cy="2257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06DB7FD-BFFD-4977-98B7-48A3A1371F7C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9279223" y="2242065"/>
                  <a:ext cx="118440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2298433-B0BE-47F0-8449-F871C97AC8D0}"/>
                    </a:ext>
                  </a:extLst>
                </p14:cNvPr>
                <p14:cNvContentPartPr/>
                <p14:nvPr/>
              </p14:nvContentPartPr>
              <p14:xfrm>
                <a:off x="9893383" y="1943985"/>
                <a:ext cx="99360" cy="31788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2298433-B0BE-47F0-8449-F871C97AC8D0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9875383" y="1925985"/>
                  <a:ext cx="13500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EEAC025A-DD4E-4170-918B-8598F6A4B3F9}"/>
                    </a:ext>
                  </a:extLst>
                </p14:cNvPr>
                <p14:cNvContentPartPr/>
                <p14:nvPr/>
              </p14:nvContentPartPr>
              <p14:xfrm>
                <a:off x="9896263" y="1817985"/>
                <a:ext cx="19440" cy="2052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EEAC025A-DD4E-4170-918B-8598F6A4B3F9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9878623" y="1800345"/>
                  <a:ext cx="550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1ADFFF0-A5E2-4274-9599-2F4C1BDCAB93}"/>
                    </a:ext>
                  </a:extLst>
                </p14:cNvPr>
                <p14:cNvContentPartPr/>
                <p14:nvPr/>
              </p14:nvContentPartPr>
              <p14:xfrm>
                <a:off x="9896263" y="1829505"/>
                <a:ext cx="360" cy="36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1ADFFF0-A5E2-4274-9599-2F4C1BDCAB93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878623" y="18118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B41645D8-3B73-46AF-9AAC-E6FC9AC70839}"/>
                    </a:ext>
                  </a:extLst>
                </p14:cNvPr>
                <p14:cNvContentPartPr/>
                <p14:nvPr/>
              </p14:nvContentPartPr>
              <p14:xfrm>
                <a:off x="9896263" y="1743825"/>
                <a:ext cx="217440" cy="303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B41645D8-3B73-46AF-9AAC-E6FC9AC70839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878623" y="1725825"/>
                  <a:ext cx="25308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F8CFCF8-C4EC-4BB4-9E97-FC2755D86496}"/>
                    </a:ext>
                  </a:extLst>
                </p14:cNvPr>
                <p14:cNvContentPartPr/>
                <p14:nvPr/>
              </p14:nvContentPartPr>
              <p14:xfrm>
                <a:off x="7967743" y="1037145"/>
                <a:ext cx="772560" cy="67824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F8CFCF8-C4EC-4BB4-9E97-FC2755D86496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7950103" y="1019145"/>
                  <a:ext cx="80820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619F0E30-62BF-4DFF-A7FE-1AD811F2BEF1}"/>
                    </a:ext>
                  </a:extLst>
                </p14:cNvPr>
                <p14:cNvContentPartPr/>
                <p14:nvPr/>
              </p14:nvContentPartPr>
              <p14:xfrm>
                <a:off x="6856423" y="889545"/>
                <a:ext cx="207360" cy="32184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619F0E30-62BF-4DFF-A7FE-1AD811F2BEF1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38423" y="871545"/>
                  <a:ext cx="2430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56177D2-C612-42E8-BA3D-62B99B69CCD0}"/>
                    </a:ext>
                  </a:extLst>
                </p14:cNvPr>
                <p14:cNvContentPartPr/>
                <p14:nvPr/>
              </p14:nvContentPartPr>
              <p14:xfrm>
                <a:off x="6867223" y="950745"/>
                <a:ext cx="164520" cy="27288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56177D2-C612-42E8-BA3D-62B99B69CCD0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6849223" y="933105"/>
                  <a:ext cx="200160" cy="30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2F32D8A1-31EA-4F27-BB0E-47B56BE53470}"/>
                    </a:ext>
                  </a:extLst>
                </p14:cNvPr>
                <p14:cNvContentPartPr/>
                <p14:nvPr/>
              </p14:nvContentPartPr>
              <p14:xfrm>
                <a:off x="7010143" y="1033905"/>
                <a:ext cx="150480" cy="42984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2F32D8A1-31EA-4F27-BB0E-47B56BE53470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992143" y="1015905"/>
                  <a:ext cx="18612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A4C41C1B-C822-44DE-A925-7D4224C4FD12}"/>
                    </a:ext>
                  </a:extLst>
                </p14:cNvPr>
                <p14:cNvContentPartPr/>
                <p14:nvPr/>
              </p14:nvContentPartPr>
              <p14:xfrm>
                <a:off x="7176463" y="830865"/>
                <a:ext cx="32400" cy="3600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A4C41C1B-C822-44DE-A925-7D4224C4FD12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58463" y="812865"/>
                  <a:ext cx="680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DF2900D1-4F3B-4340-8E96-1640194B2223}"/>
                    </a:ext>
                  </a:extLst>
                </p14:cNvPr>
                <p14:cNvContentPartPr/>
                <p14:nvPr/>
              </p14:nvContentPartPr>
              <p14:xfrm>
                <a:off x="7425943" y="1039305"/>
                <a:ext cx="160200" cy="230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DF2900D1-4F3B-4340-8E96-1640194B222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408303" y="1021665"/>
                  <a:ext cx="1958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4A0B148-4EBA-4445-B09D-6C73EF2039B2}"/>
                    </a:ext>
                  </a:extLst>
                </p14:cNvPr>
                <p14:cNvContentPartPr/>
                <p14:nvPr/>
              </p14:nvContentPartPr>
              <p14:xfrm>
                <a:off x="7441063" y="1110945"/>
                <a:ext cx="128520" cy="1476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4A0B148-4EBA-4445-B09D-6C73EF2039B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423063" y="1092945"/>
                  <a:ext cx="164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AC1DE2BE-0AFE-411F-9C6E-5CB04B1B2AC0}"/>
                    </a:ext>
                  </a:extLst>
                </p14:cNvPr>
                <p14:cNvContentPartPr/>
                <p14:nvPr/>
              </p14:nvContentPartPr>
              <p14:xfrm>
                <a:off x="7441063" y="1125345"/>
                <a:ext cx="138960" cy="91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AC1DE2BE-0AFE-411F-9C6E-5CB04B1B2AC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7423063" y="1107345"/>
                  <a:ext cx="17460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43D0A5E-7F73-4281-BFC8-181D5AE18CAD}"/>
                    </a:ext>
                  </a:extLst>
                </p14:cNvPr>
                <p14:cNvContentPartPr/>
                <p14:nvPr/>
              </p14:nvContentPartPr>
              <p14:xfrm>
                <a:off x="7792783" y="902145"/>
                <a:ext cx="36720" cy="24480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43D0A5E-7F73-4281-BFC8-181D5AE18CAD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7775143" y="884505"/>
                  <a:ext cx="72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3B57675-C234-4C24-9432-1E9721FF45BA}"/>
                    </a:ext>
                  </a:extLst>
                </p14:cNvPr>
                <p14:cNvContentPartPr/>
                <p14:nvPr/>
              </p14:nvContentPartPr>
              <p14:xfrm>
                <a:off x="7730863" y="1047945"/>
                <a:ext cx="179640" cy="324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3B57675-C234-4C24-9432-1E9721FF45BA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713223" y="1030305"/>
                  <a:ext cx="215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8D28EA3E-F0EE-402A-9EA0-89C34E632CF4}"/>
                    </a:ext>
                  </a:extLst>
                </p14:cNvPr>
                <p14:cNvContentPartPr/>
                <p14:nvPr/>
              </p14:nvContentPartPr>
              <p14:xfrm>
                <a:off x="7993303" y="782265"/>
                <a:ext cx="47160" cy="20736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8D28EA3E-F0EE-402A-9EA0-89C34E632CF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975663" y="764625"/>
                  <a:ext cx="8280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02C812EB-6C29-4D24-B356-6001F0BEEE99}"/>
                    </a:ext>
                  </a:extLst>
                </p14:cNvPr>
                <p14:cNvContentPartPr/>
                <p14:nvPr/>
              </p14:nvContentPartPr>
              <p14:xfrm>
                <a:off x="7937863" y="752385"/>
                <a:ext cx="223560" cy="21600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02C812EB-6C29-4D24-B356-6001F0BEEE9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7920223" y="734385"/>
                  <a:ext cx="2592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92F011CD-F83D-465A-9034-6B6735A91D99}"/>
                    </a:ext>
                  </a:extLst>
                </p14:cNvPr>
                <p14:cNvContentPartPr/>
                <p14:nvPr/>
              </p14:nvContentPartPr>
              <p14:xfrm>
                <a:off x="7925263" y="1039305"/>
                <a:ext cx="181800" cy="4032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92F011CD-F83D-465A-9034-6B6735A91D9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907263" y="1021665"/>
                  <a:ext cx="2174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D890911B-0821-47C3-A3DB-F4CB8B8EBAC9}"/>
                    </a:ext>
                  </a:extLst>
                </p14:cNvPr>
                <p14:cNvContentPartPr/>
                <p14:nvPr/>
              </p14:nvContentPartPr>
              <p14:xfrm>
                <a:off x="7897543" y="1146585"/>
                <a:ext cx="181800" cy="16632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D890911B-0821-47C3-A3DB-F4CB8B8EBAC9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879543" y="1128945"/>
                  <a:ext cx="217440" cy="201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86674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 with medium confidence">
            <a:extLst>
              <a:ext uri="{FF2B5EF4-FFF2-40B4-BE49-F238E27FC236}">
                <a16:creationId xmlns:a16="http://schemas.microsoft.com/office/drawing/2014/main" id="{D3AE92A4-B758-493F-B5CF-BA3327327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22" y="729153"/>
            <a:ext cx="5736578" cy="522858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497922F6-37CA-4537-8535-7A81FFF91792}"/>
              </a:ext>
            </a:extLst>
          </p:cNvPr>
          <p:cNvGrpSpPr/>
          <p:nvPr/>
        </p:nvGrpSpPr>
        <p:grpSpPr>
          <a:xfrm>
            <a:off x="6338023" y="810705"/>
            <a:ext cx="3110760" cy="929880"/>
            <a:chOff x="6338023" y="810705"/>
            <a:chExt cx="3110760" cy="92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25E92F5-C6D1-427D-B976-9AA5DFC9FCB2}"/>
                    </a:ext>
                  </a:extLst>
                </p14:cNvPr>
                <p14:cNvContentPartPr/>
                <p14:nvPr/>
              </p14:nvContentPartPr>
              <p14:xfrm>
                <a:off x="6338023" y="810705"/>
                <a:ext cx="303120" cy="6040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25E92F5-C6D1-427D-B976-9AA5DFC9FCB2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20383" y="793065"/>
                  <a:ext cx="338760" cy="63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216AC75-E129-41D6-8895-2CA3BF47F813}"/>
                    </a:ext>
                  </a:extLst>
                </p14:cNvPr>
                <p14:cNvContentPartPr/>
                <p14:nvPr/>
              </p14:nvContentPartPr>
              <p14:xfrm>
                <a:off x="6629263" y="914025"/>
                <a:ext cx="441000" cy="494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216AC75-E129-41D6-8895-2CA3BF47F81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11263" y="896385"/>
                  <a:ext cx="476640" cy="52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F0A4641-70C0-46A8-84EB-F239B871F8F8}"/>
                    </a:ext>
                  </a:extLst>
                </p14:cNvPr>
                <p14:cNvContentPartPr/>
                <p14:nvPr/>
              </p14:nvContentPartPr>
              <p14:xfrm>
                <a:off x="6997183" y="1086465"/>
                <a:ext cx="147600" cy="25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F0A4641-70C0-46A8-84EB-F239B871F8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979543" y="1068825"/>
                  <a:ext cx="1832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882696A-1FAF-4DCB-A787-0FD3FC6D8E42}"/>
                    </a:ext>
                  </a:extLst>
                </p14:cNvPr>
                <p14:cNvContentPartPr/>
                <p14:nvPr/>
              </p14:nvContentPartPr>
              <p14:xfrm>
                <a:off x="7114903" y="1159545"/>
                <a:ext cx="689040" cy="581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882696A-1FAF-4DCB-A787-0FD3FC6D8E4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096903" y="1141545"/>
                  <a:ext cx="724680" cy="61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C64C217-3197-4FCD-8019-8F16FAA3D45C}"/>
                    </a:ext>
                  </a:extLst>
                </p14:cNvPr>
                <p14:cNvContentPartPr/>
                <p14:nvPr/>
              </p14:nvContentPartPr>
              <p14:xfrm>
                <a:off x="8014903" y="1159905"/>
                <a:ext cx="437760" cy="2779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C64C217-3197-4FCD-8019-8F16FAA3D45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996903" y="1142265"/>
                  <a:ext cx="47340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BF4F9823-AA6A-43FB-AF34-BB1B6ED7DD5E}"/>
                    </a:ext>
                  </a:extLst>
                </p14:cNvPr>
                <p14:cNvContentPartPr/>
                <p14:nvPr/>
              </p14:nvContentPartPr>
              <p14:xfrm>
                <a:off x="8381743" y="1046505"/>
                <a:ext cx="21600" cy="918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BF4F9823-AA6A-43FB-AF34-BB1B6ED7DD5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8363743" y="1028865"/>
                  <a:ext cx="5724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298CBCB1-B2DB-4A85-B06F-31473DFDD00C}"/>
                    </a:ext>
                  </a:extLst>
                </p14:cNvPr>
                <p14:cNvContentPartPr/>
                <p14:nvPr/>
              </p14:nvContentPartPr>
              <p14:xfrm>
                <a:off x="8499103" y="1199505"/>
                <a:ext cx="292680" cy="217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298CBCB1-B2DB-4A85-B06F-31473DFDD00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8481103" y="1181505"/>
                  <a:ext cx="32832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BE2C2FD-E88F-452B-9D58-E9078E111644}"/>
                    </a:ext>
                  </a:extLst>
                </p14:cNvPr>
                <p14:cNvContentPartPr/>
                <p14:nvPr/>
              </p14:nvContentPartPr>
              <p14:xfrm>
                <a:off x="8690983" y="996465"/>
                <a:ext cx="360" cy="3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BE2C2FD-E88F-452B-9D58-E9078E111644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673343" y="9788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3E8393-E010-426F-96D4-B918CE97AAB3}"/>
                    </a:ext>
                  </a:extLst>
                </p14:cNvPr>
                <p14:cNvContentPartPr/>
                <p14:nvPr/>
              </p14:nvContentPartPr>
              <p14:xfrm>
                <a:off x="8822383" y="1181145"/>
                <a:ext cx="626400" cy="206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3E8393-E010-426F-96D4-B918CE97AAB3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804743" y="1163505"/>
                  <a:ext cx="662040" cy="2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39D95E-E338-415C-9FD2-3BEB9287C7CA}"/>
                    </a:ext>
                  </a:extLst>
                </p14:cNvPr>
                <p14:cNvContentPartPr/>
                <p14:nvPr/>
              </p14:nvContentPartPr>
              <p14:xfrm>
                <a:off x="9392983" y="1179345"/>
                <a:ext cx="36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39D95E-E338-415C-9FD2-3BEB9287C7C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374983" y="116170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4BE2420-E3AD-4143-92E7-CC8699BBE505}"/>
              </a:ext>
            </a:extLst>
          </p:cNvPr>
          <p:cNvGrpSpPr/>
          <p:nvPr/>
        </p:nvGrpSpPr>
        <p:grpSpPr>
          <a:xfrm>
            <a:off x="6269623" y="1842465"/>
            <a:ext cx="378000" cy="395640"/>
            <a:chOff x="6269623" y="1842465"/>
            <a:chExt cx="378000" cy="39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38606F7-28D4-40B6-ACA2-CAE5042C2F28}"/>
                    </a:ext>
                  </a:extLst>
                </p14:cNvPr>
                <p14:cNvContentPartPr/>
                <p14:nvPr/>
              </p14:nvContentPartPr>
              <p14:xfrm>
                <a:off x="6303823" y="1842465"/>
                <a:ext cx="343800" cy="3956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38606F7-28D4-40B6-ACA2-CAE5042C2F28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6286183" y="1824465"/>
                  <a:ext cx="379440" cy="43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CDC4966-F36D-461D-AD5D-A6065B1812C5}"/>
                    </a:ext>
                  </a:extLst>
                </p14:cNvPr>
                <p14:cNvContentPartPr/>
                <p14:nvPr/>
              </p14:nvContentPartPr>
              <p14:xfrm>
                <a:off x="6269623" y="2039745"/>
                <a:ext cx="305280" cy="25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CDC4966-F36D-461D-AD5D-A6065B1812C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6251983" y="2021745"/>
                  <a:ext cx="340920" cy="6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8A6A0DE0-745F-41F1-9DB7-F18E9370A978}"/>
              </a:ext>
            </a:extLst>
          </p:cNvPr>
          <p:cNvGrpSpPr/>
          <p:nvPr/>
        </p:nvGrpSpPr>
        <p:grpSpPr>
          <a:xfrm>
            <a:off x="6943903" y="2135145"/>
            <a:ext cx="200880" cy="120600"/>
            <a:chOff x="6943903" y="2135145"/>
            <a:chExt cx="200880" cy="12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9D289DF-C1C4-485A-A9B9-CBA0A6388E73}"/>
                    </a:ext>
                  </a:extLst>
                </p14:cNvPr>
                <p14:cNvContentPartPr/>
                <p14:nvPr/>
              </p14:nvContentPartPr>
              <p14:xfrm>
                <a:off x="6943903" y="2135145"/>
                <a:ext cx="200880" cy="244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9D289DF-C1C4-485A-A9B9-CBA0A6388E73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925903" y="2117505"/>
                  <a:ext cx="2365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326909E-0E15-4987-819F-BC36ED97D1FA}"/>
                    </a:ext>
                  </a:extLst>
                </p14:cNvPr>
                <p14:cNvContentPartPr/>
                <p14:nvPr/>
              </p14:nvContentPartPr>
              <p14:xfrm>
                <a:off x="6973783" y="2248185"/>
                <a:ext cx="164520" cy="75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326909E-0E15-4987-819F-BC36ED97D1FA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955783" y="2230185"/>
                  <a:ext cx="2001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CD3C1B8-69D5-4ECE-8F55-1FA6421BC16C}"/>
              </a:ext>
            </a:extLst>
          </p:cNvPr>
          <p:cNvGrpSpPr/>
          <p:nvPr/>
        </p:nvGrpSpPr>
        <p:grpSpPr>
          <a:xfrm>
            <a:off x="7748143" y="1748145"/>
            <a:ext cx="1762200" cy="808560"/>
            <a:chOff x="7748143" y="1748145"/>
            <a:chExt cx="1762200" cy="808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67C640E-B05C-4D85-BEC5-1D2FAC0025C7}"/>
                    </a:ext>
                  </a:extLst>
                </p14:cNvPr>
                <p14:cNvContentPartPr/>
                <p14:nvPr/>
              </p14:nvContentPartPr>
              <p14:xfrm>
                <a:off x="7748143" y="1819425"/>
                <a:ext cx="207360" cy="458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67C640E-B05C-4D85-BEC5-1D2FAC0025C7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730143" y="1801425"/>
                  <a:ext cx="24300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AF9F082-6020-4CCA-86A0-BA07F419FFF2}"/>
                    </a:ext>
                  </a:extLst>
                </p14:cNvPr>
                <p14:cNvContentPartPr/>
                <p14:nvPr/>
              </p14:nvContentPartPr>
              <p14:xfrm>
                <a:off x="8266543" y="2040825"/>
                <a:ext cx="34560" cy="339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AF9F082-6020-4CCA-86A0-BA07F419FFF2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248543" y="2023185"/>
                  <a:ext cx="702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50AA490-5F18-4C91-A694-7493052DF97C}"/>
                    </a:ext>
                  </a:extLst>
                </p14:cNvPr>
                <p14:cNvContentPartPr/>
                <p14:nvPr/>
              </p14:nvContentPartPr>
              <p14:xfrm>
                <a:off x="8163943" y="2206785"/>
                <a:ext cx="243720" cy="133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50AA490-5F18-4C91-A694-7493052DF97C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146303" y="2188785"/>
                  <a:ext cx="27936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85110ED7-6282-41DE-8F54-E10F7216BD0B}"/>
                    </a:ext>
                  </a:extLst>
                </p14:cNvPr>
                <p14:cNvContentPartPr/>
                <p14:nvPr/>
              </p14:nvContentPartPr>
              <p14:xfrm>
                <a:off x="8464903" y="2122545"/>
                <a:ext cx="160560" cy="4341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85110ED7-6282-41DE-8F54-E10F7216BD0B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446903" y="2104545"/>
                  <a:ext cx="19620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D5CF777-7F18-4D6F-88C6-8AC3CF77C542}"/>
                    </a:ext>
                  </a:extLst>
                </p14:cNvPr>
                <p14:cNvContentPartPr/>
                <p14:nvPr/>
              </p14:nvContentPartPr>
              <p14:xfrm>
                <a:off x="8573623" y="1883865"/>
                <a:ext cx="360" cy="3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D5CF777-7F18-4D6F-88C6-8AC3CF77C54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555983" y="18658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83696493-8485-4995-85A1-41DE9B88E00B}"/>
                    </a:ext>
                  </a:extLst>
                </p14:cNvPr>
                <p14:cNvContentPartPr/>
                <p14:nvPr/>
              </p14:nvContentPartPr>
              <p14:xfrm>
                <a:off x="8717623" y="1939665"/>
                <a:ext cx="340920" cy="279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83696493-8485-4995-85A1-41DE9B88E00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699983" y="1921665"/>
                  <a:ext cx="37656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F609894-C477-4561-9B8E-10A5F43D00F1}"/>
                    </a:ext>
                  </a:extLst>
                </p14:cNvPr>
                <p14:cNvContentPartPr/>
                <p14:nvPr/>
              </p14:nvContentPartPr>
              <p14:xfrm>
                <a:off x="9168703" y="1748145"/>
                <a:ext cx="341640" cy="512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F609894-C477-4561-9B8E-10A5F43D00F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151063" y="1730145"/>
                  <a:ext cx="377280" cy="54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57FF335-3108-4C9D-8CCE-C909FBC72D00}"/>
              </a:ext>
            </a:extLst>
          </p:cNvPr>
          <p:cNvGrpSpPr/>
          <p:nvPr/>
        </p:nvGrpSpPr>
        <p:grpSpPr>
          <a:xfrm>
            <a:off x="6241903" y="2986905"/>
            <a:ext cx="1996920" cy="1019880"/>
            <a:chOff x="6241903" y="2986905"/>
            <a:chExt cx="1996920" cy="101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84732464-752C-4DAE-9F0D-77A05F82976E}"/>
                    </a:ext>
                  </a:extLst>
                </p14:cNvPr>
                <p14:cNvContentPartPr/>
                <p14:nvPr/>
              </p14:nvContentPartPr>
              <p14:xfrm>
                <a:off x="6241903" y="3021105"/>
                <a:ext cx="394920" cy="5248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84732464-752C-4DAE-9F0D-77A05F82976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24263" y="3003465"/>
                  <a:ext cx="43056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3FAE31E-87D1-4F73-A0E9-0BC1BA53B299}"/>
                    </a:ext>
                  </a:extLst>
                </p14:cNvPr>
                <p14:cNvContentPartPr/>
                <p14:nvPr/>
              </p14:nvContentPartPr>
              <p14:xfrm>
                <a:off x="6335863" y="2986905"/>
                <a:ext cx="132480" cy="268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3FAE31E-87D1-4F73-A0E9-0BC1BA53B29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318223" y="2968905"/>
                  <a:ext cx="16812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D43EB7D2-67FF-48FA-A48F-6546ABC88143}"/>
                    </a:ext>
                  </a:extLst>
                </p14:cNvPr>
                <p14:cNvContentPartPr/>
                <p14:nvPr/>
              </p14:nvContentPartPr>
              <p14:xfrm>
                <a:off x="6847783" y="3368145"/>
                <a:ext cx="213840" cy="14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D43EB7D2-67FF-48FA-A48F-6546ABC8814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830143" y="3350505"/>
                  <a:ext cx="2494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A1EF6FC-3D06-499F-9658-8F219E50BAAB}"/>
                    </a:ext>
                  </a:extLst>
                </p14:cNvPr>
                <p14:cNvContentPartPr/>
                <p14:nvPr/>
              </p14:nvContentPartPr>
              <p14:xfrm>
                <a:off x="6837343" y="3513945"/>
                <a:ext cx="175320" cy="1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A1EF6FC-3D06-499F-9658-8F219E50BAA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19343" y="3496305"/>
                  <a:ext cx="2109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F10F68B-853C-490D-A611-2AE1E7FF8C81}"/>
                    </a:ext>
                  </a:extLst>
                </p14:cNvPr>
                <p14:cNvContentPartPr/>
                <p14:nvPr/>
              </p14:nvContentPartPr>
              <p14:xfrm>
                <a:off x="7381303" y="2991225"/>
                <a:ext cx="233640" cy="294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F10F68B-853C-490D-A611-2AE1E7FF8C8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363303" y="2973585"/>
                  <a:ext cx="26928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AA7ECFC-D051-4CC7-A62E-52CEF15F1004}"/>
                    </a:ext>
                  </a:extLst>
                </p14:cNvPr>
                <p14:cNvContentPartPr/>
                <p14:nvPr/>
              </p14:nvContentPartPr>
              <p14:xfrm>
                <a:off x="7287343" y="3451305"/>
                <a:ext cx="416520" cy="3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AA7ECFC-D051-4CC7-A62E-52CEF15F100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69343" y="3433305"/>
                  <a:ext cx="452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0BF251-C23F-4747-B55B-88ED2AF64701}"/>
                    </a:ext>
                  </a:extLst>
                </p14:cNvPr>
                <p14:cNvContentPartPr/>
                <p14:nvPr/>
              </p14:nvContentPartPr>
              <p14:xfrm>
                <a:off x="7259623" y="3588825"/>
                <a:ext cx="281880" cy="4179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0BF251-C23F-4747-B55B-88ED2AF64701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41623" y="3570825"/>
                  <a:ext cx="317520" cy="45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5B6DF88-26EC-437B-BA2C-393FCA3987AA}"/>
                    </a:ext>
                  </a:extLst>
                </p14:cNvPr>
                <p14:cNvContentPartPr/>
                <p14:nvPr/>
              </p14:nvContentPartPr>
              <p14:xfrm>
                <a:off x="7236223" y="3783945"/>
                <a:ext cx="271440" cy="16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5B6DF88-26EC-437B-BA2C-393FCA3987AA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218223" y="3766305"/>
                  <a:ext cx="3070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A30D162-F0B5-4F82-97A9-48031042DA95}"/>
                    </a:ext>
                  </a:extLst>
                </p14:cNvPr>
                <p14:cNvContentPartPr/>
                <p14:nvPr/>
              </p14:nvContentPartPr>
              <p14:xfrm>
                <a:off x="7959463" y="3404145"/>
                <a:ext cx="247680" cy="14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A30D162-F0B5-4F82-97A9-48031042DA9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941463" y="3386145"/>
                  <a:ext cx="283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371DF7B-DBED-46C5-98E5-11676D4E0777}"/>
                    </a:ext>
                  </a:extLst>
                </p14:cNvPr>
                <p14:cNvContentPartPr/>
                <p14:nvPr/>
              </p14:nvContentPartPr>
              <p14:xfrm>
                <a:off x="8018863" y="3532665"/>
                <a:ext cx="219960" cy="176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371DF7B-DBED-46C5-98E5-11676D4E077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001223" y="3514665"/>
                  <a:ext cx="255600" cy="53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A29BB817-53B1-451C-A893-A74ED6C9AB28}"/>
              </a:ext>
            </a:extLst>
          </p:cNvPr>
          <p:cNvGrpSpPr/>
          <p:nvPr/>
        </p:nvGrpSpPr>
        <p:grpSpPr>
          <a:xfrm>
            <a:off x="8626903" y="2975745"/>
            <a:ext cx="1397880" cy="1139760"/>
            <a:chOff x="8626903" y="2975745"/>
            <a:chExt cx="1397880" cy="1139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5259E9-8F7E-47D6-B1C9-D5DF9CB8C42C}"/>
                    </a:ext>
                  </a:extLst>
                </p14:cNvPr>
                <p14:cNvContentPartPr/>
                <p14:nvPr/>
              </p14:nvContentPartPr>
              <p14:xfrm>
                <a:off x="8750743" y="2975745"/>
                <a:ext cx="322560" cy="282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5259E9-8F7E-47D6-B1C9-D5DF9CB8C42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33103" y="2957745"/>
                  <a:ext cx="3582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715A43E-6EB0-464C-A5C8-C60665F81B51}"/>
                    </a:ext>
                  </a:extLst>
                </p14:cNvPr>
                <p14:cNvContentPartPr/>
                <p14:nvPr/>
              </p14:nvContentPartPr>
              <p14:xfrm>
                <a:off x="8729503" y="3419625"/>
                <a:ext cx="505800" cy="244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715A43E-6EB0-464C-A5C8-C60665F81B5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11503" y="3401985"/>
                  <a:ext cx="541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DCB511A-B1F4-4391-A8C0-59CC1C241BBF}"/>
                    </a:ext>
                  </a:extLst>
                </p14:cNvPr>
                <p14:cNvContentPartPr/>
                <p14:nvPr/>
              </p14:nvContentPartPr>
              <p14:xfrm>
                <a:off x="8626903" y="3668025"/>
                <a:ext cx="186120" cy="277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DCB511A-B1F4-4391-A8C0-59CC1C241BB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08903" y="3650025"/>
                  <a:ext cx="221760" cy="31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B08DCC3-0DFD-47CB-8622-C0E78E4D62EB}"/>
                    </a:ext>
                  </a:extLst>
                </p14:cNvPr>
                <p14:cNvContentPartPr/>
                <p14:nvPr/>
              </p14:nvContentPartPr>
              <p14:xfrm>
                <a:off x="8919223" y="3718425"/>
                <a:ext cx="11160" cy="1976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B08DCC3-0DFD-47CB-8622-C0E78E4D62E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901583" y="3700425"/>
                  <a:ext cx="4680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35C3B88-1EA8-4FC6-9FD0-76223A3642AF}"/>
                    </a:ext>
                  </a:extLst>
                </p14:cNvPr>
                <p14:cNvContentPartPr/>
                <p14:nvPr/>
              </p14:nvContentPartPr>
              <p14:xfrm>
                <a:off x="8838223" y="3788265"/>
                <a:ext cx="273240" cy="3272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35C3B88-1EA8-4FC6-9FD0-76223A3642A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20223" y="3770625"/>
                  <a:ext cx="30888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0D9EBDF-61D0-4893-B411-350323985C1C}"/>
                    </a:ext>
                  </a:extLst>
                </p14:cNvPr>
                <p14:cNvContentPartPr/>
                <p14:nvPr/>
              </p14:nvContentPartPr>
              <p14:xfrm>
                <a:off x="9145303" y="3556785"/>
                <a:ext cx="360" cy="3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0D9EBDF-61D0-4893-B411-350323985C1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127663" y="35391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756AFC8F-0368-49E9-8B9D-C25075C685A4}"/>
                    </a:ext>
                  </a:extLst>
                </p14:cNvPr>
                <p14:cNvContentPartPr/>
                <p14:nvPr/>
              </p14:nvContentPartPr>
              <p14:xfrm>
                <a:off x="9168703" y="3750825"/>
                <a:ext cx="162360" cy="104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756AFC8F-0368-49E9-8B9D-C25075C685A4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151063" y="3733185"/>
                  <a:ext cx="19800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F7C0039-8721-40DE-996C-4B5526F1660F}"/>
                    </a:ext>
                  </a:extLst>
                </p14:cNvPr>
                <p14:cNvContentPartPr/>
                <p14:nvPr/>
              </p14:nvContentPartPr>
              <p14:xfrm>
                <a:off x="9420703" y="3541305"/>
                <a:ext cx="254160" cy="325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F7C0039-8721-40DE-996C-4B5526F1660F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402703" y="3523305"/>
                  <a:ext cx="289800" cy="36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2FD1683C-A34F-42C4-8727-195E60763D54}"/>
                    </a:ext>
                  </a:extLst>
                </p14:cNvPr>
                <p14:cNvContentPartPr/>
                <p14:nvPr/>
              </p14:nvContentPartPr>
              <p14:xfrm>
                <a:off x="9776743" y="3373905"/>
                <a:ext cx="235080" cy="6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2FD1683C-A34F-42C4-8727-195E60763D54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59103" y="3356265"/>
                  <a:ext cx="2707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0D32685-14BC-4599-9586-03D0FC2580D7}"/>
                    </a:ext>
                  </a:extLst>
                </p14:cNvPr>
                <p14:cNvContentPartPr/>
                <p14:nvPr/>
              </p14:nvContentPartPr>
              <p14:xfrm>
                <a:off x="9828223" y="3529785"/>
                <a:ext cx="19656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0D32685-14BC-4599-9586-03D0FC2580D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810223" y="3511785"/>
                  <a:ext cx="232200" cy="36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47108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42FDDB5-C7E0-4ECB-8850-9C98D318EC37}"/>
              </a:ext>
            </a:extLst>
          </p:cNvPr>
          <p:cNvGrpSpPr/>
          <p:nvPr/>
        </p:nvGrpSpPr>
        <p:grpSpPr>
          <a:xfrm>
            <a:off x="1649030" y="984760"/>
            <a:ext cx="1325880" cy="570240"/>
            <a:chOff x="10283983" y="2738145"/>
            <a:chExt cx="1325880" cy="570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D7B8BD5-C2DD-462E-A641-121474C3D87E}"/>
                    </a:ext>
                  </a:extLst>
                </p14:cNvPr>
                <p14:cNvContentPartPr/>
                <p14:nvPr/>
              </p14:nvContentPartPr>
              <p14:xfrm>
                <a:off x="10283983" y="2773425"/>
                <a:ext cx="192960" cy="4590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D7B8BD5-C2DD-462E-A641-121474C3D87E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0266343" y="2755425"/>
                  <a:ext cx="228600" cy="49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C9BFA26-D2B5-4130-9214-5788C7F125CA}"/>
                    </a:ext>
                  </a:extLst>
                </p14:cNvPr>
                <p14:cNvContentPartPr/>
                <p14:nvPr/>
              </p14:nvContentPartPr>
              <p14:xfrm>
                <a:off x="10610863" y="3055305"/>
                <a:ext cx="171000" cy="104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C9BFA26-D2B5-4130-9214-5788C7F125CA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0593223" y="3037665"/>
                  <a:ext cx="206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9C25ECE1-A40D-4433-B426-A4208152B1CB}"/>
                    </a:ext>
                  </a:extLst>
                </p14:cNvPr>
                <p14:cNvContentPartPr/>
                <p14:nvPr/>
              </p14:nvContentPartPr>
              <p14:xfrm>
                <a:off x="10857823" y="2978265"/>
                <a:ext cx="105480" cy="3301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9C25ECE1-A40D-4433-B426-A4208152B1CB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0839823" y="2960265"/>
                  <a:ext cx="14112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1AE1074-24BB-40E3-B23F-021A4DB79642}"/>
                    </a:ext>
                  </a:extLst>
                </p14:cNvPr>
                <p14:cNvContentPartPr/>
                <p14:nvPr/>
              </p14:nvContentPartPr>
              <p14:xfrm>
                <a:off x="10916143" y="2780985"/>
                <a:ext cx="360" cy="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1AE1074-24BB-40E3-B23F-021A4DB7964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898143" y="27633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E4626C9-B624-460F-AE5A-5CF1DC052084}"/>
                    </a:ext>
                  </a:extLst>
                </p14:cNvPr>
                <p14:cNvContentPartPr/>
                <p14:nvPr/>
              </p14:nvContentPartPr>
              <p14:xfrm>
                <a:off x="11005783" y="2878185"/>
                <a:ext cx="239760" cy="2606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E4626C9-B624-460F-AE5A-5CF1DC05208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0987783" y="2860545"/>
                  <a:ext cx="27540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E73E754-34D7-48FA-A826-6ECEDAD4F52A}"/>
                    </a:ext>
                  </a:extLst>
                </p14:cNvPr>
                <p14:cNvContentPartPr/>
                <p14:nvPr/>
              </p14:nvContentPartPr>
              <p14:xfrm>
                <a:off x="11379103" y="2738145"/>
                <a:ext cx="230760" cy="4334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E73E754-34D7-48FA-A826-6ECEDAD4F52A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361103" y="2720505"/>
                  <a:ext cx="266400" cy="46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5782D2CA-26B8-4CD9-AF9C-47FBB890F4C0}"/>
              </a:ext>
            </a:extLst>
          </p:cNvPr>
          <p:cNvGrpSpPr/>
          <p:nvPr/>
        </p:nvGrpSpPr>
        <p:grpSpPr>
          <a:xfrm>
            <a:off x="1660190" y="1709080"/>
            <a:ext cx="1338120" cy="543240"/>
            <a:chOff x="10295143" y="3462465"/>
            <a:chExt cx="133812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23FB9F8-6130-4FD0-9D8A-4B32C3AEA389}"/>
                    </a:ext>
                  </a:extLst>
                </p14:cNvPr>
                <p14:cNvContentPartPr/>
                <p14:nvPr/>
              </p14:nvContentPartPr>
              <p14:xfrm>
                <a:off x="10304503" y="3462465"/>
                <a:ext cx="1106640" cy="219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23FB9F8-6130-4FD0-9D8A-4B32C3AEA389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0286863" y="3444825"/>
                  <a:ext cx="11422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740EF82-6AE8-4619-9110-E635C9F68270}"/>
                    </a:ext>
                  </a:extLst>
                </p14:cNvPr>
                <p14:cNvContentPartPr/>
                <p14:nvPr/>
              </p14:nvContentPartPr>
              <p14:xfrm>
                <a:off x="10295143" y="3631665"/>
                <a:ext cx="188280" cy="374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740EF82-6AE8-4619-9110-E635C9F6827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0277503" y="3614025"/>
                  <a:ext cx="22392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2665532-C146-4924-AD34-C6E2C0D93BC8}"/>
                    </a:ext>
                  </a:extLst>
                </p14:cNvPr>
                <p14:cNvContentPartPr/>
                <p14:nvPr/>
              </p14:nvContentPartPr>
              <p14:xfrm>
                <a:off x="10547143" y="3560385"/>
                <a:ext cx="136800" cy="1861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2665532-C146-4924-AD34-C6E2C0D93BC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0529143" y="3542385"/>
                  <a:ext cx="1724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3A6F2AD-55CE-4F9E-B8AD-69979650AAEC}"/>
                    </a:ext>
                  </a:extLst>
                </p14:cNvPr>
                <p14:cNvContentPartPr/>
                <p14:nvPr/>
              </p14:nvContentPartPr>
              <p14:xfrm>
                <a:off x="10739023" y="3772785"/>
                <a:ext cx="19440" cy="2188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3A6F2AD-55CE-4F9E-B8AD-69979650AAEC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0721023" y="3754785"/>
                  <a:ext cx="5508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4D43973-C52B-465A-B1AC-496B4F53605F}"/>
                    </a:ext>
                  </a:extLst>
                </p14:cNvPr>
                <p14:cNvContentPartPr/>
                <p14:nvPr/>
              </p14:nvContentPartPr>
              <p14:xfrm>
                <a:off x="10645063" y="3886905"/>
                <a:ext cx="20304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4D43973-C52B-465A-B1AC-496B4F53605F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0627423" y="3869265"/>
                  <a:ext cx="2386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A921EB4-F5FF-45E6-8D49-C92B77D927E8}"/>
                    </a:ext>
                  </a:extLst>
                </p14:cNvPr>
                <p14:cNvContentPartPr/>
                <p14:nvPr/>
              </p14:nvContentPartPr>
              <p14:xfrm>
                <a:off x="10860343" y="3814905"/>
                <a:ext cx="192960" cy="1875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A921EB4-F5FF-45E6-8D49-C92B77D927E8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0842343" y="3796905"/>
                  <a:ext cx="228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3A9CB4D-AB88-4D85-8591-EA35D83F3159}"/>
                    </a:ext>
                  </a:extLst>
                </p14:cNvPr>
                <p14:cNvContentPartPr/>
                <p14:nvPr/>
              </p14:nvContentPartPr>
              <p14:xfrm>
                <a:off x="11105863" y="3620145"/>
                <a:ext cx="126360" cy="139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3A9CB4D-AB88-4D85-8591-EA35D83F315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1088223" y="3602145"/>
                  <a:ext cx="16200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2320505-DC7D-4CFA-9850-5447ED7779B2}"/>
                    </a:ext>
                  </a:extLst>
                </p14:cNvPr>
                <p14:cNvContentPartPr/>
                <p14:nvPr/>
              </p14:nvContentPartPr>
              <p14:xfrm>
                <a:off x="11297743" y="3595665"/>
                <a:ext cx="176040" cy="3650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2320505-DC7D-4CFA-9850-5447ED7779B2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1280103" y="3577665"/>
                  <a:ext cx="21168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267925B-3F20-4151-A7F7-0B3C5CACDA6C}"/>
                    </a:ext>
                  </a:extLst>
                </p14:cNvPr>
                <p14:cNvContentPartPr/>
                <p14:nvPr/>
              </p14:nvContentPartPr>
              <p14:xfrm>
                <a:off x="11468023" y="3473625"/>
                <a:ext cx="165240" cy="2214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267925B-3F20-4151-A7F7-0B3C5CACDA6C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450383" y="3455985"/>
                  <a:ext cx="200880" cy="257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6CA713-5E2F-476A-97BE-20FBBE62FA07}"/>
              </a:ext>
            </a:extLst>
          </p:cNvPr>
          <p:cNvGrpSpPr/>
          <p:nvPr/>
        </p:nvGrpSpPr>
        <p:grpSpPr>
          <a:xfrm>
            <a:off x="955663" y="1293825"/>
            <a:ext cx="491040" cy="507960"/>
            <a:chOff x="955663" y="1293825"/>
            <a:chExt cx="491040" cy="50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B8FB726-2F4D-4F30-B4D7-18F53F0CDBC7}"/>
                    </a:ext>
                  </a:extLst>
                </p14:cNvPr>
                <p14:cNvContentPartPr/>
                <p14:nvPr/>
              </p14:nvContentPartPr>
              <p14:xfrm>
                <a:off x="996343" y="1336665"/>
                <a:ext cx="360" cy="219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B8FB726-2F4D-4F30-B4D7-18F53F0CDBC7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78343" y="1318665"/>
                  <a:ext cx="36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903D9B0-0763-4525-AFBD-42355483913E}"/>
                    </a:ext>
                  </a:extLst>
                </p14:cNvPr>
                <p14:cNvContentPartPr/>
                <p14:nvPr/>
              </p14:nvContentPartPr>
              <p14:xfrm>
                <a:off x="955663" y="1293825"/>
                <a:ext cx="219960" cy="507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903D9B0-0763-4525-AFBD-42355483913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38023" y="1275825"/>
                  <a:ext cx="255600" cy="54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8D80CC0-8161-42B2-A884-61BC5385918A}"/>
                    </a:ext>
                  </a:extLst>
                </p14:cNvPr>
                <p14:cNvContentPartPr/>
                <p14:nvPr/>
              </p14:nvContentPartPr>
              <p14:xfrm>
                <a:off x="1183903" y="1646625"/>
                <a:ext cx="226440" cy="288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8D80CC0-8161-42B2-A884-61BC5385918A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165903" y="1628985"/>
                  <a:ext cx="262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3277EF-6D55-44C5-9C01-1EBD17C8E6C8}"/>
                    </a:ext>
                  </a:extLst>
                </p14:cNvPr>
                <p14:cNvContentPartPr/>
                <p14:nvPr/>
              </p14:nvContentPartPr>
              <p14:xfrm>
                <a:off x="1196863" y="1766505"/>
                <a:ext cx="249840" cy="104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3277EF-6D55-44C5-9C01-1EBD17C8E6C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78863" y="1748865"/>
                  <a:ext cx="28548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24A30BA-2504-434C-B6B1-5446DF4F334B}"/>
              </a:ext>
            </a:extLst>
          </p:cNvPr>
          <p:cNvGrpSpPr/>
          <p:nvPr/>
        </p:nvGrpSpPr>
        <p:grpSpPr>
          <a:xfrm>
            <a:off x="879343" y="2379945"/>
            <a:ext cx="2075760" cy="857520"/>
            <a:chOff x="879343" y="2379945"/>
            <a:chExt cx="2075760" cy="85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DB75A9A-7826-4BA2-A0E5-304DB3F1BD20}"/>
                    </a:ext>
                  </a:extLst>
                </p14:cNvPr>
                <p14:cNvContentPartPr/>
                <p14:nvPr/>
              </p14:nvContentPartPr>
              <p14:xfrm>
                <a:off x="879343" y="2379945"/>
                <a:ext cx="245520" cy="508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DB75A9A-7826-4BA2-A0E5-304DB3F1BD2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61343" y="2361945"/>
                  <a:ext cx="28116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6770AF9-9829-40F3-A84E-B3E78E28D819}"/>
                    </a:ext>
                  </a:extLst>
                </p14:cNvPr>
                <p14:cNvContentPartPr/>
                <p14:nvPr/>
              </p14:nvContentPartPr>
              <p14:xfrm>
                <a:off x="1186063" y="2474265"/>
                <a:ext cx="471600" cy="429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6770AF9-9829-40F3-A84E-B3E78E28D819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168423" y="2456265"/>
                  <a:ext cx="50724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FE96406-DFC7-4BDF-A0BA-C3285C6818D8}"/>
                    </a:ext>
                  </a:extLst>
                </p14:cNvPr>
                <p14:cNvContentPartPr/>
                <p14:nvPr/>
              </p14:nvContentPartPr>
              <p14:xfrm>
                <a:off x="1582783" y="2679825"/>
                <a:ext cx="128520" cy="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FE96406-DFC7-4BDF-A0BA-C3285C6818D8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565143" y="2661825"/>
                  <a:ext cx="164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9D3200E-A0D5-459D-BBD2-50DC7FE4D3BE}"/>
                    </a:ext>
                  </a:extLst>
                </p14:cNvPr>
                <p14:cNvContentPartPr/>
                <p14:nvPr/>
              </p14:nvContentPartPr>
              <p14:xfrm>
                <a:off x="1710223" y="2729865"/>
                <a:ext cx="163080" cy="2005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9D3200E-A0D5-459D-BBD2-50DC7FE4D3B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1692583" y="2712225"/>
                  <a:ext cx="19872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DDCE5D4-BCE5-4000-8108-A2A5C2AF7B97}"/>
                    </a:ext>
                  </a:extLst>
                </p14:cNvPr>
                <p14:cNvContentPartPr/>
                <p14:nvPr/>
              </p14:nvContentPartPr>
              <p14:xfrm>
                <a:off x="1734343" y="2689545"/>
                <a:ext cx="518760" cy="5479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DDCE5D4-BCE5-4000-8108-A2A5C2AF7B97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1716703" y="2671545"/>
                  <a:ext cx="554400" cy="58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AA67159-F11A-4571-8413-297D607D15CE}"/>
                    </a:ext>
                  </a:extLst>
                </p14:cNvPr>
                <p14:cNvContentPartPr/>
                <p14:nvPr/>
              </p14:nvContentPartPr>
              <p14:xfrm>
                <a:off x="2444263" y="2528985"/>
                <a:ext cx="256680" cy="496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AA67159-F11A-4571-8413-297D607D15CE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2426263" y="2510985"/>
                  <a:ext cx="29232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30A5D67-C5C9-4D90-BAD5-7BFB88984FC3}"/>
                    </a:ext>
                  </a:extLst>
                </p14:cNvPr>
                <p14:cNvContentPartPr/>
                <p14:nvPr/>
              </p14:nvContentPartPr>
              <p14:xfrm>
                <a:off x="2519503" y="2537625"/>
                <a:ext cx="299160" cy="5994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30A5D67-C5C9-4D90-BAD5-7BFB88984FC3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2501503" y="2519985"/>
                  <a:ext cx="334800" cy="63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F5582B6-2562-451B-9FB9-96075ED2DABA}"/>
                    </a:ext>
                  </a:extLst>
                </p14:cNvPr>
                <p14:cNvContentPartPr/>
                <p14:nvPr/>
              </p14:nvContentPartPr>
              <p14:xfrm>
                <a:off x="2901103" y="2762625"/>
                <a:ext cx="360" cy="3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F5582B6-2562-451B-9FB9-96075ED2DAB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883463" y="27446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AA6DDDD-1CF0-4F56-85CD-2F0539D08362}"/>
                    </a:ext>
                  </a:extLst>
                </p14:cNvPr>
                <p14:cNvContentPartPr/>
                <p14:nvPr/>
              </p14:nvContentPartPr>
              <p14:xfrm>
                <a:off x="2954743" y="2923905"/>
                <a:ext cx="360" cy="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AA6DDDD-1CF0-4F56-85CD-2F0539D0836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36743" y="29062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E440385-3581-4439-96CA-947D69CC4B8C}"/>
                  </a:ext>
                </a:extLst>
              </p14:cNvPr>
              <p14:cNvContentPartPr/>
              <p14:nvPr/>
            </p14:nvContentPartPr>
            <p14:xfrm>
              <a:off x="3272623" y="2416665"/>
              <a:ext cx="1572120" cy="44748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E440385-3581-4439-96CA-947D69CC4B8C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3254623" y="2399025"/>
                <a:ext cx="1607760" cy="48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BC47339-2431-40C5-A5CB-A0266ECBBDB7}"/>
                  </a:ext>
                </a:extLst>
              </p14:cNvPr>
              <p14:cNvContentPartPr/>
              <p14:nvPr/>
            </p14:nvContentPartPr>
            <p14:xfrm>
              <a:off x="3916663" y="2016345"/>
              <a:ext cx="217800" cy="26928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BC47339-2431-40C5-A5CB-A0266ECBBDB7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3899023" y="1998345"/>
                <a:ext cx="253440" cy="304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D3CD08A1-0B24-49B7-A7DF-7C8E5542352D}"/>
                  </a:ext>
                </a:extLst>
              </p14:cNvPr>
              <p14:cNvContentPartPr/>
              <p14:nvPr/>
            </p14:nvContentPartPr>
            <p14:xfrm>
              <a:off x="4230223" y="1778025"/>
              <a:ext cx="30240" cy="2304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D3CD08A1-0B24-49B7-A7DF-7C8E5542352D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4212583" y="1760385"/>
                <a:ext cx="65880" cy="26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9F604B8F-5AE1-41D4-B014-4E64BA5A097A}"/>
              </a:ext>
            </a:extLst>
          </p:cNvPr>
          <p:cNvGrpSpPr/>
          <p:nvPr/>
        </p:nvGrpSpPr>
        <p:grpSpPr>
          <a:xfrm>
            <a:off x="3618223" y="2625465"/>
            <a:ext cx="1942560" cy="1067760"/>
            <a:chOff x="3618223" y="2625465"/>
            <a:chExt cx="1942560" cy="106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A391408-3DEC-4662-A10A-AE02C6406F89}"/>
                    </a:ext>
                  </a:extLst>
                </p14:cNvPr>
                <p14:cNvContentPartPr/>
                <p14:nvPr/>
              </p14:nvContentPartPr>
              <p14:xfrm>
                <a:off x="3618223" y="2845785"/>
                <a:ext cx="1373760" cy="4539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A391408-3DEC-4662-A10A-AE02C6406F89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3600223" y="2828145"/>
                  <a:ext cx="140940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969653C-290A-46FA-83F5-47AF79D96A29}"/>
                    </a:ext>
                  </a:extLst>
                </p14:cNvPr>
                <p14:cNvContentPartPr/>
                <p14:nvPr/>
              </p14:nvContentPartPr>
              <p14:xfrm>
                <a:off x="4863823" y="2625465"/>
                <a:ext cx="237240" cy="501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969653C-290A-46FA-83F5-47AF79D96A29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846183" y="2607465"/>
                  <a:ext cx="272880" cy="53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7C4F657-FF89-4DE2-A755-C50A63774C3D}"/>
                    </a:ext>
                  </a:extLst>
                </p14:cNvPr>
                <p14:cNvContentPartPr/>
                <p14:nvPr/>
              </p14:nvContentPartPr>
              <p14:xfrm>
                <a:off x="4149223" y="3391185"/>
                <a:ext cx="267120" cy="302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7C4F657-FF89-4DE2-A755-C50A63774C3D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4131583" y="3373185"/>
                  <a:ext cx="30276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9C26D70E-F5F6-4485-99D7-666CC37C8A78}"/>
                    </a:ext>
                  </a:extLst>
                </p14:cNvPr>
                <p14:cNvContentPartPr/>
                <p14:nvPr/>
              </p14:nvContentPartPr>
              <p14:xfrm>
                <a:off x="4520383" y="3322425"/>
                <a:ext cx="66600" cy="2131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9C26D70E-F5F6-4485-99D7-666CC37C8A78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4502743" y="3304785"/>
                  <a:ext cx="1022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A3A57FC-CB73-40EE-996D-D284B1309BEA}"/>
                    </a:ext>
                  </a:extLst>
                </p14:cNvPr>
                <p14:cNvContentPartPr/>
                <p14:nvPr/>
              </p14:nvContentPartPr>
              <p14:xfrm>
                <a:off x="5109343" y="2879625"/>
                <a:ext cx="451440" cy="23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A3A57FC-CB73-40EE-996D-D284B1309BEA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5091343" y="2861985"/>
                  <a:ext cx="48708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19BD94AF-51B3-4D30-BAB6-B4FBDEE85C09}"/>
              </a:ext>
            </a:extLst>
          </p:cNvPr>
          <p:cNvGrpSpPr/>
          <p:nvPr/>
        </p:nvGrpSpPr>
        <p:grpSpPr>
          <a:xfrm>
            <a:off x="6214183" y="892425"/>
            <a:ext cx="2844360" cy="1592280"/>
            <a:chOff x="6214183" y="892425"/>
            <a:chExt cx="2844360" cy="1592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82425C8-0C15-447F-9067-BE61BD03CBE2}"/>
                    </a:ext>
                  </a:extLst>
                </p14:cNvPr>
                <p14:cNvContentPartPr/>
                <p14:nvPr/>
              </p14:nvContentPartPr>
              <p14:xfrm>
                <a:off x="6282583" y="1177905"/>
                <a:ext cx="371520" cy="487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82425C8-0C15-447F-9067-BE61BD03CBE2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264583" y="1160265"/>
                  <a:ext cx="40716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8DA6A9D-9221-4A38-8E95-A25419F8E8D2}"/>
                    </a:ext>
                  </a:extLst>
                </p14:cNvPr>
                <p14:cNvContentPartPr/>
                <p14:nvPr/>
              </p14:nvContentPartPr>
              <p14:xfrm>
                <a:off x="6214183" y="1173585"/>
                <a:ext cx="245520" cy="243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8DA6A9D-9221-4A38-8E95-A25419F8E8D2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6196543" y="1155945"/>
                  <a:ext cx="28116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8170F97-7F9F-4309-9C86-C9BFC74969FC}"/>
                    </a:ext>
                  </a:extLst>
                </p14:cNvPr>
                <p14:cNvContentPartPr/>
                <p14:nvPr/>
              </p14:nvContentPartPr>
              <p14:xfrm>
                <a:off x="6670663" y="892425"/>
                <a:ext cx="53640" cy="2433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8170F97-7F9F-4309-9C86-C9BFC74969FC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6653023" y="874425"/>
                  <a:ext cx="892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75FE9D0-3C5E-413A-BE89-804540993FC1}"/>
                    </a:ext>
                  </a:extLst>
                </p14:cNvPr>
                <p14:cNvContentPartPr/>
                <p14:nvPr/>
              </p14:nvContentPartPr>
              <p14:xfrm>
                <a:off x="6685423" y="1590825"/>
                <a:ext cx="224640" cy="244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75FE9D0-3C5E-413A-BE89-804540993FC1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6667783" y="1573185"/>
                  <a:ext cx="260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594E8B3-9E21-4DFE-8F94-84B67AC13167}"/>
                    </a:ext>
                  </a:extLst>
                </p14:cNvPr>
                <p14:cNvContentPartPr/>
                <p14:nvPr/>
              </p14:nvContentPartPr>
              <p14:xfrm>
                <a:off x="6690103" y="1752465"/>
                <a:ext cx="243720" cy="1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594E8B3-9E21-4DFE-8F94-84B67AC13167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6672103" y="1734465"/>
                  <a:ext cx="279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1AE6162-2BD3-4CF8-9DD4-EEEEB21AA527}"/>
                    </a:ext>
                  </a:extLst>
                </p14:cNvPr>
                <p14:cNvContentPartPr/>
                <p14:nvPr/>
              </p14:nvContentPartPr>
              <p14:xfrm>
                <a:off x="7259623" y="1263945"/>
                <a:ext cx="192240" cy="2160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1AE6162-2BD3-4CF8-9DD4-EEEEB21AA527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241623" y="1246305"/>
                  <a:ext cx="22788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3DF61EA5-5985-4494-9C99-DB1BB6A57350}"/>
                    </a:ext>
                  </a:extLst>
                </p14:cNvPr>
                <p14:cNvContentPartPr/>
                <p14:nvPr/>
              </p14:nvContentPartPr>
              <p14:xfrm>
                <a:off x="7178623" y="1642305"/>
                <a:ext cx="471960" cy="43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3DF61EA5-5985-4494-9C99-DB1BB6A57350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7160623" y="1624665"/>
                  <a:ext cx="507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418D8894-6E56-41DE-BFB8-26DF6789CE49}"/>
                    </a:ext>
                  </a:extLst>
                </p14:cNvPr>
                <p14:cNvContentPartPr/>
                <p14:nvPr/>
              </p14:nvContentPartPr>
              <p14:xfrm>
                <a:off x="7154863" y="1876305"/>
                <a:ext cx="225000" cy="3697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418D8894-6E56-41DE-BFB8-26DF6789CE49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7137223" y="1858305"/>
                  <a:ext cx="260640" cy="40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F2CA1B6-5A81-4EC6-8973-2374D581D90C}"/>
                    </a:ext>
                  </a:extLst>
                </p14:cNvPr>
                <p14:cNvContentPartPr/>
                <p14:nvPr/>
              </p14:nvContentPartPr>
              <p14:xfrm>
                <a:off x="7460143" y="1823745"/>
                <a:ext cx="57960" cy="260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F2CA1B6-5A81-4EC6-8973-2374D581D90C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7442143" y="1806105"/>
                  <a:ext cx="936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69606F1-8C8C-484E-8473-780058F9E7A9}"/>
                    </a:ext>
                  </a:extLst>
                </p14:cNvPr>
                <p14:cNvContentPartPr/>
                <p14:nvPr/>
              </p14:nvContentPartPr>
              <p14:xfrm>
                <a:off x="7974223" y="1529625"/>
                <a:ext cx="9000" cy="3103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69606F1-8C8C-484E-8473-780058F9E7A9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7956583" y="1511625"/>
                  <a:ext cx="446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4592572-9788-4203-B041-76DD40830993}"/>
                    </a:ext>
                  </a:extLst>
                </p14:cNvPr>
                <p14:cNvContentPartPr/>
                <p14:nvPr/>
              </p14:nvContentPartPr>
              <p14:xfrm>
                <a:off x="7848223" y="1709625"/>
                <a:ext cx="219960" cy="90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4592572-9788-4203-B041-76DD40830993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30583" y="1691625"/>
                  <a:ext cx="25560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87ECA81-F075-4E4A-88B2-C8CB0671725C}"/>
                    </a:ext>
                  </a:extLst>
                </p14:cNvPr>
                <p14:cNvContentPartPr/>
                <p14:nvPr/>
              </p14:nvContentPartPr>
              <p14:xfrm>
                <a:off x="8445823" y="1192665"/>
                <a:ext cx="237240" cy="257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87ECA81-F075-4E4A-88B2-C8CB0671725C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8427823" y="1174665"/>
                  <a:ext cx="27288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331525F-E734-41DB-B576-9BF12AAAC196}"/>
                    </a:ext>
                  </a:extLst>
                </p14:cNvPr>
                <p14:cNvContentPartPr/>
                <p14:nvPr/>
              </p14:nvContentPartPr>
              <p14:xfrm>
                <a:off x="8360503" y="1675065"/>
                <a:ext cx="589320" cy="147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331525F-E734-41DB-B576-9BF12AAAC196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8342503" y="1657425"/>
                  <a:ext cx="6249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07B1A0-76AD-4B9F-B244-CFAF46A54C7B}"/>
                    </a:ext>
                  </a:extLst>
                </p14:cNvPr>
                <p14:cNvContentPartPr/>
                <p14:nvPr/>
              </p14:nvContentPartPr>
              <p14:xfrm>
                <a:off x="8236303" y="2158185"/>
                <a:ext cx="173520" cy="3265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07B1A0-76AD-4B9F-B244-CFAF46A54C7B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8218303" y="2140185"/>
                  <a:ext cx="209160" cy="36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9CC3DA6-08D2-41BE-B66A-99FA79BCCD55}"/>
                    </a:ext>
                  </a:extLst>
                </p14:cNvPr>
                <p14:cNvContentPartPr/>
                <p14:nvPr/>
              </p14:nvContentPartPr>
              <p14:xfrm>
                <a:off x="8328463" y="1978185"/>
                <a:ext cx="6840" cy="846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9CC3DA6-08D2-41BE-B66A-99FA79BCCD55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8310463" y="1960185"/>
                  <a:ext cx="424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7E9AA88-CA8F-4673-B5F8-390D8550E6B5}"/>
                    </a:ext>
                  </a:extLst>
                </p14:cNvPr>
                <p14:cNvContentPartPr/>
                <p14:nvPr/>
              </p14:nvContentPartPr>
              <p14:xfrm>
                <a:off x="8488303" y="2062425"/>
                <a:ext cx="209880" cy="1875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7E9AA88-CA8F-4673-B5F8-390D8550E6B5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8470663" y="2044785"/>
                  <a:ext cx="24552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9F66952-CF67-4BDC-A873-F7443442828E}"/>
                    </a:ext>
                  </a:extLst>
                </p14:cNvPr>
                <p14:cNvContentPartPr/>
                <p14:nvPr/>
              </p14:nvContentPartPr>
              <p14:xfrm>
                <a:off x="8791423" y="1893945"/>
                <a:ext cx="141120" cy="340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9F66952-CF67-4BDC-A873-F7443442828E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8773423" y="1875945"/>
                  <a:ext cx="17676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368AC56-A415-4542-972D-7DC3957A429B}"/>
                    </a:ext>
                  </a:extLst>
                </p14:cNvPr>
                <p14:cNvContentPartPr/>
                <p14:nvPr/>
              </p14:nvContentPartPr>
              <p14:xfrm>
                <a:off x="8991943" y="1803945"/>
                <a:ext cx="66600" cy="277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368AC56-A415-4542-972D-7DC3957A429B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8973943" y="1785945"/>
                  <a:ext cx="102240" cy="31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1A827E2B-8F5F-4D96-BCAC-CA617AE5880B}"/>
              </a:ext>
            </a:extLst>
          </p:cNvPr>
          <p:cNvGrpSpPr/>
          <p:nvPr/>
        </p:nvGrpSpPr>
        <p:grpSpPr>
          <a:xfrm>
            <a:off x="6141823" y="2779905"/>
            <a:ext cx="3498840" cy="1603080"/>
            <a:chOff x="6141823" y="2779905"/>
            <a:chExt cx="3498840" cy="160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68542234-F951-4FE3-9E93-5FAA70EAFE2C}"/>
                    </a:ext>
                  </a:extLst>
                </p14:cNvPr>
                <p14:cNvContentPartPr/>
                <p14:nvPr/>
              </p14:nvContentPartPr>
              <p14:xfrm>
                <a:off x="7421263" y="2779905"/>
                <a:ext cx="239760" cy="42444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68542234-F951-4FE3-9E93-5FAA70EAFE2C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7403263" y="2761905"/>
                  <a:ext cx="2754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1DC80FA-918B-44D6-BEF2-49D4C7AE91F4}"/>
                    </a:ext>
                  </a:extLst>
                </p14:cNvPr>
                <p14:cNvContentPartPr/>
                <p14:nvPr/>
              </p14:nvContentPartPr>
              <p14:xfrm>
                <a:off x="6141823" y="3649665"/>
                <a:ext cx="695880" cy="7333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1DC80FA-918B-44D6-BEF2-49D4C7AE91F4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6123823" y="3632025"/>
                  <a:ext cx="731520" cy="76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8497E51-BAC5-44C0-8B29-107189800A2B}"/>
                    </a:ext>
                  </a:extLst>
                </p14:cNvPr>
                <p14:cNvContentPartPr/>
                <p14:nvPr/>
              </p14:nvContentPartPr>
              <p14:xfrm>
                <a:off x="6692263" y="3546705"/>
                <a:ext cx="234000" cy="2808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8497E51-BAC5-44C0-8B29-107189800A2B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674263" y="3529065"/>
                  <a:ext cx="2696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AFA9DCD-EBC1-47AA-85D7-A5C4B0C9369D}"/>
                    </a:ext>
                  </a:extLst>
                </p14:cNvPr>
                <p14:cNvContentPartPr/>
                <p14:nvPr/>
              </p14:nvContentPartPr>
              <p14:xfrm>
                <a:off x="7127143" y="3404145"/>
                <a:ext cx="1256400" cy="2484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AFA9DCD-EBC1-47AA-85D7-A5C4B0C9369D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109503" y="3386145"/>
                  <a:ext cx="1292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710FF91-DAEB-42E7-A834-2EBBBE29ABF4}"/>
                    </a:ext>
                  </a:extLst>
                </p14:cNvPr>
                <p14:cNvContentPartPr/>
                <p14:nvPr/>
              </p14:nvContentPartPr>
              <p14:xfrm>
                <a:off x="7088623" y="3641025"/>
                <a:ext cx="169920" cy="4039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710FF91-DAEB-42E7-A834-2EBBBE29ABF4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070983" y="3623385"/>
                  <a:ext cx="2055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40B10FF-60F8-4037-95CE-A65927FE191E}"/>
                    </a:ext>
                  </a:extLst>
                </p14:cNvPr>
                <p14:cNvContentPartPr/>
                <p14:nvPr/>
              </p14:nvContentPartPr>
              <p14:xfrm>
                <a:off x="7357543" y="3601065"/>
                <a:ext cx="113760" cy="1850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40B10FF-60F8-4037-95CE-A65927FE191E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339543" y="3583425"/>
                  <a:ext cx="149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5D5901A4-FD6D-4729-AB65-A22025AD1FF5}"/>
                    </a:ext>
                  </a:extLst>
                </p14:cNvPr>
                <p14:cNvContentPartPr/>
                <p14:nvPr/>
              </p14:nvContentPartPr>
              <p14:xfrm>
                <a:off x="7530343" y="3741105"/>
                <a:ext cx="23760" cy="24480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5D5901A4-FD6D-4729-AB65-A22025AD1FF5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7512703" y="3723465"/>
                  <a:ext cx="594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8F4831E-B3E1-45AB-9245-2E0302BD1979}"/>
                    </a:ext>
                  </a:extLst>
                </p14:cNvPr>
                <p14:cNvContentPartPr/>
                <p14:nvPr/>
              </p14:nvContentPartPr>
              <p14:xfrm>
                <a:off x="7430263" y="3904185"/>
                <a:ext cx="151920" cy="36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8F4831E-B3E1-45AB-9245-2E0302BD1979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7412263" y="3886185"/>
                  <a:ext cx="187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D33FEDD-E4BF-4A42-8396-74E8FC31DCC3}"/>
                    </a:ext>
                  </a:extLst>
                </p14:cNvPr>
                <p14:cNvContentPartPr/>
                <p14:nvPr/>
              </p14:nvContentPartPr>
              <p14:xfrm>
                <a:off x="7696663" y="3799785"/>
                <a:ext cx="167040" cy="185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D33FEDD-E4BF-4A42-8396-74E8FC31DCC3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7678663" y="3782145"/>
                  <a:ext cx="2026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92892B15-DD24-42CE-A520-8B4C60F58C9A}"/>
                    </a:ext>
                  </a:extLst>
                </p14:cNvPr>
                <p14:cNvContentPartPr/>
                <p14:nvPr/>
              </p14:nvContentPartPr>
              <p14:xfrm>
                <a:off x="7893223" y="3594945"/>
                <a:ext cx="136800" cy="14544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92892B15-DD24-42CE-A520-8B4C60F58C9A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7875223" y="3577305"/>
                  <a:ext cx="172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76F919D1-969A-4F3C-95CC-147AC2E76A83}"/>
                    </a:ext>
                  </a:extLst>
                </p14:cNvPr>
                <p14:cNvContentPartPr/>
                <p14:nvPr/>
              </p14:nvContentPartPr>
              <p14:xfrm>
                <a:off x="8033983" y="3552465"/>
                <a:ext cx="141120" cy="43596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76F919D1-969A-4F3C-95CC-147AC2E76A83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015983" y="3534825"/>
                  <a:ext cx="1767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B1F6DDE-DD7C-44EA-BD7C-7C5B05124CA7}"/>
                    </a:ext>
                  </a:extLst>
                </p14:cNvPr>
                <p14:cNvContentPartPr/>
                <p14:nvPr/>
              </p14:nvContentPartPr>
              <p14:xfrm>
                <a:off x="8159623" y="3582705"/>
                <a:ext cx="207720" cy="18216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B1F6DDE-DD7C-44EA-BD7C-7C5B05124CA7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8141623" y="3564705"/>
                  <a:ext cx="243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A9C91B6B-C713-4CAB-BAC8-E7FDE37AC722}"/>
                    </a:ext>
                  </a:extLst>
                </p14:cNvPr>
                <p14:cNvContentPartPr/>
                <p14:nvPr/>
              </p14:nvContentPartPr>
              <p14:xfrm>
                <a:off x="8626903" y="3369585"/>
                <a:ext cx="237240" cy="324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A9C91B6B-C713-4CAB-BAC8-E7FDE37AC722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8609263" y="3351945"/>
                  <a:ext cx="272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618C0A9-6B90-4F61-B8A0-9D2E6796D78B}"/>
                    </a:ext>
                  </a:extLst>
                </p14:cNvPr>
                <p14:cNvContentPartPr/>
                <p14:nvPr/>
              </p14:nvContentPartPr>
              <p14:xfrm>
                <a:off x="8654623" y="3525465"/>
                <a:ext cx="252000" cy="104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618C0A9-6B90-4F61-B8A0-9D2E6796D78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8636983" y="3507825"/>
                  <a:ext cx="287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5F10B900-A016-47B1-B7E0-33CEFBD6DDD1}"/>
                    </a:ext>
                  </a:extLst>
                </p14:cNvPr>
                <p14:cNvContentPartPr/>
                <p14:nvPr/>
              </p14:nvContentPartPr>
              <p14:xfrm>
                <a:off x="9196783" y="3025785"/>
                <a:ext cx="281880" cy="3056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5F10B900-A016-47B1-B7E0-33CEFBD6DDD1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178783" y="3008145"/>
                  <a:ext cx="3175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A169E81C-A603-4194-B8D5-229A4368AE03}"/>
                    </a:ext>
                  </a:extLst>
                </p14:cNvPr>
                <p14:cNvContentPartPr/>
                <p14:nvPr/>
              </p14:nvContentPartPr>
              <p14:xfrm>
                <a:off x="9158263" y="3491265"/>
                <a:ext cx="482400" cy="756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A169E81C-A603-4194-B8D5-229A4368AE03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9140263" y="3473265"/>
                  <a:ext cx="518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C3E0ED2-A4CE-4A03-A58C-47CA3A7A6659}"/>
                    </a:ext>
                  </a:extLst>
                </p14:cNvPr>
                <p14:cNvContentPartPr/>
                <p14:nvPr/>
              </p14:nvContentPartPr>
              <p14:xfrm>
                <a:off x="9204703" y="3689265"/>
                <a:ext cx="212040" cy="27900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C3E0ED2-A4CE-4A03-A58C-47CA3A7A6659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9186703" y="3671265"/>
                  <a:ext cx="2476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9876EE4-F678-480F-92A3-994C7E354C3C}"/>
                    </a:ext>
                  </a:extLst>
                </p14:cNvPr>
                <p14:cNvContentPartPr/>
                <p14:nvPr/>
              </p14:nvContentPartPr>
              <p14:xfrm>
                <a:off x="9497383" y="3645345"/>
                <a:ext cx="45000" cy="199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9876EE4-F678-480F-92A3-994C7E354C3C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9479743" y="3627705"/>
                  <a:ext cx="8064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5">
            <p14:nvContentPartPr>
              <p14:cNvPr id="137" name="Ink 136">
                <a:extLst>
                  <a:ext uri="{FF2B5EF4-FFF2-40B4-BE49-F238E27FC236}">
                    <a16:creationId xmlns:a16="http://schemas.microsoft.com/office/drawing/2014/main" id="{C05569D8-5140-4B61-85CC-EE3FEC721187}"/>
                  </a:ext>
                </a:extLst>
              </p14:cNvPr>
              <p14:cNvContentPartPr/>
              <p14:nvPr/>
            </p14:nvContentPartPr>
            <p14:xfrm>
              <a:off x="6165223" y="4388385"/>
              <a:ext cx="360" cy="6120"/>
            </p14:xfrm>
          </p:contentPart>
        </mc:Choice>
        <mc:Fallback>
          <p:pic>
            <p:nvPicPr>
              <p:cNvPr id="137" name="Ink 136">
                <a:extLst>
                  <a:ext uri="{FF2B5EF4-FFF2-40B4-BE49-F238E27FC236}">
                    <a16:creationId xmlns:a16="http://schemas.microsoft.com/office/drawing/2014/main" id="{C05569D8-5140-4B61-85CC-EE3FEC721187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6147223" y="4370745"/>
                <a:ext cx="36000" cy="4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64" name="Group 163">
            <a:extLst>
              <a:ext uri="{FF2B5EF4-FFF2-40B4-BE49-F238E27FC236}">
                <a16:creationId xmlns:a16="http://schemas.microsoft.com/office/drawing/2014/main" id="{97A6CEB3-B6BA-4DE4-AC7E-36011CA57B2F}"/>
              </a:ext>
            </a:extLst>
          </p:cNvPr>
          <p:cNvGrpSpPr/>
          <p:nvPr/>
        </p:nvGrpSpPr>
        <p:grpSpPr>
          <a:xfrm>
            <a:off x="895903" y="3878265"/>
            <a:ext cx="5310360" cy="2588400"/>
            <a:chOff x="895903" y="3878265"/>
            <a:chExt cx="5310360" cy="2588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94E5AC5-1B38-4A9A-9D5F-965F4219E8AA}"/>
                    </a:ext>
                  </a:extLst>
                </p14:cNvPr>
                <p14:cNvContentPartPr/>
                <p14:nvPr/>
              </p14:nvContentPartPr>
              <p14:xfrm>
                <a:off x="898423" y="4151145"/>
                <a:ext cx="286920" cy="4161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94E5AC5-1B38-4A9A-9D5F-965F4219E8AA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880783" y="4133145"/>
                  <a:ext cx="3225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30DD6E9-8CF3-48EE-87EF-B5ADE0E2465A}"/>
                    </a:ext>
                  </a:extLst>
                </p14:cNvPr>
                <p14:cNvContentPartPr/>
                <p14:nvPr/>
              </p14:nvContentPartPr>
              <p14:xfrm>
                <a:off x="895903" y="4029825"/>
                <a:ext cx="168840" cy="270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30DD6E9-8CF3-48EE-87EF-B5ADE0E2465A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878263" y="4012185"/>
                  <a:ext cx="2044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7C01831-D244-4C00-B68C-FC52B8D21EBA}"/>
                    </a:ext>
                  </a:extLst>
                </p14:cNvPr>
                <p14:cNvContentPartPr/>
                <p14:nvPr/>
              </p14:nvContentPartPr>
              <p14:xfrm>
                <a:off x="1275703" y="4409985"/>
                <a:ext cx="260640" cy="90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7C01831-D244-4C00-B68C-FC52B8D21EBA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257703" y="4391985"/>
                  <a:ext cx="2962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AEA43B04-2957-4FB4-B7AE-5D467DAF5E1E}"/>
                    </a:ext>
                  </a:extLst>
                </p14:cNvPr>
                <p14:cNvContentPartPr/>
                <p14:nvPr/>
              </p14:nvContentPartPr>
              <p14:xfrm>
                <a:off x="1335463" y="4505745"/>
                <a:ext cx="179640" cy="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AEA43B04-2957-4FB4-B7AE-5D467DAF5E1E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317463" y="4487745"/>
                  <a:ext cx="2152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F2688C4-13DA-4A4B-8150-52A1875D20BC}"/>
                    </a:ext>
                  </a:extLst>
                </p14:cNvPr>
                <p14:cNvContentPartPr/>
                <p14:nvPr/>
              </p14:nvContentPartPr>
              <p14:xfrm>
                <a:off x="1743343" y="4161225"/>
                <a:ext cx="315720" cy="4748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F2688C4-13DA-4A4B-8150-52A1875D20BC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725343" y="4143585"/>
                  <a:ext cx="35136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CACDA17-556B-41B9-961F-D833A28F1762}"/>
                    </a:ext>
                  </a:extLst>
                </p14:cNvPr>
                <p14:cNvContentPartPr/>
                <p14:nvPr/>
              </p14:nvContentPartPr>
              <p14:xfrm>
                <a:off x="1713103" y="4158345"/>
                <a:ext cx="209520" cy="183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CACDA17-556B-41B9-961F-D833A28F1762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695103" y="4140705"/>
                  <a:ext cx="245160" cy="21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8F55629-BBFE-4095-B7D3-F42BEF2EC3B0}"/>
                    </a:ext>
                  </a:extLst>
                </p14:cNvPr>
                <p14:cNvContentPartPr/>
                <p14:nvPr/>
              </p14:nvContentPartPr>
              <p14:xfrm>
                <a:off x="2176063" y="3878265"/>
                <a:ext cx="4680" cy="15912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8F55629-BBFE-4095-B7D3-F42BEF2EC3B0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2158063" y="3860625"/>
                  <a:ext cx="40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5126021-AF24-41DD-B453-7638F0B74352}"/>
                    </a:ext>
                  </a:extLst>
                </p14:cNvPr>
                <p14:cNvContentPartPr/>
                <p14:nvPr/>
              </p14:nvContentPartPr>
              <p14:xfrm>
                <a:off x="2294863" y="4317105"/>
                <a:ext cx="145800" cy="2692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5126021-AF24-41DD-B453-7638F0B74352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2276863" y="4299105"/>
                  <a:ext cx="18144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692FAF8-8E34-45A9-A411-6F6FF799F5B1}"/>
                    </a:ext>
                  </a:extLst>
                </p14:cNvPr>
                <p14:cNvContentPartPr/>
                <p14:nvPr/>
              </p14:nvContentPartPr>
              <p14:xfrm>
                <a:off x="2561983" y="4404225"/>
                <a:ext cx="85680" cy="2019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692FAF8-8E34-45A9-A411-6F6FF799F5B1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2544343" y="4386225"/>
                  <a:ext cx="1213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D48742A-B09C-47D0-BDAC-BEBC3641D934}"/>
                    </a:ext>
                  </a:extLst>
                </p14:cNvPr>
                <p14:cNvContentPartPr/>
                <p14:nvPr/>
              </p14:nvContentPartPr>
              <p14:xfrm>
                <a:off x="2570623" y="4172745"/>
                <a:ext cx="360" cy="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D48742A-B09C-47D0-BDAC-BEBC3641D93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552623" y="41547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23B3B48-49A3-479C-9B1F-846C5D6BE70B}"/>
                    </a:ext>
                  </a:extLst>
                </p14:cNvPr>
                <p14:cNvContentPartPr/>
                <p14:nvPr/>
              </p14:nvContentPartPr>
              <p14:xfrm>
                <a:off x="2984623" y="4161225"/>
                <a:ext cx="13320" cy="426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23B3B48-49A3-479C-9B1F-846C5D6BE70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966623" y="4143585"/>
                  <a:ext cx="4896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D100541-AB87-494D-8964-682BA8695611}"/>
                    </a:ext>
                  </a:extLst>
                </p14:cNvPr>
                <p14:cNvContentPartPr/>
                <p14:nvPr/>
              </p14:nvContentPartPr>
              <p14:xfrm>
                <a:off x="2811823" y="4079505"/>
                <a:ext cx="378000" cy="48780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D100541-AB87-494D-8964-682BA869561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93823" y="4061865"/>
                  <a:ext cx="41364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18A23DA-5E90-41F8-9040-C1050D307D61}"/>
                    </a:ext>
                  </a:extLst>
                </p14:cNvPr>
                <p14:cNvContentPartPr/>
                <p14:nvPr/>
              </p14:nvContentPartPr>
              <p14:xfrm>
                <a:off x="3252103" y="4411425"/>
                <a:ext cx="163440" cy="17172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18A23DA-5E90-41F8-9040-C1050D307D6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234463" y="4393785"/>
                  <a:ext cx="199080" cy="20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878828DF-F6BE-454D-A028-9B7CA658E943}"/>
                    </a:ext>
                  </a:extLst>
                </p14:cNvPr>
                <p14:cNvContentPartPr/>
                <p14:nvPr/>
              </p14:nvContentPartPr>
              <p14:xfrm>
                <a:off x="3411223" y="4181385"/>
                <a:ext cx="130320" cy="5961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878828DF-F6BE-454D-A028-9B7CA658E94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393223" y="4163385"/>
                  <a:ext cx="165960" cy="63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8C4B664-D596-488B-AA0A-471B56CB89E6}"/>
                    </a:ext>
                  </a:extLst>
                </p14:cNvPr>
                <p14:cNvContentPartPr/>
                <p14:nvPr/>
              </p14:nvContentPartPr>
              <p14:xfrm>
                <a:off x="3639463" y="4164105"/>
                <a:ext cx="177480" cy="330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8C4B664-D596-488B-AA0A-471B56CB89E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621463" y="4146465"/>
                  <a:ext cx="2131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12E4446-A5B0-4C0E-9669-D4C1BF19D7D0}"/>
                    </a:ext>
                  </a:extLst>
                </p14:cNvPr>
                <p14:cNvContentPartPr/>
                <p14:nvPr/>
              </p14:nvContentPartPr>
              <p14:xfrm>
                <a:off x="3844303" y="4092825"/>
                <a:ext cx="136800" cy="671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12E4446-A5B0-4C0E-9669-D4C1BF19D7D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826303" y="4074825"/>
                  <a:ext cx="17244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DFB851F-2BB7-4EB0-BD7C-0E086F683612}"/>
                    </a:ext>
                  </a:extLst>
                </p14:cNvPr>
                <p14:cNvContentPartPr/>
                <p14:nvPr/>
              </p14:nvContentPartPr>
              <p14:xfrm>
                <a:off x="4202503" y="4398465"/>
                <a:ext cx="186120" cy="504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DFB851F-2BB7-4EB0-BD7C-0E086F68361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4184863" y="4380465"/>
                  <a:ext cx="2217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5745ADC-9CBE-46CA-96FA-12FB7FE1B1FD}"/>
                    </a:ext>
                  </a:extLst>
                </p14:cNvPr>
                <p14:cNvContentPartPr/>
                <p14:nvPr/>
              </p14:nvContentPartPr>
              <p14:xfrm>
                <a:off x="4264423" y="4495665"/>
                <a:ext cx="168840" cy="3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5745ADC-9CBE-46CA-96FA-12FB7FE1B1FD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4246783" y="4477665"/>
                  <a:ext cx="204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E57CF7E-5286-4778-9FB9-0F715B165C60}"/>
                    </a:ext>
                  </a:extLst>
                </p14:cNvPr>
                <p14:cNvContentPartPr/>
                <p14:nvPr/>
              </p14:nvContentPartPr>
              <p14:xfrm>
                <a:off x="4799743" y="4209825"/>
                <a:ext cx="25920" cy="424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E57CF7E-5286-4778-9FB9-0F715B165C6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82103" y="4192185"/>
                  <a:ext cx="6156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F8E5D992-94AD-4059-9DBB-365D707478BA}"/>
                    </a:ext>
                  </a:extLst>
                </p14:cNvPr>
                <p14:cNvContentPartPr/>
                <p14:nvPr/>
              </p14:nvContentPartPr>
              <p14:xfrm>
                <a:off x="4644223" y="4131345"/>
                <a:ext cx="406080" cy="4708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F8E5D992-94AD-4059-9DBB-365D707478B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626223" y="4113345"/>
                  <a:ext cx="44172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A524E11-1D6D-4085-A3A3-2EDB5BCE3E2C}"/>
                    </a:ext>
                  </a:extLst>
                </p14:cNvPr>
                <p14:cNvContentPartPr/>
                <p14:nvPr/>
              </p14:nvContentPartPr>
              <p14:xfrm>
                <a:off x="5150743" y="4418625"/>
                <a:ext cx="87120" cy="19188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A524E11-1D6D-4085-A3A3-2EDB5BCE3E2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132743" y="4400625"/>
                  <a:ext cx="1227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ADEF6E7-0B9F-448D-920E-4414B0A97E09}"/>
                    </a:ext>
                  </a:extLst>
                </p14:cNvPr>
                <p14:cNvContentPartPr/>
                <p14:nvPr/>
              </p14:nvContentPartPr>
              <p14:xfrm>
                <a:off x="5282143" y="4127025"/>
                <a:ext cx="115560" cy="7920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ADEF6E7-0B9F-448D-920E-4414B0A97E0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5264143" y="4109025"/>
                  <a:ext cx="151200" cy="82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72B4145-46B3-4681-B2ED-4D357E643D71}"/>
                    </a:ext>
                  </a:extLst>
                </p14:cNvPr>
                <p14:cNvContentPartPr/>
                <p14:nvPr/>
              </p14:nvContentPartPr>
              <p14:xfrm>
                <a:off x="5476183" y="4275705"/>
                <a:ext cx="173160" cy="3160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72B4145-46B3-4681-B2ED-4D357E643D7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458183" y="4257705"/>
                  <a:ext cx="20880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265767C-270B-42FF-8F4C-545F469B37A7}"/>
                    </a:ext>
                  </a:extLst>
                </p14:cNvPr>
                <p14:cNvContentPartPr/>
                <p14:nvPr/>
              </p14:nvContentPartPr>
              <p14:xfrm>
                <a:off x="5439823" y="4089945"/>
                <a:ext cx="297000" cy="3531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265767C-270B-42FF-8F4C-545F469B37A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422183" y="4071945"/>
                  <a:ext cx="3326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131FE91-1D0A-427E-BB4A-916CC4FE58D2}"/>
                    </a:ext>
                  </a:extLst>
                </p14:cNvPr>
                <p14:cNvContentPartPr/>
                <p14:nvPr/>
              </p14:nvContentPartPr>
              <p14:xfrm>
                <a:off x="5791903" y="4121265"/>
                <a:ext cx="162360" cy="8820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131FE91-1D0A-427E-BB4A-916CC4FE58D2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773903" y="4103625"/>
                  <a:ext cx="198000" cy="9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60DBBE56-4EDB-4E79-8C5A-9FA57310453B}"/>
                    </a:ext>
                  </a:extLst>
                </p14:cNvPr>
                <p14:cNvContentPartPr/>
                <p14:nvPr/>
              </p14:nvContentPartPr>
              <p14:xfrm>
                <a:off x="3003703" y="4914345"/>
                <a:ext cx="19440" cy="23868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60DBBE56-4EDB-4E79-8C5A-9FA57310453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2985703" y="4896345"/>
                  <a:ext cx="5508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39D8EB2-5D93-446E-9C03-174B56911938}"/>
                    </a:ext>
                  </a:extLst>
                </p14:cNvPr>
                <p14:cNvContentPartPr/>
                <p14:nvPr/>
              </p14:nvContentPartPr>
              <p14:xfrm>
                <a:off x="2807503" y="4857105"/>
                <a:ext cx="358920" cy="1620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39D8EB2-5D93-446E-9C03-174B5691193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2789503" y="4839105"/>
                  <a:ext cx="3945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93309EF-9816-4AD0-8C94-9A92ACDF6AA3}"/>
                    </a:ext>
                  </a:extLst>
                </p14:cNvPr>
                <p14:cNvContentPartPr/>
                <p14:nvPr/>
              </p14:nvContentPartPr>
              <p14:xfrm>
                <a:off x="2828743" y="5257065"/>
                <a:ext cx="318240" cy="756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93309EF-9816-4AD0-8C94-9A92ACDF6AA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810743" y="5239425"/>
                  <a:ext cx="3538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F5FBF53-1BB9-48F7-839B-709B219F9436}"/>
                    </a:ext>
                  </a:extLst>
                </p14:cNvPr>
                <p14:cNvContentPartPr/>
                <p14:nvPr/>
              </p14:nvContentPartPr>
              <p14:xfrm>
                <a:off x="3129703" y="5050065"/>
                <a:ext cx="324720" cy="1202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F5FBF53-1BB9-48F7-839B-709B219F9436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3111703" y="5032065"/>
                  <a:ext cx="3603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D6FE23E-16BD-4415-8CCD-B5278E0A880E}"/>
                    </a:ext>
                  </a:extLst>
                </p14:cNvPr>
                <p14:cNvContentPartPr/>
                <p14:nvPr/>
              </p14:nvContentPartPr>
              <p14:xfrm>
                <a:off x="3526423" y="4915785"/>
                <a:ext cx="322560" cy="4532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D6FE23E-16BD-4415-8CCD-B5278E0A880E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3508423" y="4897785"/>
                  <a:ext cx="35820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4912F64-49B3-4ECD-B86C-E99D20F804B2}"/>
                    </a:ext>
                  </a:extLst>
                </p14:cNvPr>
                <p14:cNvContentPartPr/>
                <p14:nvPr/>
              </p14:nvContentPartPr>
              <p14:xfrm>
                <a:off x="3649903" y="4902825"/>
                <a:ext cx="151920" cy="1432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4912F64-49B3-4ECD-B86C-E99D20F804B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632263" y="4884825"/>
                  <a:ext cx="18756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F898C31B-7D08-4E85-957F-2AB666C317E6}"/>
                    </a:ext>
                  </a:extLst>
                </p14:cNvPr>
                <p14:cNvContentPartPr/>
                <p14:nvPr/>
              </p14:nvContentPartPr>
              <p14:xfrm>
                <a:off x="3863383" y="4855665"/>
                <a:ext cx="111240" cy="4845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F898C31B-7D08-4E85-957F-2AB666C317E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845383" y="4837665"/>
                  <a:ext cx="146880" cy="52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AF3C6237-3CE5-4A04-8DDD-DB02084CA6DE}"/>
                    </a:ext>
                  </a:extLst>
                </p14:cNvPr>
                <p14:cNvContentPartPr/>
                <p14:nvPr/>
              </p14:nvContentPartPr>
              <p14:xfrm>
                <a:off x="4192063" y="5155545"/>
                <a:ext cx="267120" cy="648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AF3C6237-3CE5-4A04-8DDD-DB02084CA6DE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4174063" y="5137905"/>
                  <a:ext cx="302760" cy="10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1E0B6D37-5EB6-4997-8CA4-107D95977071}"/>
                    </a:ext>
                  </a:extLst>
                </p14:cNvPr>
                <p14:cNvContentPartPr/>
                <p14:nvPr/>
              </p14:nvContentPartPr>
              <p14:xfrm>
                <a:off x="4631263" y="4859985"/>
                <a:ext cx="60120" cy="2988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1E0B6D37-5EB6-4997-8CA4-107D95977071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4613623" y="4841985"/>
                  <a:ext cx="9576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E96F09F5-1746-44CC-A60B-9AD9FA5AE5B0}"/>
                    </a:ext>
                  </a:extLst>
                </p14:cNvPr>
                <p14:cNvContentPartPr/>
                <p14:nvPr/>
              </p14:nvContentPartPr>
              <p14:xfrm>
                <a:off x="4567543" y="4891305"/>
                <a:ext cx="365040" cy="118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E96F09F5-1746-44CC-A60B-9AD9FA5AE5B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4549543" y="4873665"/>
                  <a:ext cx="400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268F4DA3-6AB3-41A5-8B36-F3562A38C1E8}"/>
                    </a:ext>
                  </a:extLst>
                </p14:cNvPr>
                <p14:cNvContentPartPr/>
                <p14:nvPr/>
              </p14:nvContentPartPr>
              <p14:xfrm>
                <a:off x="4663303" y="5169945"/>
                <a:ext cx="216000" cy="2592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268F4DA3-6AB3-41A5-8B36-F3562A38C1E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4645663" y="5152305"/>
                  <a:ext cx="251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30805F9A-72E7-4BBE-A3E8-12A351A76B7C}"/>
                    </a:ext>
                  </a:extLst>
                </p14:cNvPr>
                <p14:cNvContentPartPr/>
                <p14:nvPr/>
              </p14:nvContentPartPr>
              <p14:xfrm>
                <a:off x="4985503" y="5002905"/>
                <a:ext cx="386640" cy="16308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30805F9A-72E7-4BBE-A3E8-12A351A76B7C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4967503" y="4984905"/>
                  <a:ext cx="42228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62578A77-5474-4360-B968-295930953580}"/>
                    </a:ext>
                  </a:extLst>
                </p14:cNvPr>
                <p14:cNvContentPartPr/>
                <p14:nvPr/>
              </p14:nvContentPartPr>
              <p14:xfrm>
                <a:off x="5468263" y="4808505"/>
                <a:ext cx="279000" cy="617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62578A77-5474-4360-B968-29593095358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5450623" y="4790505"/>
                  <a:ext cx="31464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03CBB95-5D05-4EC0-810E-C70B154A31DC}"/>
                    </a:ext>
                  </a:extLst>
                </p14:cNvPr>
                <p14:cNvContentPartPr/>
                <p14:nvPr/>
              </p14:nvContentPartPr>
              <p14:xfrm>
                <a:off x="5753383" y="4894185"/>
                <a:ext cx="158400" cy="33624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03CBB95-5D05-4EC0-810E-C70B154A31D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5735743" y="4876545"/>
                  <a:ext cx="19404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89DAE22-65CC-42E6-A6E9-9B5447D13837}"/>
                    </a:ext>
                  </a:extLst>
                </p14:cNvPr>
                <p14:cNvContentPartPr/>
                <p14:nvPr/>
              </p14:nvContentPartPr>
              <p14:xfrm>
                <a:off x="5621263" y="4939905"/>
                <a:ext cx="190080" cy="13608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89DAE22-65CC-42E6-A6E9-9B5447D13837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603263" y="4922265"/>
                  <a:ext cx="225720" cy="17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70547BB6-3B72-450A-9940-3EAB7A064A7C}"/>
                    </a:ext>
                  </a:extLst>
                </p14:cNvPr>
                <p14:cNvContentPartPr/>
                <p14:nvPr/>
              </p14:nvContentPartPr>
              <p14:xfrm>
                <a:off x="6003223" y="4818585"/>
                <a:ext cx="25920" cy="144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70547BB6-3B72-450A-9940-3EAB7A064A7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985223" y="4800585"/>
                  <a:ext cx="615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D8EDB28D-EFDA-4407-8829-0075EA5ADAC7}"/>
                    </a:ext>
                  </a:extLst>
                </p14:cNvPr>
                <p14:cNvContentPartPr/>
                <p14:nvPr/>
              </p14:nvContentPartPr>
              <p14:xfrm>
                <a:off x="5998903" y="4807065"/>
                <a:ext cx="207360" cy="63468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D8EDB28D-EFDA-4407-8829-0075EA5ADAC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980903" y="4789425"/>
                  <a:ext cx="243000" cy="67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645354C-2A4A-4D8D-A6CF-F05D5AFF32FA}"/>
                    </a:ext>
                  </a:extLst>
                </p14:cNvPr>
                <p14:cNvContentPartPr/>
                <p14:nvPr/>
              </p14:nvContentPartPr>
              <p14:xfrm>
                <a:off x="4720903" y="5349945"/>
                <a:ext cx="156240" cy="3132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645354C-2A4A-4D8D-A6CF-F05D5AFF32FA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702903" y="5332305"/>
                  <a:ext cx="1918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C09FB96B-0F21-429F-89B4-BDBD0896BB07}"/>
                    </a:ext>
                  </a:extLst>
                </p14:cNvPr>
                <p14:cNvContentPartPr/>
                <p14:nvPr/>
              </p14:nvContentPartPr>
              <p14:xfrm>
                <a:off x="1032343" y="5783025"/>
                <a:ext cx="226440" cy="324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C09FB96B-0F21-429F-89B4-BDBD0896BB07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14703" y="5765025"/>
                  <a:ext cx="2620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8F797DF9-D03E-46A7-A817-3033D3915D4D}"/>
                    </a:ext>
                  </a:extLst>
                </p14:cNvPr>
                <p14:cNvContentPartPr/>
                <p14:nvPr/>
              </p14:nvContentPartPr>
              <p14:xfrm>
                <a:off x="1451023" y="5451465"/>
                <a:ext cx="284760" cy="18900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8F797DF9-D03E-46A7-A817-3033D3915D4D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1433023" y="5433465"/>
                  <a:ext cx="320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E7A6AE30-34B6-4A90-B19B-7966CA140C68}"/>
                    </a:ext>
                  </a:extLst>
                </p14:cNvPr>
                <p14:cNvContentPartPr/>
                <p14:nvPr/>
              </p14:nvContentPartPr>
              <p14:xfrm>
                <a:off x="1834783" y="5281545"/>
                <a:ext cx="299160" cy="2962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E7A6AE30-34B6-4A90-B19B-7966CA140C68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816783" y="5263545"/>
                  <a:ext cx="334800" cy="33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A793453-40D2-4627-9F97-E6E179AF7B8B}"/>
                    </a:ext>
                  </a:extLst>
                </p14:cNvPr>
                <p14:cNvContentPartPr/>
                <p14:nvPr/>
              </p14:nvContentPartPr>
              <p14:xfrm>
                <a:off x="1422223" y="5750265"/>
                <a:ext cx="948240" cy="3456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A793453-40D2-4627-9F97-E6E179AF7B8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404223" y="5732625"/>
                  <a:ext cx="98388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CBC4168E-D0FE-4D05-BDB7-9C4C997B9B2A}"/>
                    </a:ext>
                  </a:extLst>
                </p14:cNvPr>
                <p14:cNvContentPartPr/>
                <p14:nvPr/>
              </p14:nvContentPartPr>
              <p14:xfrm>
                <a:off x="1171303" y="6038265"/>
                <a:ext cx="187560" cy="3135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CBC4168E-D0FE-4D05-BDB7-9C4C997B9B2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153303" y="6020265"/>
                  <a:ext cx="223200" cy="34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6671C26-1877-44A8-9195-AF6089932CDE}"/>
                    </a:ext>
                  </a:extLst>
                </p14:cNvPr>
                <p14:cNvContentPartPr/>
                <p14:nvPr/>
              </p14:nvContentPartPr>
              <p14:xfrm>
                <a:off x="1382263" y="5970225"/>
                <a:ext cx="124200" cy="14472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6671C26-1877-44A8-9195-AF6089932CD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364623" y="5952225"/>
                  <a:ext cx="15984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EA698EB-CB67-43A6-9A69-F174B2CC6704}"/>
                    </a:ext>
                  </a:extLst>
                </p14:cNvPr>
                <p14:cNvContentPartPr/>
                <p14:nvPr/>
              </p14:nvContentPartPr>
              <p14:xfrm>
                <a:off x="1572343" y="6084345"/>
                <a:ext cx="32400" cy="24480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EA698EB-CB67-43A6-9A69-F174B2CC6704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1554343" y="6066705"/>
                  <a:ext cx="680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99F31715-B7B9-4099-A97B-B2A8A3427C5C}"/>
                    </a:ext>
                  </a:extLst>
                </p14:cNvPr>
                <p14:cNvContentPartPr/>
                <p14:nvPr/>
              </p14:nvContentPartPr>
              <p14:xfrm>
                <a:off x="1497463" y="6195945"/>
                <a:ext cx="134640" cy="2448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99F31715-B7B9-4099-A97B-B2A8A3427C5C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479823" y="6177945"/>
                  <a:ext cx="1702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E143FC69-65BE-4A8F-A284-5FAD83C809D5}"/>
                    </a:ext>
                  </a:extLst>
                </p14:cNvPr>
                <p14:cNvContentPartPr/>
                <p14:nvPr/>
              </p14:nvContentPartPr>
              <p14:xfrm>
                <a:off x="1708783" y="6149145"/>
                <a:ext cx="162720" cy="16776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E143FC69-65BE-4A8F-A284-5FAD83C809D5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1690783" y="6131145"/>
                  <a:ext cx="1983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C5A946A3-2247-4393-9981-82B7CA01308D}"/>
                    </a:ext>
                  </a:extLst>
                </p14:cNvPr>
                <p14:cNvContentPartPr/>
                <p14:nvPr/>
              </p14:nvContentPartPr>
              <p14:xfrm>
                <a:off x="1930543" y="6015945"/>
                <a:ext cx="104760" cy="1159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C5A946A3-2247-4393-9981-82B7CA01308D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912903" y="5997945"/>
                  <a:ext cx="14040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06B07464-69C1-4B77-BD30-8F5E3A8FCB34}"/>
                    </a:ext>
                  </a:extLst>
                </p14:cNvPr>
                <p14:cNvContentPartPr/>
                <p14:nvPr/>
              </p14:nvContentPartPr>
              <p14:xfrm>
                <a:off x="2071303" y="6019905"/>
                <a:ext cx="136800" cy="3232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06B07464-69C1-4B77-BD30-8F5E3A8FCB34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053663" y="6002265"/>
                  <a:ext cx="172440" cy="35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CB800843-9753-4E45-8D7F-E007F5F9217F}"/>
                    </a:ext>
                  </a:extLst>
                </p14:cNvPr>
                <p14:cNvContentPartPr/>
                <p14:nvPr/>
              </p14:nvContentPartPr>
              <p14:xfrm>
                <a:off x="2237263" y="5906505"/>
                <a:ext cx="105480" cy="2325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CB800843-9753-4E45-8D7F-E007F5F9217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2219623" y="5888505"/>
                  <a:ext cx="1411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6328620-F6E1-4FC1-BB3F-31A3E08888F9}"/>
                    </a:ext>
                  </a:extLst>
                </p14:cNvPr>
                <p14:cNvContentPartPr/>
                <p14:nvPr/>
              </p14:nvContentPartPr>
              <p14:xfrm>
                <a:off x="2830903" y="5667105"/>
                <a:ext cx="316080" cy="2196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F6328620-F6E1-4FC1-BB3F-31A3E08888F9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2812903" y="5649465"/>
                  <a:ext cx="351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9F2CB7A-A279-4DF2-A17A-85FBE1448E9E}"/>
                    </a:ext>
                  </a:extLst>
                </p14:cNvPr>
                <p14:cNvContentPartPr/>
                <p14:nvPr/>
              </p14:nvContentPartPr>
              <p14:xfrm>
                <a:off x="2856463" y="5837025"/>
                <a:ext cx="279720" cy="118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9F2CB7A-A279-4DF2-A17A-85FBE1448E9E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838823" y="5819385"/>
                  <a:ext cx="315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A7247A26-D16B-4987-B168-7ADF525DEA23}"/>
                    </a:ext>
                  </a:extLst>
                </p14:cNvPr>
                <p14:cNvContentPartPr/>
                <p14:nvPr/>
              </p14:nvContentPartPr>
              <p14:xfrm>
                <a:off x="3396103" y="5775825"/>
                <a:ext cx="199080" cy="3600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A7247A26-D16B-4987-B168-7ADF525DEA23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3378463" y="5757825"/>
                  <a:ext cx="23472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492970AC-51DC-4AA4-BDA5-0D967BA472EC}"/>
                    </a:ext>
                  </a:extLst>
                </p14:cNvPr>
                <p14:cNvContentPartPr/>
                <p14:nvPr/>
              </p14:nvContentPartPr>
              <p14:xfrm>
                <a:off x="3842143" y="5432745"/>
                <a:ext cx="158400" cy="20880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492970AC-51DC-4AA4-BDA5-0D967BA472EC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3824143" y="5415105"/>
                  <a:ext cx="194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7BE359B-03D4-4FC6-B3DD-BDC71D7AE51D}"/>
                    </a:ext>
                  </a:extLst>
                </p14:cNvPr>
                <p14:cNvContentPartPr/>
                <p14:nvPr/>
              </p14:nvContentPartPr>
              <p14:xfrm>
                <a:off x="3818383" y="5746305"/>
                <a:ext cx="471600" cy="176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D7BE359B-03D4-4FC6-B3DD-BDC71D7AE51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800383" y="5728665"/>
                  <a:ext cx="5072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85159AAC-B830-445C-AAE1-0B5A33F5B35B}"/>
                    </a:ext>
                  </a:extLst>
                </p14:cNvPr>
                <p14:cNvContentPartPr/>
                <p14:nvPr/>
              </p14:nvContentPartPr>
              <p14:xfrm>
                <a:off x="3607423" y="6239865"/>
                <a:ext cx="316080" cy="22680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85159AAC-B830-445C-AAE1-0B5A33F5B35B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89423" y="6222225"/>
                  <a:ext cx="351720" cy="26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D4DB567-C1D2-46B9-B5E7-C7664AACCBBF}"/>
                    </a:ext>
                  </a:extLst>
                </p14:cNvPr>
                <p14:cNvContentPartPr/>
                <p14:nvPr/>
              </p14:nvContentPartPr>
              <p14:xfrm>
                <a:off x="4008463" y="6051585"/>
                <a:ext cx="234360" cy="35352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D4DB567-C1D2-46B9-B5E7-C7664AACCBBF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90463" y="6033585"/>
                  <a:ext cx="2700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F4A9579-739F-4CAC-A918-A3B5E3A5E954}"/>
                    </a:ext>
                  </a:extLst>
                </p14:cNvPr>
                <p14:cNvContentPartPr/>
                <p14:nvPr/>
              </p14:nvContentPartPr>
              <p14:xfrm>
                <a:off x="4268743" y="5970225"/>
                <a:ext cx="32400" cy="17892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F4A9579-739F-4CAC-A918-A3B5E3A5E95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250743" y="5952225"/>
                  <a:ext cx="68040" cy="2145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83948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31AA15A-20F0-4E9E-9425-49A69B2F8D36}"/>
              </a:ext>
            </a:extLst>
          </p:cNvPr>
          <p:cNvGrpSpPr/>
          <p:nvPr/>
        </p:nvGrpSpPr>
        <p:grpSpPr>
          <a:xfrm>
            <a:off x="1328846" y="1054799"/>
            <a:ext cx="2552040" cy="1265040"/>
            <a:chOff x="7088623" y="2779905"/>
            <a:chExt cx="2552040" cy="126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CB54B16-EB87-4A7B-9D8B-6761E025F388}"/>
                    </a:ext>
                  </a:extLst>
                </p14:cNvPr>
                <p14:cNvContentPartPr/>
                <p14:nvPr/>
              </p14:nvContentPartPr>
              <p14:xfrm>
                <a:off x="7421263" y="2779905"/>
                <a:ext cx="239760" cy="424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CB54B16-EB87-4A7B-9D8B-6761E025F38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403263" y="2761905"/>
                  <a:ext cx="27540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47E78A7-5073-410D-B5F0-73212F0C30B5}"/>
                    </a:ext>
                  </a:extLst>
                </p14:cNvPr>
                <p14:cNvContentPartPr/>
                <p14:nvPr/>
              </p14:nvContentPartPr>
              <p14:xfrm>
                <a:off x="7127143" y="3404145"/>
                <a:ext cx="1256400" cy="24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47E78A7-5073-410D-B5F0-73212F0C30B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109503" y="3386145"/>
                  <a:ext cx="129204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F1DBB11E-3F4C-4062-A432-879A12FD9B38}"/>
                    </a:ext>
                  </a:extLst>
                </p14:cNvPr>
                <p14:cNvContentPartPr/>
                <p14:nvPr/>
              </p14:nvContentPartPr>
              <p14:xfrm>
                <a:off x="7088623" y="3641025"/>
                <a:ext cx="169920" cy="403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F1DBB11E-3F4C-4062-A432-879A12FD9B3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070983" y="3623385"/>
                  <a:ext cx="2055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CBD99B9-CD7D-4498-8912-6A5226FDAD2A}"/>
                    </a:ext>
                  </a:extLst>
                </p14:cNvPr>
                <p14:cNvContentPartPr/>
                <p14:nvPr/>
              </p14:nvContentPartPr>
              <p14:xfrm>
                <a:off x="7357543" y="3601065"/>
                <a:ext cx="113760" cy="18504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CBD99B9-CD7D-4498-8912-6A5226FDAD2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339543" y="3583425"/>
                  <a:ext cx="14940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CE652C-B039-4A2E-BF3C-E674BE2E80B1}"/>
                    </a:ext>
                  </a:extLst>
                </p14:cNvPr>
                <p14:cNvContentPartPr/>
                <p14:nvPr/>
              </p14:nvContentPartPr>
              <p14:xfrm>
                <a:off x="7530343" y="3741105"/>
                <a:ext cx="23760" cy="2448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CE652C-B039-4A2E-BF3C-E674BE2E80B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512703" y="3723465"/>
                  <a:ext cx="5940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44CCA60-9B9E-42A6-B899-3205B01D86EB}"/>
                    </a:ext>
                  </a:extLst>
                </p14:cNvPr>
                <p14:cNvContentPartPr/>
                <p14:nvPr/>
              </p14:nvContentPartPr>
              <p14:xfrm>
                <a:off x="7430263" y="3904185"/>
                <a:ext cx="151920" cy="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44CCA60-9B9E-42A6-B899-3205B01D86E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7412263" y="3886185"/>
                  <a:ext cx="1875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3CE538-6B9D-4A14-BF4E-82105E994F4E}"/>
                    </a:ext>
                  </a:extLst>
                </p14:cNvPr>
                <p14:cNvContentPartPr/>
                <p14:nvPr/>
              </p14:nvContentPartPr>
              <p14:xfrm>
                <a:off x="7696663" y="3799785"/>
                <a:ext cx="167040" cy="1857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3CE538-6B9D-4A14-BF4E-82105E994F4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678663" y="3782145"/>
                  <a:ext cx="20268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EE5DCBE-6401-4EF9-B64B-83D7B00744AC}"/>
                    </a:ext>
                  </a:extLst>
                </p14:cNvPr>
                <p14:cNvContentPartPr/>
                <p14:nvPr/>
              </p14:nvContentPartPr>
              <p14:xfrm>
                <a:off x="7893223" y="3594945"/>
                <a:ext cx="136800" cy="145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EE5DCBE-6401-4EF9-B64B-83D7B00744A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875223" y="3577305"/>
                  <a:ext cx="1724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AC301D8-EA9A-4AF3-8ECC-28A6C129FAF0}"/>
                    </a:ext>
                  </a:extLst>
                </p14:cNvPr>
                <p14:cNvContentPartPr/>
                <p14:nvPr/>
              </p14:nvContentPartPr>
              <p14:xfrm>
                <a:off x="8033983" y="3552465"/>
                <a:ext cx="141120" cy="435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AC301D8-EA9A-4AF3-8ECC-28A6C129FAF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015983" y="3534825"/>
                  <a:ext cx="17676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B08CF66-DB24-4CA8-B331-6B3E71BD0CE6}"/>
                    </a:ext>
                  </a:extLst>
                </p14:cNvPr>
                <p14:cNvContentPartPr/>
                <p14:nvPr/>
              </p14:nvContentPartPr>
              <p14:xfrm>
                <a:off x="8159623" y="3582705"/>
                <a:ext cx="207720" cy="182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B08CF66-DB24-4CA8-B331-6B3E71BD0CE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141623" y="3564705"/>
                  <a:ext cx="243360" cy="21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3B89FBF-A30B-4E2A-9CF6-24CC282ABDD4}"/>
                    </a:ext>
                  </a:extLst>
                </p14:cNvPr>
                <p14:cNvContentPartPr/>
                <p14:nvPr/>
              </p14:nvContentPartPr>
              <p14:xfrm>
                <a:off x="8626903" y="3369585"/>
                <a:ext cx="237240" cy="32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3B89FBF-A30B-4E2A-9CF6-24CC282ABDD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609263" y="3351945"/>
                  <a:ext cx="2728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2441C1F-088C-4B7E-AC48-086ADF1FA6F1}"/>
                    </a:ext>
                  </a:extLst>
                </p14:cNvPr>
                <p14:cNvContentPartPr/>
                <p14:nvPr/>
              </p14:nvContentPartPr>
              <p14:xfrm>
                <a:off x="8654623" y="3525465"/>
                <a:ext cx="252000" cy="104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2441C1F-088C-4B7E-AC48-086ADF1FA6F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636983" y="3507825"/>
                  <a:ext cx="2876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4CF7C0C-2EF1-4DA3-A48E-0A8895AC8B46}"/>
                    </a:ext>
                  </a:extLst>
                </p14:cNvPr>
                <p14:cNvContentPartPr/>
                <p14:nvPr/>
              </p14:nvContentPartPr>
              <p14:xfrm>
                <a:off x="9196783" y="3025785"/>
                <a:ext cx="281880" cy="305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4CF7C0C-2EF1-4DA3-A48E-0A8895AC8B4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78783" y="3008145"/>
                  <a:ext cx="31752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1E421E0-AEC8-4081-9FF2-61EAED609FFD}"/>
                    </a:ext>
                  </a:extLst>
                </p14:cNvPr>
                <p14:cNvContentPartPr/>
                <p14:nvPr/>
              </p14:nvContentPartPr>
              <p14:xfrm>
                <a:off x="9158263" y="3491265"/>
                <a:ext cx="482400" cy="7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1E421E0-AEC8-4081-9FF2-61EAED609FF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140263" y="3473265"/>
                  <a:ext cx="5180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DAD725B3-AD8E-48B0-A272-83B8B6C46051}"/>
                    </a:ext>
                  </a:extLst>
                </p14:cNvPr>
                <p14:cNvContentPartPr/>
                <p14:nvPr/>
              </p14:nvContentPartPr>
              <p14:xfrm>
                <a:off x="9204703" y="3689265"/>
                <a:ext cx="212040" cy="2790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DAD725B3-AD8E-48B0-A272-83B8B6C460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186703" y="3671265"/>
                  <a:ext cx="24768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2521B2D-6635-4770-B3B7-CD5DB6885A18}"/>
                    </a:ext>
                  </a:extLst>
                </p14:cNvPr>
                <p14:cNvContentPartPr/>
                <p14:nvPr/>
              </p14:nvContentPartPr>
              <p14:xfrm>
                <a:off x="9497383" y="3645345"/>
                <a:ext cx="45000" cy="199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2521B2D-6635-4770-B3B7-CD5DB6885A1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79743" y="3627705"/>
                  <a:ext cx="80640" cy="2347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84995171-9997-402A-9715-20E8E12BE276}"/>
                  </a:ext>
                </a:extLst>
              </p14:cNvPr>
              <p14:cNvContentPartPr/>
              <p14:nvPr/>
            </p14:nvContentPartPr>
            <p14:xfrm>
              <a:off x="903146" y="2856875"/>
              <a:ext cx="226440" cy="3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84995171-9997-402A-9715-20E8E12BE276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85506" y="2838875"/>
                <a:ext cx="262080" cy="3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8E5C7CDB-ACBA-4268-9399-BFFC3637E009}"/>
                  </a:ext>
                </a:extLst>
              </p14:cNvPr>
              <p14:cNvContentPartPr/>
              <p14:nvPr/>
            </p14:nvContentPartPr>
            <p14:xfrm>
              <a:off x="1321826" y="2525315"/>
              <a:ext cx="284760" cy="1890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8E5C7CDB-ACBA-4268-9399-BFFC3637E009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303826" y="2507315"/>
                <a:ext cx="320400" cy="22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6D2C7C12-AC56-4FC0-A9F9-10CDFE04C323}"/>
                  </a:ext>
                </a:extLst>
              </p14:cNvPr>
              <p14:cNvContentPartPr/>
              <p14:nvPr/>
            </p14:nvContentPartPr>
            <p14:xfrm>
              <a:off x="1705586" y="2355395"/>
              <a:ext cx="299160" cy="2962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6D2C7C12-AC56-4FC0-A9F9-10CDFE04C32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687586" y="2337395"/>
                <a:ext cx="334800" cy="331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65703146-0340-4A61-A0FE-26008BE6E789}"/>
                  </a:ext>
                </a:extLst>
              </p14:cNvPr>
              <p14:cNvContentPartPr/>
              <p14:nvPr/>
            </p14:nvContentPartPr>
            <p14:xfrm>
              <a:off x="1293026" y="2824115"/>
              <a:ext cx="948240" cy="345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65703146-0340-4A61-A0FE-26008BE6E78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1275026" y="2806475"/>
                <a:ext cx="983880" cy="7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EC3F80F-E54B-4F72-B02A-9ADD854B59E4}"/>
                  </a:ext>
                </a:extLst>
              </p14:cNvPr>
              <p14:cNvContentPartPr/>
              <p14:nvPr/>
            </p14:nvContentPartPr>
            <p14:xfrm>
              <a:off x="1042106" y="3112115"/>
              <a:ext cx="187560" cy="31356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EC3F80F-E54B-4F72-B02A-9ADD854B59E4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24106" y="3094115"/>
                <a:ext cx="223200" cy="34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0290AFE9-92E3-4DD9-AADD-FFA0227EA0CA}"/>
                  </a:ext>
                </a:extLst>
              </p14:cNvPr>
              <p14:cNvContentPartPr/>
              <p14:nvPr/>
            </p14:nvContentPartPr>
            <p14:xfrm>
              <a:off x="1253066" y="3044075"/>
              <a:ext cx="124200" cy="1447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0290AFE9-92E3-4DD9-AADD-FFA0227EA0C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235426" y="3026075"/>
                <a:ext cx="159840" cy="18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6297E0FE-BEB1-416C-8596-BE0F0B37D9E2}"/>
                  </a:ext>
                </a:extLst>
              </p14:cNvPr>
              <p14:cNvContentPartPr/>
              <p14:nvPr/>
            </p14:nvContentPartPr>
            <p14:xfrm>
              <a:off x="1443146" y="3158195"/>
              <a:ext cx="32400" cy="244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6297E0FE-BEB1-416C-8596-BE0F0B37D9E2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1425146" y="3140555"/>
                <a:ext cx="6804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EC7AFBD-3A48-476E-8AC9-BE30011814E3}"/>
                  </a:ext>
                </a:extLst>
              </p14:cNvPr>
              <p14:cNvContentPartPr/>
              <p14:nvPr/>
            </p14:nvContentPartPr>
            <p14:xfrm>
              <a:off x="1368266" y="3269795"/>
              <a:ext cx="134640" cy="244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EC7AFBD-3A48-476E-8AC9-BE30011814E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350626" y="3251795"/>
                <a:ext cx="17028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BB51CAA-82AD-4DD7-B15A-068098452E16}"/>
                  </a:ext>
                </a:extLst>
              </p14:cNvPr>
              <p14:cNvContentPartPr/>
              <p14:nvPr/>
            </p14:nvContentPartPr>
            <p14:xfrm>
              <a:off x="1579586" y="3222995"/>
              <a:ext cx="162720" cy="1677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BB51CAA-82AD-4DD7-B15A-068098452E16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1561586" y="3204995"/>
                <a:ext cx="19836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B6B4448-E49B-4871-9F73-56E23A8DB485}"/>
                  </a:ext>
                </a:extLst>
              </p14:cNvPr>
              <p14:cNvContentPartPr/>
              <p14:nvPr/>
            </p14:nvContentPartPr>
            <p14:xfrm>
              <a:off x="1801346" y="3089795"/>
              <a:ext cx="104760" cy="1159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B6B4448-E49B-4871-9F73-56E23A8DB48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783706" y="3071795"/>
                <a:ext cx="14040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4B71EDD8-B05B-4AF0-AA17-417EADB1AD7F}"/>
                  </a:ext>
                </a:extLst>
              </p14:cNvPr>
              <p14:cNvContentPartPr/>
              <p14:nvPr/>
            </p14:nvContentPartPr>
            <p14:xfrm>
              <a:off x="1942106" y="3093755"/>
              <a:ext cx="136800" cy="3232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4B71EDD8-B05B-4AF0-AA17-417EADB1AD7F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1924466" y="3076115"/>
                <a:ext cx="172440" cy="35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73FBCA86-3635-448D-9415-A64E3BCAD2CD}"/>
                  </a:ext>
                </a:extLst>
              </p14:cNvPr>
              <p14:cNvContentPartPr/>
              <p14:nvPr/>
            </p14:nvContentPartPr>
            <p14:xfrm>
              <a:off x="2108066" y="2980355"/>
              <a:ext cx="105480" cy="2325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73FBCA86-3635-448D-9415-A64E3BCAD2C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090426" y="2962355"/>
                <a:ext cx="14112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DA885B69-DD3D-4B45-93CE-34D8EC4F95FB}"/>
                  </a:ext>
                </a:extLst>
              </p14:cNvPr>
              <p14:cNvContentPartPr/>
              <p14:nvPr/>
            </p14:nvContentPartPr>
            <p14:xfrm>
              <a:off x="2701706" y="2740955"/>
              <a:ext cx="316080" cy="2196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DA885B69-DD3D-4B45-93CE-34D8EC4F95FB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683706" y="2723315"/>
                <a:ext cx="351720" cy="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D544783-D4B2-4DA5-A119-9CD738B79DCD}"/>
                  </a:ext>
                </a:extLst>
              </p14:cNvPr>
              <p14:cNvContentPartPr/>
              <p14:nvPr/>
            </p14:nvContentPartPr>
            <p14:xfrm>
              <a:off x="2727266" y="2910875"/>
              <a:ext cx="279720" cy="1188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D544783-D4B2-4DA5-A119-9CD738B79DC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709626" y="2893235"/>
                <a:ext cx="31536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6F42D677-058E-4B38-A9E2-C2D9192F5DF3}"/>
                  </a:ext>
                </a:extLst>
              </p14:cNvPr>
              <p14:cNvContentPartPr/>
              <p14:nvPr/>
            </p14:nvContentPartPr>
            <p14:xfrm>
              <a:off x="3266906" y="2849675"/>
              <a:ext cx="199080" cy="3600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6F42D677-058E-4B38-A9E2-C2D9192F5DF3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249266" y="2831675"/>
                <a:ext cx="23472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1D2FEEF2-6E80-4E0A-9C23-207F6633FB37}"/>
                  </a:ext>
                </a:extLst>
              </p14:cNvPr>
              <p14:cNvContentPartPr/>
              <p14:nvPr/>
            </p14:nvContentPartPr>
            <p14:xfrm>
              <a:off x="3712946" y="2506595"/>
              <a:ext cx="158400" cy="2088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1D2FEEF2-6E80-4E0A-9C23-207F6633FB3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694946" y="2488955"/>
                <a:ext cx="194040" cy="24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45E9093-22F7-4F12-A867-F549CC45A39F}"/>
                  </a:ext>
                </a:extLst>
              </p14:cNvPr>
              <p14:cNvContentPartPr/>
              <p14:nvPr/>
            </p14:nvContentPartPr>
            <p14:xfrm>
              <a:off x="3689186" y="2820155"/>
              <a:ext cx="471600" cy="1764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45E9093-22F7-4F12-A867-F549CC45A39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3671186" y="2802515"/>
                <a:ext cx="5072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28D807E8-89DB-4ABE-B418-3332B18BD2F4}"/>
                  </a:ext>
                </a:extLst>
              </p14:cNvPr>
              <p14:cNvContentPartPr/>
              <p14:nvPr/>
            </p14:nvContentPartPr>
            <p14:xfrm>
              <a:off x="3478226" y="3313715"/>
              <a:ext cx="316080" cy="22680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28D807E8-89DB-4ABE-B418-3332B18BD2F4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3460226" y="3296075"/>
                <a:ext cx="351720" cy="26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7903F19F-F13F-4116-9316-B24FA6C53F41}"/>
                  </a:ext>
                </a:extLst>
              </p14:cNvPr>
              <p14:cNvContentPartPr/>
              <p14:nvPr/>
            </p14:nvContentPartPr>
            <p14:xfrm>
              <a:off x="3879266" y="3125435"/>
              <a:ext cx="234360" cy="3535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7903F19F-F13F-4116-9316-B24FA6C53F4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861266" y="3107435"/>
                <a:ext cx="270000" cy="38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6C987761-9E8D-4337-87BA-E015A12FCEA7}"/>
                  </a:ext>
                </a:extLst>
              </p14:cNvPr>
              <p14:cNvContentPartPr/>
              <p14:nvPr/>
            </p14:nvContentPartPr>
            <p14:xfrm>
              <a:off x="4139546" y="3044075"/>
              <a:ext cx="32400" cy="17892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6C987761-9E8D-4337-87BA-E015A12FCEA7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4121546" y="3026075"/>
                <a:ext cx="6804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34F44F1A-41BF-4C61-B201-9C0896286034}"/>
                  </a:ext>
                </a:extLst>
              </p14:cNvPr>
              <p14:cNvContentPartPr/>
              <p14:nvPr/>
            </p14:nvContentPartPr>
            <p14:xfrm>
              <a:off x="618343" y="1130745"/>
              <a:ext cx="141840" cy="219060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34F44F1A-41BF-4C61-B201-9C089628603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00343" y="1113105"/>
                <a:ext cx="177480" cy="222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74CFDD72-5D13-4F25-A2B6-FBB6332AAD14}"/>
              </a:ext>
            </a:extLst>
          </p:cNvPr>
          <p:cNvGrpSpPr/>
          <p:nvPr/>
        </p:nvGrpSpPr>
        <p:grpSpPr>
          <a:xfrm>
            <a:off x="4582303" y="1093665"/>
            <a:ext cx="2073960" cy="2690640"/>
            <a:chOff x="4582303" y="1093665"/>
            <a:chExt cx="2073960" cy="2690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B75061D-90BD-4604-B435-F5304A1111F7}"/>
                    </a:ext>
                  </a:extLst>
                </p14:cNvPr>
                <p14:cNvContentPartPr/>
                <p14:nvPr/>
              </p14:nvContentPartPr>
              <p14:xfrm>
                <a:off x="4813423" y="2320905"/>
                <a:ext cx="230040" cy="302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B75061D-90BD-4604-B435-F5304A1111F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795423" y="2303265"/>
                  <a:ext cx="26568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488C45D-27B5-4B34-A792-52086055CC66}"/>
                    </a:ext>
                  </a:extLst>
                </p14:cNvPr>
                <p14:cNvContentPartPr/>
                <p14:nvPr/>
              </p14:nvContentPartPr>
              <p14:xfrm>
                <a:off x="4697503" y="2442585"/>
                <a:ext cx="316080" cy="147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488C45D-27B5-4B34-A792-52086055CC6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679503" y="2424585"/>
                  <a:ext cx="351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108B408-CDA1-47FC-BAA1-FBCD4BD8972D}"/>
                    </a:ext>
                  </a:extLst>
                </p14:cNvPr>
                <p14:cNvContentPartPr/>
                <p14:nvPr/>
              </p14:nvContentPartPr>
              <p14:xfrm>
                <a:off x="4582303" y="2192385"/>
                <a:ext cx="275400" cy="354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108B408-CDA1-47FC-BAA1-FBCD4BD8972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564303" y="2174745"/>
                  <a:ext cx="3110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234A03E-370C-43A3-A64E-F216648A3BEB}"/>
                    </a:ext>
                  </a:extLst>
                </p14:cNvPr>
                <p14:cNvContentPartPr/>
                <p14:nvPr/>
              </p14:nvContentPartPr>
              <p14:xfrm>
                <a:off x="5008903" y="2161065"/>
                <a:ext cx="195840" cy="4320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234A03E-370C-43A3-A64E-F216648A3BE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991263" y="2143065"/>
                  <a:ext cx="23148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3477D78-E88A-4A96-8CD1-5CA34CB5FBB8}"/>
                    </a:ext>
                  </a:extLst>
                </p14:cNvPr>
                <p14:cNvContentPartPr/>
                <p14:nvPr/>
              </p14:nvContentPartPr>
              <p14:xfrm>
                <a:off x="5911063" y="1226505"/>
                <a:ext cx="149400" cy="419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3477D78-E88A-4A96-8CD1-5CA34CB5FBB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893423" y="1208505"/>
                  <a:ext cx="18504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57E2929-BD89-4716-8D68-26923529DDB7}"/>
                    </a:ext>
                  </a:extLst>
                </p14:cNvPr>
                <p14:cNvContentPartPr/>
                <p14:nvPr/>
              </p14:nvContentPartPr>
              <p14:xfrm>
                <a:off x="6257023" y="1093665"/>
                <a:ext cx="28080" cy="2602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57E2929-BD89-4716-8D68-26923529DDB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239023" y="1076025"/>
                  <a:ext cx="6372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DB14A0B-F123-4B9A-AA74-B5AF2E086454}"/>
                    </a:ext>
                  </a:extLst>
                </p14:cNvPr>
                <p14:cNvContentPartPr/>
                <p14:nvPr/>
              </p14:nvContentPartPr>
              <p14:xfrm>
                <a:off x="6451063" y="1639425"/>
                <a:ext cx="205200" cy="6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DB14A0B-F123-4B9A-AA74-B5AF2E08645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433423" y="1621785"/>
                  <a:ext cx="24084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90830D-CCD2-4A16-9CC6-C8BBEB954EE5}"/>
                    </a:ext>
                  </a:extLst>
                </p14:cNvPr>
                <p14:cNvContentPartPr/>
                <p14:nvPr/>
              </p14:nvContentPartPr>
              <p14:xfrm>
                <a:off x="6419023" y="1751025"/>
                <a:ext cx="230760" cy="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90830D-CCD2-4A16-9CC6-C8BBEB954EE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01383" y="1733025"/>
                  <a:ext cx="2664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CE6BC242-CF14-45B3-A511-68B068E82CEB}"/>
                    </a:ext>
                  </a:extLst>
                </p14:cNvPr>
                <p14:cNvContentPartPr/>
                <p14:nvPr/>
              </p14:nvContentPartPr>
              <p14:xfrm>
                <a:off x="5466463" y="1273665"/>
                <a:ext cx="223920" cy="2510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CE6BC242-CF14-45B3-A511-68B068E82CE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448823" y="1256025"/>
                  <a:ext cx="259560" cy="254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6" name="Group 85">
            <a:extLst>
              <a:ext uri="{FF2B5EF4-FFF2-40B4-BE49-F238E27FC236}">
                <a16:creationId xmlns:a16="http://schemas.microsoft.com/office/drawing/2014/main" id="{A19576C6-B891-4B72-921C-8C3B7692B686}"/>
              </a:ext>
            </a:extLst>
          </p:cNvPr>
          <p:cNvGrpSpPr/>
          <p:nvPr/>
        </p:nvGrpSpPr>
        <p:grpSpPr>
          <a:xfrm>
            <a:off x="6990343" y="918705"/>
            <a:ext cx="4864680" cy="1377000"/>
            <a:chOff x="6990343" y="918705"/>
            <a:chExt cx="4864680" cy="137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610562A-B413-4105-9F68-1A99A0E86597}"/>
                    </a:ext>
                  </a:extLst>
                </p14:cNvPr>
                <p14:cNvContentPartPr/>
                <p14:nvPr/>
              </p14:nvContentPartPr>
              <p14:xfrm>
                <a:off x="6990343" y="1216425"/>
                <a:ext cx="231840" cy="498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8610562A-B413-4105-9F68-1A99A0E8659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72703" y="1198785"/>
                  <a:ext cx="267480" cy="53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8D568629-20F5-4BF9-8298-21B28025C655}"/>
                    </a:ext>
                  </a:extLst>
                </p14:cNvPr>
                <p14:cNvContentPartPr/>
                <p14:nvPr/>
              </p14:nvContentPartPr>
              <p14:xfrm>
                <a:off x="7590463" y="1575345"/>
                <a:ext cx="19080" cy="228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8D568629-20F5-4BF9-8298-21B28025C65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572823" y="1557345"/>
                  <a:ext cx="5472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ACE9B8B0-112E-4CCF-A5A8-9709FC816557}"/>
                    </a:ext>
                  </a:extLst>
                </p14:cNvPr>
                <p14:cNvContentPartPr/>
                <p14:nvPr/>
              </p14:nvContentPartPr>
              <p14:xfrm>
                <a:off x="7483543" y="1669665"/>
                <a:ext cx="313920" cy="6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ACE9B8B0-112E-4CCF-A5A8-9709FC8165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465903" y="1651665"/>
                  <a:ext cx="3495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42DF987C-0CC0-43CC-A66A-D7CA0EA3191D}"/>
                    </a:ext>
                  </a:extLst>
                </p14:cNvPr>
                <p14:cNvContentPartPr/>
                <p14:nvPr/>
              </p14:nvContentPartPr>
              <p14:xfrm>
                <a:off x="8093383" y="1159905"/>
                <a:ext cx="380880" cy="326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42DF987C-0CC0-43CC-A66A-D7CA0EA3191D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075743" y="1141905"/>
                  <a:ext cx="41652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261278-1FC5-4E57-9241-56D60B1F625B}"/>
                    </a:ext>
                  </a:extLst>
                </p14:cNvPr>
                <p14:cNvContentPartPr/>
                <p14:nvPr/>
              </p14:nvContentPartPr>
              <p14:xfrm>
                <a:off x="8623663" y="935985"/>
                <a:ext cx="172080" cy="237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261278-1FC5-4E57-9241-56D60B1F625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606023" y="918345"/>
                  <a:ext cx="20772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52656D38-47C2-4F09-825E-2146F33A763E}"/>
                    </a:ext>
                  </a:extLst>
                </p14:cNvPr>
                <p14:cNvContentPartPr/>
                <p14:nvPr/>
              </p14:nvContentPartPr>
              <p14:xfrm>
                <a:off x="8819143" y="972345"/>
                <a:ext cx="237240" cy="4532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52656D38-47C2-4F09-825E-2146F33A763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01143" y="954345"/>
                  <a:ext cx="27288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0402C085-BAFD-437D-8A5C-BBE09B5CBC81}"/>
                    </a:ext>
                  </a:extLst>
                </p14:cNvPr>
                <p14:cNvContentPartPr/>
                <p14:nvPr/>
              </p14:nvContentPartPr>
              <p14:xfrm>
                <a:off x="9071143" y="918705"/>
                <a:ext cx="223920" cy="2710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0402C085-BAFD-437D-8A5C-BBE09B5CBC8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053503" y="900705"/>
                  <a:ext cx="25956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1864925-75E0-4692-B79A-14EB242F661E}"/>
                    </a:ext>
                  </a:extLst>
                </p14:cNvPr>
                <p14:cNvContentPartPr/>
                <p14:nvPr/>
              </p14:nvContentPartPr>
              <p14:xfrm>
                <a:off x="8076463" y="1692345"/>
                <a:ext cx="1124640" cy="360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1864925-75E0-4692-B79A-14EB242F661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058823" y="1674705"/>
                  <a:ext cx="116028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0758208-67D5-4518-85AE-9CE7DFEB8E1D}"/>
                    </a:ext>
                  </a:extLst>
                </p14:cNvPr>
                <p14:cNvContentPartPr/>
                <p14:nvPr/>
              </p14:nvContentPartPr>
              <p14:xfrm>
                <a:off x="8411623" y="1868025"/>
                <a:ext cx="258480" cy="309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0758208-67D5-4518-85AE-9CE7DFEB8E1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393623" y="1850025"/>
                  <a:ext cx="294120" cy="34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2100CCD-66CE-4E03-89CA-5E4E2D848949}"/>
                    </a:ext>
                  </a:extLst>
                </p14:cNvPr>
                <p14:cNvContentPartPr/>
                <p14:nvPr/>
              </p14:nvContentPartPr>
              <p14:xfrm>
                <a:off x="9478303" y="1610625"/>
                <a:ext cx="154440" cy="450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2100CCD-66CE-4E03-89CA-5E4E2D8489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460303" y="1592985"/>
                  <a:ext cx="19008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F7BAD22D-3C2F-49F5-A878-C8692406848F}"/>
                    </a:ext>
                  </a:extLst>
                </p14:cNvPr>
                <p14:cNvContentPartPr/>
                <p14:nvPr/>
              </p14:nvContentPartPr>
              <p14:xfrm>
                <a:off x="9456703" y="1766505"/>
                <a:ext cx="211680" cy="147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F7BAD22D-3C2F-49F5-A878-C8692406848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439063" y="1748865"/>
                  <a:ext cx="2473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36D3267-A6B2-43DC-ADCD-DAEA89782092}"/>
                    </a:ext>
                  </a:extLst>
                </p14:cNvPr>
                <p14:cNvContentPartPr/>
                <p14:nvPr/>
              </p14:nvContentPartPr>
              <p14:xfrm>
                <a:off x="9870703" y="1289505"/>
                <a:ext cx="79200" cy="4348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36D3267-A6B2-43DC-ADCD-DAEA8978209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853063" y="1271505"/>
                  <a:ext cx="114840" cy="47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0033FFA-CEA6-45B0-B151-CCF8461A0E91}"/>
                    </a:ext>
                  </a:extLst>
                </p14:cNvPr>
                <p14:cNvContentPartPr/>
                <p14:nvPr/>
              </p14:nvContentPartPr>
              <p14:xfrm>
                <a:off x="9757663" y="1226505"/>
                <a:ext cx="358560" cy="4960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0033FFA-CEA6-45B0-B151-CCF8461A0E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740023" y="1208865"/>
                  <a:ext cx="394200" cy="53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DFE9FE4-F714-44D1-8A2F-FD364F2EA03A}"/>
                    </a:ext>
                  </a:extLst>
                </p14:cNvPr>
                <p14:cNvContentPartPr/>
                <p14:nvPr/>
              </p14:nvContentPartPr>
              <p14:xfrm>
                <a:off x="10278223" y="1116705"/>
                <a:ext cx="192240" cy="90180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DFE9FE4-F714-44D1-8A2F-FD364F2EA03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260223" y="1098705"/>
                  <a:ext cx="227880" cy="9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03ACF46F-BF78-44D6-9C05-711215753BCE}"/>
                    </a:ext>
                  </a:extLst>
                </p14:cNvPr>
                <p14:cNvContentPartPr/>
                <p14:nvPr/>
              </p14:nvContentPartPr>
              <p14:xfrm>
                <a:off x="10382623" y="1396065"/>
                <a:ext cx="179640" cy="32292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03ACF46F-BF78-44D6-9C05-711215753BC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364983" y="1378065"/>
                  <a:ext cx="215280" cy="35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138266E5-84E1-4070-BB4C-A059A195031D}"/>
                    </a:ext>
                  </a:extLst>
                </p14:cNvPr>
                <p14:cNvContentPartPr/>
                <p14:nvPr/>
              </p14:nvContentPartPr>
              <p14:xfrm>
                <a:off x="10721743" y="1528185"/>
                <a:ext cx="19440" cy="311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138266E5-84E1-4070-BB4C-A059A195031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704103" y="1510185"/>
                  <a:ext cx="5508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B53EA2A9-571C-4884-9C8E-8598E708981C}"/>
                    </a:ext>
                  </a:extLst>
                </p14:cNvPr>
                <p14:cNvContentPartPr/>
                <p14:nvPr/>
              </p14:nvContentPartPr>
              <p14:xfrm>
                <a:off x="10640743" y="1698105"/>
                <a:ext cx="187920" cy="32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B53EA2A9-571C-4884-9C8E-8598E708981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623103" y="1680105"/>
                  <a:ext cx="223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7970385-8C52-4844-9182-7D4E4D55F777}"/>
                    </a:ext>
                  </a:extLst>
                </p14:cNvPr>
                <p14:cNvContentPartPr/>
                <p14:nvPr/>
              </p14:nvContentPartPr>
              <p14:xfrm>
                <a:off x="10986343" y="1280865"/>
                <a:ext cx="209880" cy="262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7970385-8C52-4844-9182-7D4E4D55F77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68703" y="1263225"/>
                  <a:ext cx="2455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31F8469-4409-4BF1-B5C5-03FDEAA784F8}"/>
                    </a:ext>
                  </a:extLst>
                </p14:cNvPr>
                <p14:cNvContentPartPr/>
                <p14:nvPr/>
              </p14:nvContentPartPr>
              <p14:xfrm>
                <a:off x="11210623" y="1077825"/>
                <a:ext cx="132480" cy="22176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31F8469-4409-4BF1-B5C5-03FDEAA784F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192623" y="1060185"/>
                  <a:ext cx="16812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A769FC0-CF89-4B4E-898B-51E064D45C68}"/>
                    </a:ext>
                  </a:extLst>
                </p14:cNvPr>
                <p14:cNvContentPartPr/>
                <p14:nvPr/>
              </p14:nvContentPartPr>
              <p14:xfrm>
                <a:off x="11316463" y="1190865"/>
                <a:ext cx="182520" cy="3776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A769FC0-CF89-4B4E-898B-51E064D45C6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98463" y="1173225"/>
                  <a:ext cx="218160" cy="41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A986FA5-B62C-417E-B02F-B9301C5F18EA}"/>
                    </a:ext>
                  </a:extLst>
                </p14:cNvPr>
                <p14:cNvContentPartPr/>
                <p14:nvPr/>
              </p14:nvContentPartPr>
              <p14:xfrm>
                <a:off x="11515543" y="1126785"/>
                <a:ext cx="164520" cy="1872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A986FA5-B62C-417E-B02F-B9301C5F18E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497903" y="1108785"/>
                  <a:ext cx="20016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7FF91BE7-4D47-49B8-A025-A4EA0943C945}"/>
                    </a:ext>
                  </a:extLst>
                </p14:cNvPr>
                <p14:cNvContentPartPr/>
                <p14:nvPr/>
              </p14:nvContentPartPr>
              <p14:xfrm>
                <a:off x="10941703" y="1705305"/>
                <a:ext cx="645480" cy="262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7FF91BE7-4D47-49B8-A025-A4EA0943C945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923703" y="1687305"/>
                  <a:ext cx="68112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8AD0636-1447-4B43-9E27-15472F381916}"/>
                    </a:ext>
                  </a:extLst>
                </p14:cNvPr>
                <p14:cNvContentPartPr/>
                <p14:nvPr/>
              </p14:nvContentPartPr>
              <p14:xfrm>
                <a:off x="10973383" y="1929225"/>
                <a:ext cx="199080" cy="281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8AD0636-1447-4B43-9E27-15472F38191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955743" y="1911585"/>
                  <a:ext cx="23472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F1F5747-5B57-4120-BE92-60C514855F01}"/>
                    </a:ext>
                  </a:extLst>
                </p14:cNvPr>
                <p14:cNvContentPartPr/>
                <p14:nvPr/>
              </p14:nvContentPartPr>
              <p14:xfrm>
                <a:off x="11257423" y="1884585"/>
                <a:ext cx="136800" cy="1814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F1F5747-5B57-4120-BE92-60C514855F0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1239423" y="1866945"/>
                  <a:ext cx="1724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6DF0E44-A58E-46F8-B027-D52B2430BEA7}"/>
                    </a:ext>
                  </a:extLst>
                </p14:cNvPr>
                <p14:cNvContentPartPr/>
                <p14:nvPr/>
              </p14:nvContentPartPr>
              <p14:xfrm>
                <a:off x="11574943" y="1157385"/>
                <a:ext cx="280080" cy="11383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6DF0E44-A58E-46F8-B027-D52B2430BEA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1557303" y="1139745"/>
                  <a:ext cx="315720" cy="117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CEC79C07-1C0E-4DEA-B303-90ACE7D70364}"/>
              </a:ext>
            </a:extLst>
          </p:cNvPr>
          <p:cNvGrpSpPr/>
          <p:nvPr/>
        </p:nvGrpSpPr>
        <p:grpSpPr>
          <a:xfrm>
            <a:off x="10979503" y="83865"/>
            <a:ext cx="694080" cy="762840"/>
            <a:chOff x="10979503" y="83865"/>
            <a:chExt cx="694080" cy="762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88A119EE-B5E2-4DEF-A000-080EA4F8BDBC}"/>
                    </a:ext>
                  </a:extLst>
                </p14:cNvPr>
                <p14:cNvContentPartPr/>
                <p14:nvPr/>
              </p14:nvContentPartPr>
              <p14:xfrm>
                <a:off x="11206303" y="680745"/>
                <a:ext cx="28080" cy="1659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88A119EE-B5E2-4DEF-A000-080EA4F8BDBC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1188303" y="663105"/>
                  <a:ext cx="6372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CC6C3EE-2D80-4A95-9695-D498B64F9834}"/>
                    </a:ext>
                  </a:extLst>
                </p14:cNvPr>
                <p14:cNvContentPartPr/>
                <p14:nvPr/>
              </p14:nvContentPartPr>
              <p14:xfrm>
                <a:off x="11327623" y="597945"/>
                <a:ext cx="360" cy="241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CC6C3EE-2D80-4A95-9695-D498B64F983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1309983" y="580305"/>
                  <a:ext cx="360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AC259CF-9288-43CF-BFBA-3D0D998EA074}"/>
                    </a:ext>
                  </a:extLst>
                </p14:cNvPr>
                <p14:cNvContentPartPr/>
                <p14:nvPr/>
              </p14:nvContentPartPr>
              <p14:xfrm>
                <a:off x="10979503" y="92865"/>
                <a:ext cx="370080" cy="3898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AC259CF-9288-43CF-BFBA-3D0D998EA074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961863" y="75225"/>
                  <a:ext cx="405720" cy="42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F34EDF2-BB6D-41F6-8EA6-63CE4F911AA3}"/>
                    </a:ext>
                  </a:extLst>
                </p14:cNvPr>
                <p14:cNvContentPartPr/>
                <p14:nvPr/>
              </p14:nvContentPartPr>
              <p14:xfrm>
                <a:off x="11154823" y="340905"/>
                <a:ext cx="158400" cy="1641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F34EDF2-BB6D-41F6-8EA6-63CE4F911AA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1137183" y="322905"/>
                  <a:ext cx="19404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1A4BD2D-60FC-4A6D-ACB6-1E8F97E8DBC7}"/>
                    </a:ext>
                  </a:extLst>
                </p14:cNvPr>
                <p14:cNvContentPartPr/>
                <p14:nvPr/>
              </p14:nvContentPartPr>
              <p14:xfrm>
                <a:off x="11477023" y="83865"/>
                <a:ext cx="196560" cy="2048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1A4BD2D-60FC-4A6D-ACB6-1E8F97E8DBC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459383" y="65865"/>
                  <a:ext cx="232200" cy="24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EF6FD848-3D67-4101-88D5-288179D6C158}"/>
              </a:ext>
            </a:extLst>
          </p:cNvPr>
          <p:cNvGrpSpPr/>
          <p:nvPr/>
        </p:nvGrpSpPr>
        <p:grpSpPr>
          <a:xfrm>
            <a:off x="5853823" y="2282385"/>
            <a:ext cx="354240" cy="646200"/>
            <a:chOff x="5853823" y="2282385"/>
            <a:chExt cx="354240" cy="646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DBED3AD4-457D-4F3E-A075-A41462E43638}"/>
                    </a:ext>
                  </a:extLst>
                </p14:cNvPr>
                <p14:cNvContentPartPr/>
                <p14:nvPr/>
              </p14:nvContentPartPr>
              <p14:xfrm>
                <a:off x="5853823" y="2526825"/>
                <a:ext cx="245880" cy="4017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DBED3AD4-457D-4F3E-A075-A41462E4363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835823" y="2508825"/>
                  <a:ext cx="28152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4DCBDCB-478E-4FE6-9A69-BB03CB2F3087}"/>
                    </a:ext>
                  </a:extLst>
                </p14:cNvPr>
                <p14:cNvContentPartPr/>
                <p14:nvPr/>
              </p14:nvContentPartPr>
              <p14:xfrm>
                <a:off x="6160903" y="2282385"/>
                <a:ext cx="47160" cy="2102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4DCBDCB-478E-4FE6-9A69-BB03CB2F308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143263" y="2264745"/>
                  <a:ext cx="82800" cy="24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29F52BA0-523A-47A5-A503-1871A8FAF06B}"/>
              </a:ext>
            </a:extLst>
          </p:cNvPr>
          <p:cNvGrpSpPr/>
          <p:nvPr/>
        </p:nvGrpSpPr>
        <p:grpSpPr>
          <a:xfrm>
            <a:off x="6457543" y="2802585"/>
            <a:ext cx="239760" cy="136080"/>
            <a:chOff x="6457543" y="2802585"/>
            <a:chExt cx="239760" cy="136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991AF71-21CA-41AE-80CE-0363455BBFAB}"/>
                    </a:ext>
                  </a:extLst>
                </p14:cNvPr>
                <p14:cNvContentPartPr/>
                <p14:nvPr/>
              </p14:nvContentPartPr>
              <p14:xfrm>
                <a:off x="6462943" y="2802585"/>
                <a:ext cx="234360" cy="32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991AF71-21CA-41AE-80CE-0363455BBFA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444943" y="2784585"/>
                  <a:ext cx="270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11B26C14-BCA8-4755-9C0E-FD127D794EAF}"/>
                    </a:ext>
                  </a:extLst>
                </p14:cNvPr>
                <p14:cNvContentPartPr/>
                <p14:nvPr/>
              </p14:nvContentPartPr>
              <p14:xfrm>
                <a:off x="6457543" y="2904105"/>
                <a:ext cx="235080" cy="345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11B26C14-BCA8-4755-9C0E-FD127D794EA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6439543" y="2886105"/>
                  <a:ext cx="270720" cy="7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17CB66B1-B24B-429C-B506-FAEDCB50305F}"/>
                  </a:ext>
                </a:extLst>
              </p14:cNvPr>
              <p14:cNvContentPartPr/>
              <p14:nvPr/>
            </p14:nvContentPartPr>
            <p14:xfrm>
              <a:off x="7472743" y="2358345"/>
              <a:ext cx="28080" cy="31032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17CB66B1-B24B-429C-B506-FAEDCB50305F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455103" y="2340345"/>
                <a:ext cx="63720" cy="34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91A21AAB-CB69-4DDC-A208-E523145D0F03}"/>
                  </a:ext>
                </a:extLst>
              </p14:cNvPr>
              <p14:cNvContentPartPr/>
              <p14:nvPr/>
            </p14:nvContentPartPr>
            <p14:xfrm>
              <a:off x="7470943" y="2277345"/>
              <a:ext cx="245520" cy="38844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91A21AAB-CB69-4DDC-A208-E523145D0F03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452943" y="2259345"/>
                <a:ext cx="281160" cy="42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4D9F8E1F-29E2-4643-9130-D97EB46B2B30}"/>
                  </a:ext>
                </a:extLst>
              </p14:cNvPr>
              <p14:cNvContentPartPr/>
              <p14:nvPr/>
            </p14:nvContentPartPr>
            <p14:xfrm>
              <a:off x="7749583" y="2207865"/>
              <a:ext cx="144000" cy="24624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4D9F8E1F-29E2-4643-9130-D97EB46B2B3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7731943" y="2190225"/>
                <a:ext cx="1796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DBA9C7EA-E1BB-4FB3-BC1E-AEC5CDD4A9D5}"/>
                  </a:ext>
                </a:extLst>
              </p14:cNvPr>
              <p14:cNvContentPartPr/>
              <p14:nvPr/>
            </p14:nvContentPartPr>
            <p14:xfrm>
              <a:off x="7952983" y="2448345"/>
              <a:ext cx="360" cy="23904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DBA9C7EA-E1BB-4FB3-BC1E-AEC5CDD4A9D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934983" y="2430345"/>
                <a:ext cx="36000" cy="27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79FB1159-DCBE-4B3C-8415-E46FFCCC9442}"/>
                  </a:ext>
                </a:extLst>
              </p14:cNvPr>
              <p14:cNvContentPartPr/>
              <p14:nvPr/>
            </p14:nvContentPartPr>
            <p14:xfrm>
              <a:off x="7899703" y="2579745"/>
              <a:ext cx="160200" cy="1044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79FB1159-DCBE-4B3C-8415-E46FFCCC9442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881703" y="2561745"/>
                <a:ext cx="195840" cy="46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3BD1CBE3-491F-45ED-B09D-F864BF07EFF7}"/>
                  </a:ext>
                </a:extLst>
              </p14:cNvPr>
              <p14:cNvContentPartPr/>
              <p14:nvPr/>
            </p14:nvContentPartPr>
            <p14:xfrm>
              <a:off x="8114623" y="2496945"/>
              <a:ext cx="237600" cy="18288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3BD1CBE3-491F-45ED-B09D-F864BF07EFF7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096983" y="2478945"/>
                <a:ext cx="273240" cy="21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150E1BBE-AEA0-499C-98AC-0CC26FC28920}"/>
                  </a:ext>
                </a:extLst>
              </p14:cNvPr>
              <p14:cNvContentPartPr/>
              <p14:nvPr/>
            </p14:nvContentPartPr>
            <p14:xfrm>
              <a:off x="8462743" y="2350425"/>
              <a:ext cx="158400" cy="1544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150E1BBE-AEA0-499C-98AC-0CC26FC28920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8445103" y="2332425"/>
                <a:ext cx="194040" cy="19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3354E34A-962F-4383-AA3C-DA4108AD4B6B}"/>
                  </a:ext>
                </a:extLst>
              </p14:cNvPr>
              <p14:cNvContentPartPr/>
              <p14:nvPr/>
            </p14:nvContentPartPr>
            <p14:xfrm>
              <a:off x="8697463" y="2395425"/>
              <a:ext cx="162360" cy="32904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3354E34A-962F-4383-AA3C-DA4108AD4B6B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8679463" y="2377425"/>
                <a:ext cx="198000" cy="36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24DA928B-A4B0-4144-BF54-7E99E1987416}"/>
                  </a:ext>
                </a:extLst>
              </p14:cNvPr>
              <p14:cNvContentPartPr/>
              <p14:nvPr/>
            </p14:nvContentPartPr>
            <p14:xfrm>
              <a:off x="8903023" y="2254665"/>
              <a:ext cx="212760" cy="22428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24DA928B-A4B0-4144-BF54-7E99E1987416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8885383" y="2236665"/>
                <a:ext cx="24840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C56C3B0-EF45-4DD4-8620-E24569C32E03}"/>
                  </a:ext>
                </a:extLst>
              </p14:cNvPr>
              <p14:cNvContentPartPr/>
              <p14:nvPr/>
            </p14:nvContentPartPr>
            <p14:xfrm>
              <a:off x="7385623" y="2861265"/>
              <a:ext cx="1463400" cy="5328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C56C3B0-EF45-4DD4-8620-E24569C32E03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7367623" y="2843265"/>
                <a:ext cx="149904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C85FCFC1-1768-4C55-9F6C-BED606CD9C3B}"/>
                  </a:ext>
                </a:extLst>
              </p14:cNvPr>
              <p14:cNvContentPartPr/>
              <p14:nvPr/>
            </p14:nvContentPartPr>
            <p14:xfrm>
              <a:off x="7448263" y="3227025"/>
              <a:ext cx="320400" cy="2329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C85FCFC1-1768-4C55-9F6C-BED606CD9C3B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7430263" y="3209025"/>
                <a:ext cx="35604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C07E40D7-5AB7-4AB3-97E1-47B2829E4AE0}"/>
                  </a:ext>
                </a:extLst>
              </p14:cNvPr>
              <p14:cNvContentPartPr/>
              <p14:nvPr/>
            </p14:nvContentPartPr>
            <p14:xfrm>
              <a:off x="7846063" y="3072945"/>
              <a:ext cx="207360" cy="198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C07E40D7-5AB7-4AB3-97E1-47B2829E4AE0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7828423" y="3055305"/>
                <a:ext cx="24300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2D946876-ED2B-4E87-BB7C-9B5F69A7596D}"/>
                  </a:ext>
                </a:extLst>
              </p14:cNvPr>
              <p14:cNvContentPartPr/>
              <p14:nvPr/>
            </p14:nvContentPartPr>
            <p14:xfrm>
              <a:off x="8245303" y="3031185"/>
              <a:ext cx="292680" cy="39888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2D946876-ED2B-4E87-BB7C-9B5F69A7596D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8227303" y="3013185"/>
                <a:ext cx="328320" cy="43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77823F2-0CDB-4AC3-A7BC-ED1B2E6D9D25}"/>
                  </a:ext>
                </a:extLst>
              </p14:cNvPr>
              <p14:cNvContentPartPr/>
              <p14:nvPr/>
            </p14:nvContentPartPr>
            <p14:xfrm>
              <a:off x="9102823" y="2785305"/>
              <a:ext cx="174240" cy="14400"/>
            </p14:xfrm>
          </p:contentPart>
        </mc:Choice>
        <mc:Fallback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77823F2-0CDB-4AC3-A7BC-ED1B2E6D9D25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084823" y="2767665"/>
                <a:ext cx="209880" cy="5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3A7C144F-5192-4EE7-A151-A3B6C232FD09}"/>
                  </a:ext>
                </a:extLst>
              </p14:cNvPr>
              <p14:cNvContentPartPr/>
              <p14:nvPr/>
            </p14:nvContentPartPr>
            <p14:xfrm>
              <a:off x="9049543" y="2952705"/>
              <a:ext cx="290520" cy="36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3A7C144F-5192-4EE7-A151-A3B6C232FD09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031543" y="2934705"/>
                <a:ext cx="326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4021078F-B212-4752-847D-4EDFA2257EC1}"/>
                  </a:ext>
                </a:extLst>
              </p14:cNvPr>
              <p14:cNvContentPartPr/>
              <p14:nvPr/>
            </p14:nvContentPartPr>
            <p14:xfrm>
              <a:off x="9471823" y="2435385"/>
              <a:ext cx="213840" cy="45324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4021078F-B212-4752-847D-4EDFA2257EC1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9453823" y="2417385"/>
                <a:ext cx="24948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34F2E89F-67E7-4368-A25D-07004E02BA51}"/>
                  </a:ext>
                </a:extLst>
              </p14:cNvPr>
              <p14:cNvContentPartPr/>
              <p14:nvPr/>
            </p14:nvContentPartPr>
            <p14:xfrm>
              <a:off x="9761983" y="2280945"/>
              <a:ext cx="360720" cy="10681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34F2E89F-67E7-4368-A25D-07004E02BA51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9743983" y="2263305"/>
                <a:ext cx="396360" cy="1103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32" name="Group 131">
            <a:extLst>
              <a:ext uri="{FF2B5EF4-FFF2-40B4-BE49-F238E27FC236}">
                <a16:creationId xmlns:a16="http://schemas.microsoft.com/office/drawing/2014/main" id="{E6C4F709-871B-4380-AF8A-E28B39AE53D5}"/>
              </a:ext>
            </a:extLst>
          </p:cNvPr>
          <p:cNvGrpSpPr/>
          <p:nvPr/>
        </p:nvGrpSpPr>
        <p:grpSpPr>
          <a:xfrm>
            <a:off x="9954583" y="2402625"/>
            <a:ext cx="1467360" cy="1002240"/>
            <a:chOff x="9954583" y="2402625"/>
            <a:chExt cx="1467360" cy="100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BAB9BC4B-2651-41B0-BF02-F7A5554AA65A}"/>
                    </a:ext>
                  </a:extLst>
                </p14:cNvPr>
                <p14:cNvContentPartPr/>
                <p14:nvPr/>
              </p14:nvContentPartPr>
              <p14:xfrm>
                <a:off x="9985903" y="2598105"/>
                <a:ext cx="166680" cy="28224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BAB9BC4B-2651-41B0-BF02-F7A5554AA65A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968263" y="2580105"/>
                  <a:ext cx="20232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EC7B9D5-BAA8-4D79-9D48-4CBAA748B87E}"/>
                    </a:ext>
                  </a:extLst>
                </p14:cNvPr>
                <p14:cNvContentPartPr/>
                <p14:nvPr/>
              </p14:nvContentPartPr>
              <p14:xfrm>
                <a:off x="9954583" y="2882505"/>
                <a:ext cx="264240" cy="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EC7B9D5-BAA8-4D79-9D48-4CBAA748B87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36943" y="2864865"/>
                  <a:ext cx="2998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C73E42D-95DE-4DEB-875F-5841BB02C135}"/>
                    </a:ext>
                  </a:extLst>
                </p14:cNvPr>
                <p14:cNvContentPartPr/>
                <p14:nvPr/>
              </p14:nvContentPartPr>
              <p14:xfrm>
                <a:off x="10446703" y="2758305"/>
                <a:ext cx="6840" cy="25452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C73E42D-95DE-4DEB-875F-5841BB02C135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429063" y="2740305"/>
                  <a:ext cx="424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82F525D2-F94C-4774-8CD6-0BC3B7278C51}"/>
                    </a:ext>
                  </a:extLst>
                </p14:cNvPr>
                <p14:cNvContentPartPr/>
                <p14:nvPr/>
              </p14:nvContentPartPr>
              <p14:xfrm>
                <a:off x="10361383" y="2866665"/>
                <a:ext cx="168840" cy="273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82F525D2-F94C-4774-8CD6-0BC3B7278C51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343743" y="2849025"/>
                  <a:ext cx="2044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6E920FA-54E9-462F-9130-2F26AD3E996A}"/>
                    </a:ext>
                  </a:extLst>
                </p14:cNvPr>
                <p14:cNvContentPartPr/>
                <p14:nvPr/>
              </p14:nvContentPartPr>
              <p14:xfrm>
                <a:off x="10715623" y="2481105"/>
                <a:ext cx="203040" cy="19944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6E920FA-54E9-462F-9130-2F26AD3E996A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697623" y="2463105"/>
                  <a:ext cx="238680" cy="23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0CAEA56F-F055-471E-9E39-02BF00A62B4D}"/>
                    </a:ext>
                  </a:extLst>
                </p14:cNvPr>
                <p14:cNvContentPartPr/>
                <p14:nvPr/>
              </p14:nvContentPartPr>
              <p14:xfrm>
                <a:off x="10658023" y="2833905"/>
                <a:ext cx="412200" cy="1044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0CAEA56F-F055-471E-9E39-02BF00A62B4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40023" y="2815905"/>
                  <a:ext cx="4478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DB13D8E-D39A-46A7-86D5-84A8C1CDE1E8}"/>
                    </a:ext>
                  </a:extLst>
                </p14:cNvPr>
                <p14:cNvContentPartPr/>
                <p14:nvPr/>
              </p14:nvContentPartPr>
              <p14:xfrm>
                <a:off x="10727503" y="3034065"/>
                <a:ext cx="310320" cy="37080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DB13D8E-D39A-46A7-86D5-84A8C1CDE1E8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709863" y="3016065"/>
                  <a:ext cx="34596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592DE7E-F289-4893-9FFA-F9A7E8B364E9}"/>
                    </a:ext>
                  </a:extLst>
                </p14:cNvPr>
                <p14:cNvContentPartPr/>
                <p14:nvPr/>
              </p14:nvContentPartPr>
              <p14:xfrm>
                <a:off x="11127103" y="3026865"/>
                <a:ext cx="109080" cy="13356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592DE7E-F289-4893-9FFA-F9A7E8B364E9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109463" y="3008865"/>
                  <a:ext cx="1447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AF6ACC2F-B224-4C86-92A3-BE86EF9523D7}"/>
                    </a:ext>
                  </a:extLst>
                </p14:cNvPr>
                <p14:cNvContentPartPr/>
                <p14:nvPr/>
              </p14:nvContentPartPr>
              <p14:xfrm>
                <a:off x="11244463" y="2402625"/>
                <a:ext cx="177480" cy="9590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AF6ACC2F-B224-4C86-92A3-BE86EF9523D7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226823" y="2384625"/>
                  <a:ext cx="213120" cy="994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296305D7-0F99-41EB-AB46-25F196012303}"/>
              </a:ext>
            </a:extLst>
          </p:cNvPr>
          <p:cNvGrpSpPr/>
          <p:nvPr/>
        </p:nvGrpSpPr>
        <p:grpSpPr>
          <a:xfrm>
            <a:off x="1369663" y="4008225"/>
            <a:ext cx="503640" cy="613440"/>
            <a:chOff x="1369663" y="4008225"/>
            <a:chExt cx="503640" cy="613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08D9D09-9FCA-4592-8491-D4F128643D8B}"/>
                    </a:ext>
                  </a:extLst>
                </p14:cNvPr>
                <p14:cNvContentPartPr/>
                <p14:nvPr/>
              </p14:nvContentPartPr>
              <p14:xfrm>
                <a:off x="1369663" y="4334025"/>
                <a:ext cx="414360" cy="28764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08D9D09-9FCA-4592-8491-D4F128643D8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351663" y="4316385"/>
                  <a:ext cx="450000" cy="32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F7107E3C-9DBD-4311-BE94-2564BBF05D88}"/>
                    </a:ext>
                  </a:extLst>
                </p14:cNvPr>
                <p14:cNvContentPartPr/>
                <p14:nvPr/>
              </p14:nvContentPartPr>
              <p14:xfrm>
                <a:off x="1851703" y="4008225"/>
                <a:ext cx="21600" cy="22608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F7107E3C-9DBD-4311-BE94-2564BBF05D8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833703" y="3990585"/>
                  <a:ext cx="57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E6DF2A5A-5A70-4DA5-9FEB-E73615D97A30}"/>
                    </a:ext>
                  </a:extLst>
                </p14:cNvPr>
                <p14:cNvContentPartPr/>
                <p14:nvPr/>
              </p14:nvContentPartPr>
              <p14:xfrm>
                <a:off x="1442023" y="4031265"/>
                <a:ext cx="11160" cy="53316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E6DF2A5A-5A70-4DA5-9FEB-E73615D97A3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424383" y="4013265"/>
                  <a:ext cx="46800" cy="56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7189D0F7-46B8-4224-AA74-D985A25AC473}"/>
              </a:ext>
            </a:extLst>
          </p:cNvPr>
          <p:cNvGrpSpPr/>
          <p:nvPr/>
        </p:nvGrpSpPr>
        <p:grpSpPr>
          <a:xfrm>
            <a:off x="2188663" y="4281105"/>
            <a:ext cx="252360" cy="276480"/>
            <a:chOff x="2188663" y="4281105"/>
            <a:chExt cx="252360" cy="27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20D8F1D7-EB1B-48B9-9F49-EAFDDEB72220}"/>
                    </a:ext>
                  </a:extLst>
                </p14:cNvPr>
                <p14:cNvContentPartPr/>
                <p14:nvPr/>
              </p14:nvContentPartPr>
              <p14:xfrm>
                <a:off x="2188663" y="4538505"/>
                <a:ext cx="235080" cy="1908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20D8F1D7-EB1B-48B9-9F49-EAFDDEB72220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2171023" y="4520505"/>
                  <a:ext cx="27072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4241761-B631-4409-9896-910555FF48D0}"/>
                    </a:ext>
                  </a:extLst>
                </p14:cNvPr>
                <p14:cNvContentPartPr/>
                <p14:nvPr/>
              </p14:nvContentPartPr>
              <p14:xfrm>
                <a:off x="2191183" y="4281105"/>
                <a:ext cx="249840" cy="9900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4241761-B631-4409-9896-910555FF48D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173183" y="4263465"/>
                  <a:ext cx="285480" cy="13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17529765-DAE1-4577-8FF7-175CD451EFF1}"/>
                  </a:ext>
                </a:extLst>
              </p14:cNvPr>
              <p14:cNvContentPartPr/>
              <p14:nvPr/>
            </p14:nvContentPartPr>
            <p14:xfrm>
              <a:off x="2725783" y="4134225"/>
              <a:ext cx="312480" cy="50076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17529765-DAE1-4577-8FF7-175CD451EFF1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2708143" y="4116225"/>
                <a:ext cx="348120" cy="536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48" name="Group 147">
            <a:extLst>
              <a:ext uri="{FF2B5EF4-FFF2-40B4-BE49-F238E27FC236}">
                <a16:creationId xmlns:a16="http://schemas.microsoft.com/office/drawing/2014/main" id="{99A2A5DF-692A-4641-A628-28224842CA99}"/>
              </a:ext>
            </a:extLst>
          </p:cNvPr>
          <p:cNvGrpSpPr/>
          <p:nvPr/>
        </p:nvGrpSpPr>
        <p:grpSpPr>
          <a:xfrm>
            <a:off x="3404743" y="4288305"/>
            <a:ext cx="358560" cy="340560"/>
            <a:chOff x="3404743" y="4288305"/>
            <a:chExt cx="358560" cy="34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E04A9C72-8F5B-4C3F-9C8A-BDD47C4D1773}"/>
                    </a:ext>
                  </a:extLst>
                </p14:cNvPr>
                <p14:cNvContentPartPr/>
                <p14:nvPr/>
              </p14:nvContentPartPr>
              <p14:xfrm>
                <a:off x="3404743" y="4395225"/>
                <a:ext cx="187920" cy="22572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E04A9C72-8F5B-4C3F-9C8A-BDD47C4D1773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3386743" y="4377225"/>
                  <a:ext cx="2235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028360DC-AB0F-4E62-B29F-BEDBE46B6317}"/>
                    </a:ext>
                  </a:extLst>
                </p14:cNvPr>
                <p14:cNvContentPartPr/>
                <p14:nvPr/>
              </p14:nvContentPartPr>
              <p14:xfrm>
                <a:off x="3679783" y="4454265"/>
                <a:ext cx="83520" cy="17460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028360DC-AB0F-4E62-B29F-BEDBE46B631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3662143" y="4436265"/>
                  <a:ext cx="11916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78FCBD0-BB91-4D17-A03A-6F2838D18FAF}"/>
                    </a:ext>
                  </a:extLst>
                </p14:cNvPr>
                <p14:cNvContentPartPr/>
                <p14:nvPr/>
              </p14:nvContentPartPr>
              <p14:xfrm>
                <a:off x="3643783" y="4288305"/>
                <a:ext cx="360" cy="36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78FCBD0-BB91-4D17-A03A-6F2838D18FA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3625783" y="42706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1269E081-525F-4787-9258-ADE18B206A14}"/>
              </a:ext>
            </a:extLst>
          </p:cNvPr>
          <p:cNvGrpSpPr/>
          <p:nvPr/>
        </p:nvGrpSpPr>
        <p:grpSpPr>
          <a:xfrm>
            <a:off x="4154983" y="4164825"/>
            <a:ext cx="1177920" cy="635400"/>
            <a:chOff x="4154983" y="4164825"/>
            <a:chExt cx="1177920" cy="635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162315E9-DF8B-4F46-A0A5-52D450F7408F}"/>
                    </a:ext>
                  </a:extLst>
                </p14:cNvPr>
                <p14:cNvContentPartPr/>
                <p14:nvPr/>
              </p14:nvContentPartPr>
              <p14:xfrm>
                <a:off x="4154983" y="4164825"/>
                <a:ext cx="368280" cy="45864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162315E9-DF8B-4F46-A0A5-52D450F7408F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137343" y="4147185"/>
                  <a:ext cx="40392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241559A-CAD3-4E70-BC4D-A8E8F3A4D1A6}"/>
                    </a:ext>
                  </a:extLst>
                </p14:cNvPr>
                <p14:cNvContentPartPr/>
                <p14:nvPr/>
              </p14:nvContentPartPr>
              <p14:xfrm>
                <a:off x="4445863" y="4515465"/>
                <a:ext cx="92160" cy="28476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241559A-CAD3-4E70-BC4D-A8E8F3A4D1A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4427863" y="4497825"/>
                  <a:ext cx="12780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BDF453A0-08A7-4CA2-937F-E27E23275A83}"/>
                    </a:ext>
                  </a:extLst>
                </p14:cNvPr>
                <p14:cNvContentPartPr/>
                <p14:nvPr/>
              </p14:nvContentPartPr>
              <p14:xfrm>
                <a:off x="4658983" y="4292625"/>
                <a:ext cx="441000" cy="40176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BDF453A0-08A7-4CA2-937F-E27E23275A8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41343" y="4274985"/>
                  <a:ext cx="4766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F2DBFFB-9015-45B1-B7D3-A78554B56B64}"/>
                    </a:ext>
                  </a:extLst>
                </p14:cNvPr>
                <p14:cNvContentPartPr/>
                <p14:nvPr/>
              </p14:nvContentPartPr>
              <p14:xfrm>
                <a:off x="4947703" y="4314585"/>
                <a:ext cx="385200" cy="48420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F2DBFFB-9015-45B1-B7D3-A78554B56B6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4930063" y="4296945"/>
                  <a:ext cx="420840" cy="51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CC17510F-A3F0-497B-B959-13A83CE74D49}"/>
              </a:ext>
            </a:extLst>
          </p:cNvPr>
          <p:cNvGrpSpPr/>
          <p:nvPr/>
        </p:nvGrpSpPr>
        <p:grpSpPr>
          <a:xfrm>
            <a:off x="1311703" y="5061225"/>
            <a:ext cx="484560" cy="646560"/>
            <a:chOff x="1311703" y="5061225"/>
            <a:chExt cx="484560" cy="646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A95CD02-2F9F-4C8E-AEBD-639ADA84370D}"/>
                    </a:ext>
                  </a:extLst>
                </p14:cNvPr>
                <p14:cNvContentPartPr/>
                <p14:nvPr/>
              </p14:nvContentPartPr>
              <p14:xfrm>
                <a:off x="1311703" y="5190825"/>
                <a:ext cx="305640" cy="5169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A95CD02-2F9F-4C8E-AEBD-639ADA84370D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1293703" y="5173185"/>
                  <a:ext cx="34128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DAA2991B-FEF6-4B15-B838-280F4AEF8194}"/>
                    </a:ext>
                  </a:extLst>
                </p14:cNvPr>
                <p14:cNvContentPartPr/>
                <p14:nvPr/>
              </p14:nvContentPartPr>
              <p14:xfrm>
                <a:off x="1781143" y="5061225"/>
                <a:ext cx="15120" cy="27180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DAA2991B-FEF6-4B15-B838-280F4AEF8194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1763503" y="5043585"/>
                  <a:ext cx="50760" cy="307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F756B966-17BA-4727-A478-13A822634038}"/>
              </a:ext>
            </a:extLst>
          </p:cNvPr>
          <p:cNvGrpSpPr/>
          <p:nvPr/>
        </p:nvGrpSpPr>
        <p:grpSpPr>
          <a:xfrm>
            <a:off x="2119903" y="5341665"/>
            <a:ext cx="282600" cy="267120"/>
            <a:chOff x="2119903" y="5341665"/>
            <a:chExt cx="282600" cy="267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76DB1D55-DC77-4394-81F6-EBFFBD6762FD}"/>
                    </a:ext>
                  </a:extLst>
                </p14:cNvPr>
                <p14:cNvContentPartPr/>
                <p14:nvPr/>
              </p14:nvContentPartPr>
              <p14:xfrm>
                <a:off x="2119903" y="5579985"/>
                <a:ext cx="271800" cy="2880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76DB1D55-DC77-4394-81F6-EBFFBD6762FD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2101903" y="5562345"/>
                  <a:ext cx="3074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61FE2557-A595-46E0-A3DD-D6E3AC59F5AF}"/>
                    </a:ext>
                  </a:extLst>
                </p14:cNvPr>
                <p14:cNvContentPartPr/>
                <p14:nvPr/>
              </p14:nvContentPartPr>
              <p14:xfrm>
                <a:off x="2128903" y="5341665"/>
                <a:ext cx="273600" cy="107280"/>
              </p14:xfrm>
            </p:contentPart>
          </mc:Choice>
          <mc:Fallback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61FE2557-A595-46E0-A3DD-D6E3AC59F5AF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2111263" y="5324025"/>
                  <a:ext cx="309240" cy="14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6504FDBD-EF9E-429F-BDF6-3C124E7990CF}"/>
              </a:ext>
            </a:extLst>
          </p:cNvPr>
          <p:cNvGrpSpPr/>
          <p:nvPr/>
        </p:nvGrpSpPr>
        <p:grpSpPr>
          <a:xfrm>
            <a:off x="2734783" y="5137905"/>
            <a:ext cx="1357200" cy="732240"/>
            <a:chOff x="2734783" y="5137905"/>
            <a:chExt cx="1357200" cy="732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18A7F629-2501-42CB-953B-0C900C322032}"/>
                    </a:ext>
                  </a:extLst>
                </p14:cNvPr>
                <p14:cNvContentPartPr/>
                <p14:nvPr/>
              </p14:nvContentPartPr>
              <p14:xfrm>
                <a:off x="2734783" y="5255625"/>
                <a:ext cx="412920" cy="48312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18A7F629-2501-42CB-953B-0C900C32203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2717143" y="5237625"/>
                  <a:ext cx="4485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9F30374F-EFD2-465E-BA3E-84151D33DB70}"/>
                    </a:ext>
                  </a:extLst>
                </p14:cNvPr>
                <p14:cNvContentPartPr/>
                <p14:nvPr/>
              </p14:nvContentPartPr>
              <p14:xfrm>
                <a:off x="2988583" y="5598705"/>
                <a:ext cx="117720" cy="27144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9F30374F-EFD2-465E-BA3E-84151D33DB70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2970943" y="5580705"/>
                  <a:ext cx="15336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40769FDB-A459-4315-BF36-0D4AB0A558E9}"/>
                    </a:ext>
                  </a:extLst>
                </p14:cNvPr>
                <p14:cNvContentPartPr/>
                <p14:nvPr/>
              </p14:nvContentPartPr>
              <p14:xfrm>
                <a:off x="3314743" y="5137905"/>
                <a:ext cx="173520" cy="28548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40769FDB-A459-4315-BF36-0D4AB0A558E9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3297103" y="5119905"/>
                  <a:ext cx="209160" cy="3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3F8F464E-D16D-48EE-98B9-DE3FDF588F73}"/>
                    </a:ext>
                  </a:extLst>
                </p14:cNvPr>
                <p14:cNvContentPartPr/>
                <p14:nvPr/>
              </p14:nvContentPartPr>
              <p14:xfrm>
                <a:off x="3733423" y="5324385"/>
                <a:ext cx="17280" cy="3931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3F8F464E-D16D-48EE-98B9-DE3FDF588F73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715423" y="5306385"/>
                  <a:ext cx="5292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E5C763B2-92A4-4CEF-B614-B9F20D14DEE8}"/>
                    </a:ext>
                  </a:extLst>
                </p14:cNvPr>
                <p14:cNvContentPartPr/>
                <p14:nvPr/>
              </p14:nvContentPartPr>
              <p14:xfrm>
                <a:off x="3688423" y="5262825"/>
                <a:ext cx="403560" cy="486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E5C763B2-92A4-4CEF-B614-B9F20D14DEE8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3670783" y="5244825"/>
                  <a:ext cx="439200" cy="52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040029AD-0C81-4FA6-BB86-2CB68CAE4E9C}"/>
                  </a:ext>
                </a:extLst>
              </p14:cNvPr>
              <p14:cNvContentPartPr/>
              <p14:nvPr/>
            </p14:nvContentPartPr>
            <p14:xfrm>
              <a:off x="4462783" y="5745585"/>
              <a:ext cx="6840" cy="18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040029AD-0C81-4FA6-BB86-2CB68CAE4E9C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4445143" y="5727945"/>
                <a:ext cx="42480" cy="37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52482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F02376D2-9FFB-4BB6-BAEB-85920B2085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98" y="713874"/>
            <a:ext cx="6671460" cy="3961821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42C30D7-DA9B-43AA-8A41-DEF85190FB0D}"/>
                  </a:ext>
                </a:extLst>
              </p14:cNvPr>
              <p14:cNvContentPartPr/>
              <p14:nvPr/>
            </p14:nvContentPartPr>
            <p14:xfrm>
              <a:off x="2109463" y="3375345"/>
              <a:ext cx="60480" cy="1076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42C30D7-DA9B-43AA-8A41-DEF85190FB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091823" y="3357705"/>
                <a:ext cx="96120" cy="14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14DFB63-6A0B-4536-AE1C-C7C8F49151F6}"/>
                  </a:ext>
                </a:extLst>
              </p14:cNvPr>
              <p14:cNvContentPartPr/>
              <p14:nvPr/>
            </p14:nvContentPartPr>
            <p14:xfrm>
              <a:off x="3719743" y="3383625"/>
              <a:ext cx="58680" cy="6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14DFB63-6A0B-4536-AE1C-C7C8F49151F6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701743" y="3365985"/>
                <a:ext cx="94320" cy="10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A0F0D95-2D56-4ADD-8B01-61E473C7AF94}"/>
                  </a:ext>
                </a:extLst>
              </p14:cNvPr>
              <p14:cNvContentPartPr/>
              <p14:nvPr/>
            </p14:nvContentPartPr>
            <p14:xfrm>
              <a:off x="5386183" y="3376785"/>
              <a:ext cx="68760" cy="7920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A0F0D95-2D56-4ADD-8B01-61E473C7AF94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68543" y="3358785"/>
                <a:ext cx="104400" cy="11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oup 24">
            <a:extLst>
              <a:ext uri="{FF2B5EF4-FFF2-40B4-BE49-F238E27FC236}">
                <a16:creationId xmlns:a16="http://schemas.microsoft.com/office/drawing/2014/main" id="{878C49E1-BAAC-44FA-A9EE-8BF514F83610}"/>
              </a:ext>
            </a:extLst>
          </p:cNvPr>
          <p:cNvGrpSpPr/>
          <p:nvPr/>
        </p:nvGrpSpPr>
        <p:grpSpPr>
          <a:xfrm>
            <a:off x="2020183" y="1986825"/>
            <a:ext cx="3738960" cy="1046160"/>
            <a:chOff x="2020183" y="1986825"/>
            <a:chExt cx="3738960" cy="1046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86925E5-E02B-4B01-87C4-4FDE73D1F972}"/>
                    </a:ext>
                  </a:extLst>
                </p14:cNvPr>
                <p14:cNvContentPartPr/>
                <p14:nvPr/>
              </p14:nvContentPartPr>
              <p14:xfrm>
                <a:off x="2190823" y="2615025"/>
                <a:ext cx="1596240" cy="31392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86925E5-E02B-4B01-87C4-4FDE73D1F97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73183" y="2597025"/>
                  <a:ext cx="1631880" cy="34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6461CF1-8872-46FF-8EB2-90FBC78E8EFC}"/>
                    </a:ext>
                  </a:extLst>
                </p14:cNvPr>
                <p14:cNvContentPartPr/>
                <p14:nvPr/>
              </p14:nvContentPartPr>
              <p14:xfrm>
                <a:off x="2114143" y="2783865"/>
                <a:ext cx="222120" cy="249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6461CF1-8872-46FF-8EB2-90FBC78E8EF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096143" y="2766225"/>
                  <a:ext cx="2577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E10DC55-F071-4B46-9290-06B5FB748CD8}"/>
                    </a:ext>
                  </a:extLst>
                </p14:cNvPr>
                <p14:cNvContentPartPr/>
                <p14:nvPr/>
              </p14:nvContentPartPr>
              <p14:xfrm>
                <a:off x="2086423" y="2391105"/>
                <a:ext cx="4680" cy="231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E10DC55-F071-4B46-9290-06B5FB748CD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068423" y="2373105"/>
                  <a:ext cx="4032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E09DABD-7167-4563-9019-8CC304C682E1}"/>
                    </a:ext>
                  </a:extLst>
                </p14:cNvPr>
                <p14:cNvContentPartPr/>
                <p14:nvPr/>
              </p14:nvContentPartPr>
              <p14:xfrm>
                <a:off x="2020183" y="2489745"/>
                <a:ext cx="217800" cy="1764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E09DABD-7167-4563-9019-8CC304C682E1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002543" y="2471745"/>
                  <a:ext cx="25344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A32DE0F-99A1-49DE-B271-A10FB1C94F23}"/>
                    </a:ext>
                  </a:extLst>
                </p14:cNvPr>
                <p14:cNvContentPartPr/>
                <p14:nvPr/>
              </p14:nvContentPartPr>
              <p14:xfrm>
                <a:off x="3509143" y="2496945"/>
                <a:ext cx="160200" cy="75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A32DE0F-99A1-49DE-B271-A10FB1C94F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91503" y="2478945"/>
                  <a:ext cx="195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E78DD3E-85DD-4B2F-973E-8FD8BD696A99}"/>
                    </a:ext>
                  </a:extLst>
                </p14:cNvPr>
                <p14:cNvContentPartPr/>
                <p14:nvPr/>
              </p14:nvContentPartPr>
              <p14:xfrm>
                <a:off x="3948703" y="2432865"/>
                <a:ext cx="1562040" cy="2660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E78DD3E-85DD-4B2F-973E-8FD8BD696A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31063" y="2414865"/>
                  <a:ext cx="1597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F4CB32F-5C03-4FD0-978E-9808D5FA82C8}"/>
                    </a:ext>
                  </a:extLst>
                </p14:cNvPr>
                <p14:cNvContentPartPr/>
                <p14:nvPr/>
              </p14:nvContentPartPr>
              <p14:xfrm>
                <a:off x="2488183" y="2167905"/>
                <a:ext cx="206640" cy="3031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F4CB32F-5C03-4FD0-978E-9808D5FA82C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470183" y="2150265"/>
                  <a:ext cx="2422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E28068E-7EBF-48FB-A305-BF776C402CE5}"/>
                    </a:ext>
                  </a:extLst>
                </p14:cNvPr>
                <p14:cNvContentPartPr/>
                <p14:nvPr/>
              </p14:nvContentPartPr>
              <p14:xfrm>
                <a:off x="2739103" y="2438265"/>
                <a:ext cx="19440" cy="101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E28068E-7EBF-48FB-A305-BF776C402CE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721463" y="2420265"/>
                  <a:ext cx="5508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7164C7-FA3C-405B-9896-C5FF6533A35C}"/>
                    </a:ext>
                  </a:extLst>
                </p14:cNvPr>
                <p14:cNvContentPartPr/>
                <p14:nvPr/>
              </p14:nvContentPartPr>
              <p14:xfrm>
                <a:off x="2741263" y="2395425"/>
                <a:ext cx="200880" cy="1274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7164C7-FA3C-405B-9896-C5FF6533A35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23623" y="2377425"/>
                  <a:ext cx="23652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179510E-E2CB-4E63-9371-2FF87A4CC24C}"/>
                    </a:ext>
                  </a:extLst>
                </p14:cNvPr>
                <p14:cNvContentPartPr/>
                <p14:nvPr/>
              </p14:nvContentPartPr>
              <p14:xfrm>
                <a:off x="2442463" y="2093745"/>
                <a:ext cx="213840" cy="388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179510E-E2CB-4E63-9371-2FF87A4CC24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424823" y="2076105"/>
                  <a:ext cx="2494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7C6B1EA-4B9D-4454-94FA-5523C6D24236}"/>
                    </a:ext>
                  </a:extLst>
                </p14:cNvPr>
                <p14:cNvContentPartPr/>
                <p14:nvPr/>
              </p14:nvContentPartPr>
              <p14:xfrm>
                <a:off x="5205103" y="2108145"/>
                <a:ext cx="177480" cy="2588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7C6B1EA-4B9D-4454-94FA-5523C6D2423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187463" y="2090505"/>
                  <a:ext cx="21312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04B9997-D5AA-4C3B-B5AF-94554E82FC21}"/>
                    </a:ext>
                  </a:extLst>
                </p14:cNvPr>
                <p14:cNvContentPartPr/>
                <p14:nvPr/>
              </p14:nvContentPartPr>
              <p14:xfrm>
                <a:off x="5423983" y="2307945"/>
                <a:ext cx="152640" cy="117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04B9997-D5AA-4C3B-B5AF-94554E82FC2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406343" y="2289945"/>
                  <a:ext cx="18828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1BB5745-1879-47DB-9792-972A53CE2C99}"/>
                    </a:ext>
                  </a:extLst>
                </p14:cNvPr>
                <p14:cNvContentPartPr/>
                <p14:nvPr/>
              </p14:nvContentPartPr>
              <p14:xfrm>
                <a:off x="5592463" y="2294625"/>
                <a:ext cx="166680" cy="1753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1BB5745-1879-47DB-9792-972A53CE2C99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574463" y="2276625"/>
                  <a:ext cx="20232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49DDAFC-1617-4BE9-AE3A-8C63E1555956}"/>
                    </a:ext>
                  </a:extLst>
                </p14:cNvPr>
                <p14:cNvContentPartPr/>
                <p14:nvPr/>
              </p14:nvContentPartPr>
              <p14:xfrm>
                <a:off x="5098183" y="1986825"/>
                <a:ext cx="374040" cy="45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49DDAFC-1617-4BE9-AE3A-8C63E155595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080183" y="1968825"/>
                  <a:ext cx="40968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5583E3F-2588-4B04-82F6-227E28A330B4}"/>
              </a:ext>
            </a:extLst>
          </p:cNvPr>
          <p:cNvGrpSpPr/>
          <p:nvPr/>
        </p:nvGrpSpPr>
        <p:grpSpPr>
          <a:xfrm>
            <a:off x="3936823" y="2576505"/>
            <a:ext cx="2090160" cy="532080"/>
            <a:chOff x="3936823" y="2576505"/>
            <a:chExt cx="2090160" cy="532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A777ED4-E818-44DE-8AB4-6EF33C65AECD}"/>
                    </a:ext>
                  </a:extLst>
                </p14:cNvPr>
                <p14:cNvContentPartPr/>
                <p14:nvPr/>
              </p14:nvContentPartPr>
              <p14:xfrm>
                <a:off x="3936823" y="2576505"/>
                <a:ext cx="1460520" cy="5320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A777ED4-E818-44DE-8AB4-6EF33C65AEC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919183" y="2558865"/>
                  <a:ext cx="149616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5508F8E-FAD1-4F44-939D-23F069B6291F}"/>
                    </a:ext>
                  </a:extLst>
                </p14:cNvPr>
                <p14:cNvContentPartPr/>
                <p14:nvPr/>
              </p14:nvContentPartPr>
              <p14:xfrm>
                <a:off x="5574103" y="2655705"/>
                <a:ext cx="246240" cy="2818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5508F8E-FAD1-4F44-939D-23F069B629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56103" y="2638065"/>
                  <a:ext cx="28188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5E30037-2F47-41A9-941D-689C34EA70C9}"/>
                    </a:ext>
                  </a:extLst>
                </p14:cNvPr>
                <p14:cNvContentPartPr/>
                <p14:nvPr/>
              </p14:nvContentPartPr>
              <p14:xfrm>
                <a:off x="5533783" y="2811225"/>
                <a:ext cx="281880" cy="417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5E30037-2F47-41A9-941D-689C34EA70C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515783" y="2793225"/>
                  <a:ext cx="3175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190DCB-B069-40C0-94F1-EE5C0C8BBF9D}"/>
                    </a:ext>
                  </a:extLst>
                </p14:cNvPr>
                <p14:cNvContentPartPr/>
                <p14:nvPr/>
              </p14:nvContentPartPr>
              <p14:xfrm>
                <a:off x="5994583" y="2795385"/>
                <a:ext cx="32400" cy="176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7190DCB-B069-40C0-94F1-EE5C0C8BBF9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976583" y="2777385"/>
                  <a:ext cx="68040" cy="21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D756220-21B9-4DC1-807F-940A46545D7B}"/>
              </a:ext>
            </a:extLst>
          </p:cNvPr>
          <p:cNvGrpSpPr/>
          <p:nvPr/>
        </p:nvGrpSpPr>
        <p:grpSpPr>
          <a:xfrm>
            <a:off x="3887863" y="3317025"/>
            <a:ext cx="1317600" cy="946800"/>
            <a:chOff x="3887863" y="3317025"/>
            <a:chExt cx="1317600" cy="946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59C9414-E772-40E4-B4EB-67295A22D26D}"/>
                    </a:ext>
                  </a:extLst>
                </p14:cNvPr>
                <p14:cNvContentPartPr/>
                <p14:nvPr/>
              </p14:nvContentPartPr>
              <p14:xfrm>
                <a:off x="3887863" y="3317025"/>
                <a:ext cx="1279440" cy="6462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59C9414-E772-40E4-B4EB-67295A22D26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69863" y="3299025"/>
                  <a:ext cx="1315080" cy="68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08B3E26-5F9E-47F8-963A-20540A584B3D}"/>
                    </a:ext>
                  </a:extLst>
                </p14:cNvPr>
                <p14:cNvContentPartPr/>
                <p14:nvPr/>
              </p14:nvContentPartPr>
              <p14:xfrm>
                <a:off x="4754743" y="3984825"/>
                <a:ext cx="171360" cy="2077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08B3E26-5F9E-47F8-963A-20540A584B3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736743" y="3967185"/>
                  <a:ext cx="20700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CD0C544-3313-484A-AC2E-3048ACEA745F}"/>
                    </a:ext>
                  </a:extLst>
                </p14:cNvPr>
                <p14:cNvContentPartPr/>
                <p14:nvPr/>
              </p14:nvContentPartPr>
              <p14:xfrm>
                <a:off x="4699663" y="4105425"/>
                <a:ext cx="154080" cy="20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CD0C544-3313-484A-AC2E-3048ACEA745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81663" y="4087785"/>
                  <a:ext cx="18972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77DB7F5-6CCA-405F-9B7B-8C9881CF851D}"/>
                    </a:ext>
                  </a:extLst>
                </p14:cNvPr>
                <p14:cNvContentPartPr/>
                <p14:nvPr/>
              </p14:nvContentPartPr>
              <p14:xfrm>
                <a:off x="4985863" y="4079865"/>
                <a:ext cx="219600" cy="1839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77DB7F5-6CCA-405F-9B7B-8C9881CF851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68223" y="4061865"/>
                  <a:ext cx="25524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D9F7ED6-6A61-4F45-AD41-7753FFA3CDEA}"/>
              </a:ext>
            </a:extLst>
          </p:cNvPr>
          <p:cNvGrpSpPr/>
          <p:nvPr/>
        </p:nvGrpSpPr>
        <p:grpSpPr>
          <a:xfrm>
            <a:off x="7607383" y="1918065"/>
            <a:ext cx="2641320" cy="630000"/>
            <a:chOff x="7607383" y="1918065"/>
            <a:chExt cx="2641320" cy="630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C8F985B-DE26-40CD-BDEF-C440FDDA22AD}"/>
                    </a:ext>
                  </a:extLst>
                </p14:cNvPr>
                <p14:cNvContentPartPr/>
                <p14:nvPr/>
              </p14:nvContentPartPr>
              <p14:xfrm>
                <a:off x="7684063" y="1918065"/>
                <a:ext cx="284040" cy="403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C8F985B-DE26-40CD-BDEF-C440FDDA22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666423" y="1900425"/>
                  <a:ext cx="31968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7FD2013-9723-4924-8931-416FA5D78318}"/>
                    </a:ext>
                  </a:extLst>
                </p14:cNvPr>
                <p14:cNvContentPartPr/>
                <p14:nvPr/>
              </p14:nvContentPartPr>
              <p14:xfrm>
                <a:off x="7607383" y="2148105"/>
                <a:ext cx="335160" cy="50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7FD2013-9723-4924-8931-416FA5D7831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89383" y="2130465"/>
                  <a:ext cx="3708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8792E1F-4843-4B40-9406-3DCE3A4CF1DC}"/>
                    </a:ext>
                  </a:extLst>
                </p14:cNvPr>
                <p14:cNvContentPartPr/>
                <p14:nvPr/>
              </p14:nvContentPartPr>
              <p14:xfrm>
                <a:off x="8027503" y="2214345"/>
                <a:ext cx="247680" cy="288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8792E1F-4843-4B40-9406-3DCE3A4CF1D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09863" y="2196705"/>
                  <a:ext cx="283320" cy="32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DAEF323-17F5-41AE-8614-4EAC4132291E}"/>
                    </a:ext>
                  </a:extLst>
                </p14:cNvPr>
                <p14:cNvContentPartPr/>
                <p14:nvPr/>
              </p14:nvContentPartPr>
              <p14:xfrm>
                <a:off x="8368783" y="2158185"/>
                <a:ext cx="224280" cy="61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DAEF323-17F5-41AE-8614-4EAC4132291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351143" y="2140185"/>
                  <a:ext cx="25992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AA96FD3-8E39-447B-AD4F-549CF85DD1E8}"/>
                    </a:ext>
                  </a:extLst>
                </p14:cNvPr>
                <p14:cNvContentPartPr/>
                <p14:nvPr/>
              </p14:nvContentPartPr>
              <p14:xfrm>
                <a:off x="8398663" y="2285265"/>
                <a:ext cx="264960" cy="1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AA96FD3-8E39-447B-AD4F-549CF85DD1E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81023" y="2267625"/>
                  <a:ext cx="3006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061AF10-CA36-4592-B4F2-0841802EEA22}"/>
                    </a:ext>
                  </a:extLst>
                </p14:cNvPr>
                <p14:cNvContentPartPr/>
                <p14:nvPr/>
              </p14:nvContentPartPr>
              <p14:xfrm>
                <a:off x="8835703" y="1963065"/>
                <a:ext cx="230760" cy="341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061AF10-CA36-4592-B4F2-0841802EEA2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818063" y="1945425"/>
                  <a:ext cx="26640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6802AF2-8ACC-4ED7-98A0-5B82775FB734}"/>
                    </a:ext>
                  </a:extLst>
                </p14:cNvPr>
                <p14:cNvContentPartPr/>
                <p14:nvPr/>
              </p14:nvContentPartPr>
              <p14:xfrm>
                <a:off x="9358783" y="2065305"/>
                <a:ext cx="64440" cy="31608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6802AF2-8ACC-4ED7-98A0-5B82775FB73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340783" y="2047305"/>
                  <a:ext cx="10008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88B7081-F923-4A2E-9A78-07964953471F}"/>
                    </a:ext>
                  </a:extLst>
                </p14:cNvPr>
                <p14:cNvContentPartPr/>
                <p14:nvPr/>
              </p14:nvContentPartPr>
              <p14:xfrm>
                <a:off x="9309823" y="2226585"/>
                <a:ext cx="207360" cy="30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88B7081-F923-4A2E-9A78-07964953471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91823" y="2208945"/>
                  <a:ext cx="24300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45CF377-EC7F-4C0D-A14C-9DDD905ACED2}"/>
                    </a:ext>
                  </a:extLst>
                </p14:cNvPr>
                <p14:cNvContentPartPr/>
                <p14:nvPr/>
              </p14:nvContentPartPr>
              <p14:xfrm>
                <a:off x="9588463" y="2105265"/>
                <a:ext cx="167400" cy="442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45CF377-EC7F-4C0D-A14C-9DDD905ACED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570823" y="2087625"/>
                  <a:ext cx="2030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96139A-8570-4647-B9E3-ECC0719B1925}"/>
                    </a:ext>
                  </a:extLst>
                </p14:cNvPr>
                <p14:cNvContentPartPr/>
                <p14:nvPr/>
              </p14:nvContentPartPr>
              <p14:xfrm>
                <a:off x="9663703" y="1938225"/>
                <a:ext cx="51480" cy="3456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96139A-8570-4647-B9E3-ECC0719B192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646063" y="1920225"/>
                  <a:ext cx="87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8F9A1715-B3FC-462F-98A0-009EB83ACFA6}"/>
                    </a:ext>
                  </a:extLst>
                </p14:cNvPr>
                <p14:cNvContentPartPr/>
                <p14:nvPr/>
              </p14:nvContentPartPr>
              <p14:xfrm>
                <a:off x="9963943" y="2055225"/>
                <a:ext cx="170640" cy="2674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8F9A1715-B3FC-462F-98A0-009EB83ACFA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46303" y="2037585"/>
                  <a:ext cx="20628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E44A4BB-4C0D-4D4B-AA64-7D173D358841}"/>
                    </a:ext>
                  </a:extLst>
                </p14:cNvPr>
                <p14:cNvContentPartPr/>
                <p14:nvPr/>
              </p14:nvContentPartPr>
              <p14:xfrm>
                <a:off x="10007143" y="1960905"/>
                <a:ext cx="241560" cy="219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E44A4BB-4C0D-4D4B-AA64-7D173D35884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989503" y="1943265"/>
                  <a:ext cx="277200" cy="57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6BEE2D19-0755-44B8-9F68-413F0044854F}"/>
                  </a:ext>
                </a:extLst>
              </p14:cNvPr>
              <p14:cNvContentPartPr/>
              <p14:nvPr/>
            </p14:nvContentPartPr>
            <p14:xfrm>
              <a:off x="10580983" y="2012025"/>
              <a:ext cx="666000" cy="2811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6BEE2D19-0755-44B8-9F68-413F0044854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10563343" y="1994025"/>
                <a:ext cx="701640" cy="316800"/>
              </a:xfrm>
              <a:prstGeom prst="rect">
                <a:avLst/>
              </a:prstGeom>
            </p:spPr>
          </p:pic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F326DDDE-0238-40AA-A506-584EE5D685C9}"/>
              </a:ext>
            </a:extLst>
          </p:cNvPr>
          <p:cNvGrpSpPr/>
          <p:nvPr/>
        </p:nvGrpSpPr>
        <p:grpSpPr>
          <a:xfrm>
            <a:off x="7470943" y="3009585"/>
            <a:ext cx="3695040" cy="804960"/>
            <a:chOff x="7470943" y="3009585"/>
            <a:chExt cx="3695040" cy="804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B9CD1250-D693-46A6-A54B-B3E7EF616F07}"/>
                    </a:ext>
                  </a:extLst>
                </p14:cNvPr>
                <p14:cNvContentPartPr/>
                <p14:nvPr/>
              </p14:nvContentPartPr>
              <p14:xfrm>
                <a:off x="7568863" y="3023985"/>
                <a:ext cx="235080" cy="4276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B9CD1250-D693-46A6-A54B-B3E7EF616F07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50863" y="3005985"/>
                  <a:ext cx="27072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7FFC902-74B6-4098-B343-A6A675F4BDFF}"/>
                    </a:ext>
                  </a:extLst>
                </p14:cNvPr>
                <p14:cNvContentPartPr/>
                <p14:nvPr/>
              </p14:nvContentPartPr>
              <p14:xfrm>
                <a:off x="7470943" y="3221265"/>
                <a:ext cx="322560" cy="46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7FFC902-74B6-4098-B343-A6A675F4BDFF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452943" y="3203265"/>
                  <a:ext cx="35820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961886D-A25A-45F3-BF24-FAA3C335931D}"/>
                    </a:ext>
                  </a:extLst>
                </p14:cNvPr>
                <p14:cNvContentPartPr/>
                <p14:nvPr/>
              </p14:nvContentPartPr>
              <p14:xfrm>
                <a:off x="7923103" y="3321345"/>
                <a:ext cx="209520" cy="2455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961886D-A25A-45F3-BF24-FAA3C335931D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905103" y="3303345"/>
                  <a:ext cx="2451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66D4B97F-C183-4BA3-A02B-60CBBD410A36}"/>
                    </a:ext>
                  </a:extLst>
                </p14:cNvPr>
                <p14:cNvContentPartPr/>
                <p14:nvPr/>
              </p14:nvContentPartPr>
              <p14:xfrm>
                <a:off x="8338903" y="3323865"/>
                <a:ext cx="288360" cy="21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66D4B97F-C183-4BA3-A02B-60CBBD410A3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21263" y="3306225"/>
                  <a:ext cx="324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8FEC83E-7C0C-409A-BE74-74A35C052E2C}"/>
                    </a:ext>
                  </a:extLst>
                </p14:cNvPr>
                <p14:cNvContentPartPr/>
                <p14:nvPr/>
              </p14:nvContentPartPr>
              <p14:xfrm>
                <a:off x="8306863" y="3489825"/>
                <a:ext cx="311760" cy="3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8FEC83E-7C0C-409A-BE74-74A35C052E2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89223" y="3471825"/>
                  <a:ext cx="347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98EE9FC-6F81-41A5-AAAE-0DC74F1E0431}"/>
                    </a:ext>
                  </a:extLst>
                </p14:cNvPr>
                <p14:cNvContentPartPr/>
                <p14:nvPr/>
              </p14:nvContentPartPr>
              <p14:xfrm>
                <a:off x="8887183" y="3025425"/>
                <a:ext cx="177480" cy="350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98EE9FC-6F81-41A5-AAAE-0DC74F1E043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869543" y="3007425"/>
                  <a:ext cx="2131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D8483C6-268C-4A1D-AC4B-48B161D7CBF3}"/>
                    </a:ext>
                  </a:extLst>
                </p14:cNvPr>
                <p14:cNvContentPartPr/>
                <p14:nvPr/>
              </p14:nvContentPartPr>
              <p14:xfrm>
                <a:off x="8914903" y="3009585"/>
                <a:ext cx="239400" cy="38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D8483C6-268C-4A1D-AC4B-48B161D7CBF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897263" y="2991945"/>
                  <a:ext cx="2750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99B93DE-2777-4071-8468-DCEFB59954BE}"/>
                    </a:ext>
                  </a:extLst>
                </p14:cNvPr>
                <p14:cNvContentPartPr/>
                <p14:nvPr/>
              </p14:nvContentPartPr>
              <p14:xfrm>
                <a:off x="9294703" y="3356985"/>
                <a:ext cx="213840" cy="21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99B93DE-2777-4071-8468-DCEFB59954B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277063" y="3338985"/>
                  <a:ext cx="2494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C0CFC69-7265-462C-888B-13050684E97A}"/>
                    </a:ext>
                  </a:extLst>
                </p14:cNvPr>
                <p14:cNvContentPartPr/>
                <p14:nvPr/>
              </p14:nvContentPartPr>
              <p14:xfrm>
                <a:off x="9527263" y="3308385"/>
                <a:ext cx="187920" cy="5061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C0CFC69-7265-462C-888B-13050684E97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509263" y="3290385"/>
                  <a:ext cx="22356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A41AC09-F846-4AFE-B71F-269DB688923A}"/>
                    </a:ext>
                  </a:extLst>
                </p14:cNvPr>
                <p14:cNvContentPartPr/>
                <p14:nvPr/>
              </p14:nvContentPartPr>
              <p14:xfrm>
                <a:off x="9680983" y="3069705"/>
                <a:ext cx="4680" cy="388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A41AC09-F846-4AFE-B71F-269DB688923A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662983" y="3051705"/>
                  <a:ext cx="403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8A8A98B-D7CB-47A3-B7A3-D6253D9F4E23}"/>
                    </a:ext>
                  </a:extLst>
                </p14:cNvPr>
                <p14:cNvContentPartPr/>
                <p14:nvPr/>
              </p14:nvContentPartPr>
              <p14:xfrm>
                <a:off x="9902743" y="3035505"/>
                <a:ext cx="204840" cy="379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8A8A98B-D7CB-47A3-B7A3-D6253D9F4E2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884743" y="3017505"/>
                  <a:ext cx="24048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2083DF40-538B-4E22-806F-32FAAF5B8499}"/>
                    </a:ext>
                  </a:extLst>
                </p14:cNvPr>
                <p14:cNvContentPartPr/>
                <p14:nvPr/>
              </p14:nvContentPartPr>
              <p14:xfrm>
                <a:off x="10380463" y="3095265"/>
                <a:ext cx="785520" cy="301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2083DF40-538B-4E22-806F-32FAAF5B849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362823" y="3077625"/>
                  <a:ext cx="821160" cy="336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C07B88C9-DA5F-49D0-8D40-535E90C71694}"/>
                  </a:ext>
                </a:extLst>
              </p14:cNvPr>
              <p14:cNvContentPartPr/>
              <p14:nvPr/>
            </p14:nvContentPartPr>
            <p14:xfrm>
              <a:off x="2485303" y="2918865"/>
              <a:ext cx="1173600" cy="71064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C07B88C9-DA5F-49D0-8D40-535E90C7169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2467303" y="2901225"/>
                <a:ext cx="1209240" cy="74628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B1DE7640-272A-449E-B273-E9CE5A6A089E}"/>
              </a:ext>
            </a:extLst>
          </p:cNvPr>
          <p:cNvGrpSpPr/>
          <p:nvPr/>
        </p:nvGrpSpPr>
        <p:grpSpPr>
          <a:xfrm>
            <a:off x="7398223" y="4202985"/>
            <a:ext cx="1054440" cy="446040"/>
            <a:chOff x="7398223" y="4202985"/>
            <a:chExt cx="1054440" cy="446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8C5A99C-7389-4052-88DD-0436011B3BDC}"/>
                    </a:ext>
                  </a:extLst>
                </p14:cNvPr>
                <p14:cNvContentPartPr/>
                <p14:nvPr/>
              </p14:nvContentPartPr>
              <p14:xfrm>
                <a:off x="7398223" y="4202985"/>
                <a:ext cx="294840" cy="4413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8C5A99C-7389-4052-88DD-0436011B3BD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380583" y="4185345"/>
                  <a:ext cx="33048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0040DAF-A403-4FDE-B209-E81D2FF1A218}"/>
                    </a:ext>
                  </a:extLst>
                </p14:cNvPr>
                <p14:cNvContentPartPr/>
                <p14:nvPr/>
              </p14:nvContentPartPr>
              <p14:xfrm>
                <a:off x="7409023" y="4397025"/>
                <a:ext cx="245520" cy="54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0040DAF-A403-4FDE-B209-E81D2FF1A21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91023" y="4379025"/>
                  <a:ext cx="2811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C2E3E59-717B-42DE-A821-A978F5685AF3}"/>
                    </a:ext>
                  </a:extLst>
                </p14:cNvPr>
                <p14:cNvContentPartPr/>
                <p14:nvPr/>
              </p14:nvContentPartPr>
              <p14:xfrm>
                <a:off x="7753543" y="4462905"/>
                <a:ext cx="137880" cy="1861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C2E3E59-717B-42DE-A821-A978F5685AF3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735903" y="4444905"/>
                  <a:ext cx="17352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E7F1502-C25F-41FE-9B96-423D47F3FC66}"/>
                    </a:ext>
                  </a:extLst>
                </p14:cNvPr>
                <p14:cNvContentPartPr/>
                <p14:nvPr/>
              </p14:nvContentPartPr>
              <p14:xfrm>
                <a:off x="8192383" y="4431225"/>
                <a:ext cx="184680" cy="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E7F1502-C25F-41FE-9B96-423D47F3FC6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174743" y="4413585"/>
                  <a:ext cx="22032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24F29D1-74B5-4E08-97CA-F32B2D0F556D}"/>
                    </a:ext>
                  </a:extLst>
                </p14:cNvPr>
                <p14:cNvContentPartPr/>
                <p14:nvPr/>
              </p14:nvContentPartPr>
              <p14:xfrm>
                <a:off x="8159983" y="4562625"/>
                <a:ext cx="292680" cy="61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24F29D1-74B5-4E08-97CA-F32B2D0F556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141983" y="4544985"/>
                  <a:ext cx="328320" cy="4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16A5E2C-BA1F-46D1-8E21-372B4C37CF5B}"/>
              </a:ext>
            </a:extLst>
          </p:cNvPr>
          <p:cNvGrpSpPr/>
          <p:nvPr/>
        </p:nvGrpSpPr>
        <p:grpSpPr>
          <a:xfrm>
            <a:off x="8746423" y="4212705"/>
            <a:ext cx="2409120" cy="636480"/>
            <a:chOff x="8746423" y="4212705"/>
            <a:chExt cx="2409120" cy="636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90F771-65D2-449F-8274-CBE3D6BBAF6A}"/>
                    </a:ext>
                  </a:extLst>
                </p14:cNvPr>
                <p14:cNvContentPartPr/>
                <p14:nvPr/>
              </p14:nvContentPartPr>
              <p14:xfrm>
                <a:off x="8746423" y="4258065"/>
                <a:ext cx="209520" cy="3510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90F771-65D2-449F-8274-CBE3D6BBAF6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728423" y="4240425"/>
                  <a:ext cx="24516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1F6A69-2B4D-48DC-B234-2BC9810D0C55}"/>
                    </a:ext>
                  </a:extLst>
                </p14:cNvPr>
                <p14:cNvContentPartPr/>
                <p14:nvPr/>
              </p14:nvContentPartPr>
              <p14:xfrm>
                <a:off x="9200743" y="4346265"/>
                <a:ext cx="57960" cy="2811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1F6A69-2B4D-48DC-B234-2BC9810D0C5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182743" y="4328265"/>
                  <a:ext cx="93600" cy="31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F246043-53FF-409A-89ED-D55410BA74CE}"/>
                    </a:ext>
                  </a:extLst>
                </p14:cNvPr>
                <p14:cNvContentPartPr/>
                <p14:nvPr/>
              </p14:nvContentPartPr>
              <p14:xfrm>
                <a:off x="9156103" y="4491345"/>
                <a:ext cx="237240" cy="9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F246043-53FF-409A-89ED-D55410BA74C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38103" y="4473345"/>
                  <a:ext cx="272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5D6B417-6D5F-4AF9-97A1-03B2B771A65D}"/>
                    </a:ext>
                  </a:extLst>
                </p14:cNvPr>
                <p14:cNvContentPartPr/>
                <p14:nvPr/>
              </p14:nvContentPartPr>
              <p14:xfrm>
                <a:off x="9506743" y="4346985"/>
                <a:ext cx="153000" cy="5022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5D6B417-6D5F-4AF9-97A1-03B2B771A65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489103" y="4329345"/>
                  <a:ext cx="188640" cy="53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5C6DF73-85EB-472E-9D14-4D5E995DEB8F}"/>
                    </a:ext>
                  </a:extLst>
                </p14:cNvPr>
                <p14:cNvContentPartPr/>
                <p14:nvPr/>
              </p14:nvContentPartPr>
              <p14:xfrm>
                <a:off x="9476143" y="4212705"/>
                <a:ext cx="360" cy="36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5C6DF73-85EB-472E-9D14-4D5E995DEB8F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458143" y="41950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D3EEF3A1-9992-41EA-89B4-52A16D84913C}"/>
                    </a:ext>
                  </a:extLst>
                </p14:cNvPr>
                <p14:cNvContentPartPr/>
                <p14:nvPr/>
              </p14:nvContentPartPr>
              <p14:xfrm>
                <a:off x="9802303" y="4262025"/>
                <a:ext cx="214200" cy="3499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D3EEF3A1-9992-41EA-89B4-52A16D84913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784663" y="4244025"/>
                  <a:ext cx="2498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7F83CB22-6151-4EB6-ACAB-08C5134B2D6F}"/>
                    </a:ext>
                  </a:extLst>
                </p14:cNvPr>
                <p14:cNvContentPartPr/>
                <p14:nvPr/>
              </p14:nvContentPartPr>
              <p14:xfrm>
                <a:off x="10229263" y="4236465"/>
                <a:ext cx="926280" cy="376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7F83CB22-6151-4EB6-ACAB-08C5134B2D6F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211263" y="4218825"/>
                  <a:ext cx="961920" cy="411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22973B8F-7A04-4281-872C-16DB496C75E1}"/>
                  </a:ext>
                </a:extLst>
              </p14:cNvPr>
              <p14:cNvContentPartPr/>
              <p14:nvPr/>
            </p14:nvContentPartPr>
            <p14:xfrm>
              <a:off x="11684023" y="4491345"/>
              <a:ext cx="360" cy="36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22973B8F-7A04-4281-872C-16DB496C75E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11666383" y="447334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oup 89">
            <a:extLst>
              <a:ext uri="{FF2B5EF4-FFF2-40B4-BE49-F238E27FC236}">
                <a16:creationId xmlns:a16="http://schemas.microsoft.com/office/drawing/2014/main" id="{F36C1C10-91DF-4C70-9580-C6082DFDE3B1}"/>
              </a:ext>
            </a:extLst>
          </p:cNvPr>
          <p:cNvGrpSpPr/>
          <p:nvPr/>
        </p:nvGrpSpPr>
        <p:grpSpPr>
          <a:xfrm>
            <a:off x="652903" y="4793385"/>
            <a:ext cx="1546920" cy="552600"/>
            <a:chOff x="652903" y="4793385"/>
            <a:chExt cx="1546920" cy="552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1E3ACD08-F544-4C20-AF4D-D2C4BFB58720}"/>
                    </a:ext>
                  </a:extLst>
                </p14:cNvPr>
                <p14:cNvContentPartPr/>
                <p14:nvPr/>
              </p14:nvContentPartPr>
              <p14:xfrm>
                <a:off x="682063" y="4793385"/>
                <a:ext cx="280440" cy="44784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1E3ACD08-F544-4C20-AF4D-D2C4BFB58720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664063" y="4775745"/>
                  <a:ext cx="316080" cy="48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F96353B-BB01-4402-AACD-08FDD9CDD1FA}"/>
                    </a:ext>
                  </a:extLst>
                </p14:cNvPr>
                <p14:cNvContentPartPr/>
                <p14:nvPr/>
              </p14:nvContentPartPr>
              <p14:xfrm>
                <a:off x="652903" y="5027025"/>
                <a:ext cx="337320" cy="802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F96353B-BB01-4402-AACD-08FDD9CDD1FA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34903" y="5009385"/>
                  <a:ext cx="37296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C41D8E5-C7F6-44E6-B0CE-0C92D9F2B480}"/>
                    </a:ext>
                  </a:extLst>
                </p14:cNvPr>
                <p14:cNvContentPartPr/>
                <p14:nvPr/>
              </p14:nvContentPartPr>
              <p14:xfrm>
                <a:off x="1107223" y="5054385"/>
                <a:ext cx="51480" cy="291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C41D8E5-C7F6-44E6-B0CE-0C92D9F2B480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1089223" y="5036385"/>
                  <a:ext cx="8712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52F5BE23-7BC1-41D1-945A-0CF6FFFEE810}"/>
                    </a:ext>
                  </a:extLst>
                </p14:cNvPr>
                <p14:cNvContentPartPr/>
                <p14:nvPr/>
              </p14:nvContentPartPr>
              <p14:xfrm>
                <a:off x="1008943" y="5150145"/>
                <a:ext cx="196560" cy="205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52F5BE23-7BC1-41D1-945A-0CF6FFFEE810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991303" y="5132145"/>
                  <a:ext cx="23220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8B8B73B-F213-4BF3-B577-642B29A1892B}"/>
                    </a:ext>
                  </a:extLst>
                </p14:cNvPr>
                <p14:cNvContentPartPr/>
                <p14:nvPr/>
              </p14:nvContentPartPr>
              <p14:xfrm>
                <a:off x="1252303" y="5213145"/>
                <a:ext cx="129240" cy="1162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8B8B73B-F213-4BF3-B577-642B29A1892B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1234303" y="5195505"/>
                  <a:ext cx="1648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302012-7E03-4FB1-A7A1-D33B96E868B8}"/>
                    </a:ext>
                  </a:extLst>
                </p14:cNvPr>
                <p14:cNvContentPartPr/>
                <p14:nvPr/>
              </p14:nvContentPartPr>
              <p14:xfrm>
                <a:off x="1348063" y="4925505"/>
                <a:ext cx="247680" cy="4161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8302012-7E03-4FB1-A7A1-D33B96E868B8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1330423" y="4907865"/>
                  <a:ext cx="28332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EEFB460C-3190-4446-84DE-5386C2F9B78B}"/>
                    </a:ext>
                  </a:extLst>
                </p14:cNvPr>
                <p14:cNvContentPartPr/>
                <p14:nvPr/>
              </p14:nvContentPartPr>
              <p14:xfrm>
                <a:off x="1900663" y="5161305"/>
                <a:ext cx="299160" cy="23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EEFB460C-3190-4446-84DE-5386C2F9B78B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1883023" y="5143665"/>
                  <a:ext cx="33480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B33F8F0-5398-437D-8C06-5E4215A3B589}"/>
                    </a:ext>
                  </a:extLst>
                </p14:cNvPr>
                <p14:cNvContentPartPr/>
                <p14:nvPr/>
              </p14:nvContentPartPr>
              <p14:xfrm>
                <a:off x="1934863" y="5288385"/>
                <a:ext cx="243720" cy="3024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B33F8F0-5398-437D-8C06-5E4215A3B589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1917223" y="5270745"/>
                  <a:ext cx="279360" cy="6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7D62DE4F-9DDF-4E5C-8947-DEE60021FE65}"/>
              </a:ext>
            </a:extLst>
          </p:cNvPr>
          <p:cNvGrpSpPr/>
          <p:nvPr/>
        </p:nvGrpSpPr>
        <p:grpSpPr>
          <a:xfrm>
            <a:off x="2596183" y="4883025"/>
            <a:ext cx="1020240" cy="489960"/>
            <a:chOff x="2596183" y="4883025"/>
            <a:chExt cx="1020240" cy="489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DF200402-E815-4494-B59A-877B14695F51}"/>
                    </a:ext>
                  </a:extLst>
                </p14:cNvPr>
                <p14:cNvContentPartPr/>
                <p14:nvPr/>
              </p14:nvContentPartPr>
              <p14:xfrm>
                <a:off x="2619583" y="4883025"/>
                <a:ext cx="256320" cy="365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DF200402-E815-4494-B59A-877B14695F51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2601943" y="4865025"/>
                  <a:ext cx="29196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5B91F221-D399-4C0B-9338-3B06E14896FE}"/>
                    </a:ext>
                  </a:extLst>
                </p14:cNvPr>
                <p14:cNvContentPartPr/>
                <p14:nvPr/>
              </p14:nvContentPartPr>
              <p14:xfrm>
                <a:off x="2596183" y="5108385"/>
                <a:ext cx="247680" cy="288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5B91F221-D399-4C0B-9338-3B06E14896FE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2578543" y="5090745"/>
                  <a:ext cx="28332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AE880ED8-1DCB-4E34-BFEC-F4ADD909650C}"/>
                    </a:ext>
                  </a:extLst>
                </p14:cNvPr>
                <p14:cNvContentPartPr/>
                <p14:nvPr/>
              </p14:nvContentPartPr>
              <p14:xfrm>
                <a:off x="2969143" y="5190825"/>
                <a:ext cx="133200" cy="12924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AE880ED8-1DCB-4E34-BFEC-F4ADD909650C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2951143" y="5172825"/>
                  <a:ext cx="16884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99E9B90A-9C4E-4212-9FD5-25A1B2A427B5}"/>
                    </a:ext>
                  </a:extLst>
                </p14:cNvPr>
                <p14:cNvContentPartPr/>
                <p14:nvPr/>
              </p14:nvContentPartPr>
              <p14:xfrm>
                <a:off x="3442903" y="5108385"/>
                <a:ext cx="19800" cy="26460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99E9B90A-9C4E-4212-9FD5-25A1B2A427B5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3425263" y="5090385"/>
                  <a:ext cx="5544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AC9917F-2019-4915-BD45-03C6FF01DD67}"/>
                    </a:ext>
                  </a:extLst>
                </p14:cNvPr>
                <p14:cNvContentPartPr/>
                <p14:nvPr/>
              </p14:nvContentPartPr>
              <p14:xfrm>
                <a:off x="3315103" y="5201265"/>
                <a:ext cx="301320" cy="61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AC9917F-2019-4915-BD45-03C6FF01DD6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3297463" y="5183625"/>
                  <a:ext cx="33696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713E95F9-A068-4DD9-AFF6-AEEFB41E7E97}"/>
              </a:ext>
            </a:extLst>
          </p:cNvPr>
          <p:cNvGrpSpPr/>
          <p:nvPr/>
        </p:nvGrpSpPr>
        <p:grpSpPr>
          <a:xfrm>
            <a:off x="3850423" y="4692945"/>
            <a:ext cx="1866240" cy="795960"/>
            <a:chOff x="3850423" y="4692945"/>
            <a:chExt cx="1866240" cy="795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4542E83-F271-485B-BF94-4A25030B789A}"/>
                    </a:ext>
                  </a:extLst>
                </p14:cNvPr>
                <p14:cNvContentPartPr/>
                <p14:nvPr/>
              </p14:nvContentPartPr>
              <p14:xfrm>
                <a:off x="3850423" y="4758825"/>
                <a:ext cx="179640" cy="730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4542E83-F271-485B-BF94-4A25030B789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3832783" y="4740825"/>
                  <a:ext cx="21528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9D53829-898C-46C8-B09B-E2CFBCCD34E8}"/>
                    </a:ext>
                  </a:extLst>
                </p14:cNvPr>
                <p14:cNvContentPartPr/>
                <p14:nvPr/>
              </p14:nvContentPartPr>
              <p14:xfrm>
                <a:off x="4091623" y="4924065"/>
                <a:ext cx="217800" cy="31788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9D53829-898C-46C8-B09B-E2CFBCCD34E8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4073983" y="4906065"/>
                  <a:ext cx="25344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2CEBEA7-1F31-4442-943C-C63E721189F7}"/>
                    </a:ext>
                  </a:extLst>
                </p14:cNvPr>
                <p14:cNvContentPartPr/>
                <p14:nvPr/>
              </p14:nvContentPartPr>
              <p14:xfrm>
                <a:off x="3985063" y="5106945"/>
                <a:ext cx="247680" cy="2196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2CEBEA7-1F31-4442-943C-C63E721189F7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3967063" y="5089305"/>
                  <a:ext cx="2833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F77A996C-0951-4108-BD83-2698A8591E25}"/>
                    </a:ext>
                  </a:extLst>
                </p14:cNvPr>
                <p14:cNvContentPartPr/>
                <p14:nvPr/>
              </p14:nvContentPartPr>
              <p14:xfrm>
                <a:off x="4392583" y="5127105"/>
                <a:ext cx="279720" cy="226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F77A996C-0951-4108-BD83-2698A8591E25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4374583" y="5109465"/>
                  <a:ext cx="315360" cy="26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372EAAEC-B6D8-497A-8926-9BE04AEA8E8B}"/>
                    </a:ext>
                  </a:extLst>
                </p14:cNvPr>
                <p14:cNvContentPartPr/>
                <p14:nvPr/>
              </p14:nvContentPartPr>
              <p14:xfrm>
                <a:off x="4707583" y="4874385"/>
                <a:ext cx="92880" cy="4464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372EAAEC-B6D8-497A-8926-9BE04AEA8E8B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4689943" y="4856385"/>
                  <a:ext cx="12852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D2D08497-E4CB-4ECB-B7C9-2F952A1091EF}"/>
                    </a:ext>
                  </a:extLst>
                </p14:cNvPr>
                <p14:cNvContentPartPr/>
                <p14:nvPr/>
              </p14:nvContentPartPr>
              <p14:xfrm>
                <a:off x="4806583" y="4862865"/>
                <a:ext cx="91800" cy="4816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D2D08497-E4CB-4ECB-B7C9-2F952A1091EF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4788583" y="4844865"/>
                  <a:ext cx="12744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F687332-DC6D-4062-9AF2-205EB314CBE1}"/>
                    </a:ext>
                  </a:extLst>
                </p14:cNvPr>
                <p14:cNvContentPartPr/>
                <p14:nvPr/>
              </p14:nvContentPartPr>
              <p14:xfrm>
                <a:off x="4970383" y="4901745"/>
                <a:ext cx="303120" cy="3006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F687332-DC6D-4062-9AF2-205EB314CBE1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4952743" y="4883745"/>
                  <a:ext cx="33876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FAEB2783-5386-4DBD-91C3-9AB684377F3A}"/>
                    </a:ext>
                  </a:extLst>
                </p14:cNvPr>
                <p14:cNvContentPartPr/>
                <p14:nvPr/>
              </p14:nvContentPartPr>
              <p14:xfrm>
                <a:off x="5034463" y="5069865"/>
                <a:ext cx="205200" cy="756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FAEB2783-5386-4DBD-91C3-9AB684377F3A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5016823" y="5052225"/>
                  <a:ext cx="2408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FCF381F5-8D52-444E-BFE4-693574A431EA}"/>
                    </a:ext>
                  </a:extLst>
                </p14:cNvPr>
                <p14:cNvContentPartPr/>
                <p14:nvPr/>
              </p14:nvContentPartPr>
              <p14:xfrm>
                <a:off x="5340463" y="5116665"/>
                <a:ext cx="217080" cy="2440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FCF381F5-8D52-444E-BFE4-693574A431EA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5322823" y="5099025"/>
                  <a:ext cx="252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9CFCA41E-E918-4F40-AC29-BFEDD0C96544}"/>
                    </a:ext>
                  </a:extLst>
                </p14:cNvPr>
                <p14:cNvContentPartPr/>
                <p14:nvPr/>
              </p14:nvContentPartPr>
              <p14:xfrm>
                <a:off x="5469703" y="4692945"/>
                <a:ext cx="246960" cy="7948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9CFCA41E-E918-4F40-AC29-BFEDD0C96544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5452063" y="4674945"/>
                  <a:ext cx="282600" cy="830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3CE83E56-E9D5-424C-9221-8BF97EAABF29}"/>
              </a:ext>
            </a:extLst>
          </p:cNvPr>
          <p:cNvGrpSpPr/>
          <p:nvPr/>
        </p:nvGrpSpPr>
        <p:grpSpPr>
          <a:xfrm>
            <a:off x="682783" y="5731905"/>
            <a:ext cx="5024160" cy="901800"/>
            <a:chOff x="682783" y="5731905"/>
            <a:chExt cx="5024160" cy="90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EA07FF6-9BD6-4B4C-9713-009FA6BC9386}"/>
                    </a:ext>
                  </a:extLst>
                </p14:cNvPr>
                <p14:cNvContentPartPr/>
                <p14:nvPr/>
              </p14:nvContentPartPr>
              <p14:xfrm>
                <a:off x="724183" y="5856105"/>
                <a:ext cx="372600" cy="47016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EA07FF6-9BD6-4B4C-9713-009FA6BC9386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706543" y="5838465"/>
                  <a:ext cx="40824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5AE56C15-BDD0-4AD5-83F1-725EAA0C4711}"/>
                    </a:ext>
                  </a:extLst>
                </p14:cNvPr>
                <p14:cNvContentPartPr/>
                <p14:nvPr/>
              </p14:nvContentPartPr>
              <p14:xfrm>
                <a:off x="682783" y="6134385"/>
                <a:ext cx="378000" cy="3888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5AE56C15-BDD0-4AD5-83F1-725EAA0C4711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64783" y="6116385"/>
                  <a:ext cx="4136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7075177-EFED-40F0-821C-ACB1E45BF466}"/>
                    </a:ext>
                  </a:extLst>
                </p14:cNvPr>
                <p14:cNvContentPartPr/>
                <p14:nvPr/>
              </p14:nvContentPartPr>
              <p14:xfrm>
                <a:off x="1250143" y="6245985"/>
                <a:ext cx="15120" cy="27756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7075177-EFED-40F0-821C-ACB1E45BF466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1232143" y="6227985"/>
                  <a:ext cx="5076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E907ADF-E2AF-47C0-AFD4-BF1BDE110F2E}"/>
                    </a:ext>
                  </a:extLst>
                </p14:cNvPr>
                <p14:cNvContentPartPr/>
                <p14:nvPr/>
              </p14:nvContentPartPr>
              <p14:xfrm>
                <a:off x="1463263" y="5957265"/>
                <a:ext cx="70920" cy="38772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E907ADF-E2AF-47C0-AFD4-BF1BDE110F2E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445623" y="5939265"/>
                  <a:ext cx="10656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017E742A-FAAA-4EC1-810B-A449F2DA6A24}"/>
                    </a:ext>
                  </a:extLst>
                </p14:cNvPr>
                <p14:cNvContentPartPr/>
                <p14:nvPr/>
              </p14:nvContentPartPr>
              <p14:xfrm>
                <a:off x="1561543" y="5878785"/>
                <a:ext cx="93600" cy="46656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017E742A-FAAA-4EC1-810B-A449F2DA6A24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543903" y="5860785"/>
                  <a:ext cx="12924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A6B07A7-C3B0-48DC-B815-708D15A6D8A6}"/>
                    </a:ext>
                  </a:extLst>
                </p14:cNvPr>
                <p14:cNvContentPartPr/>
                <p14:nvPr/>
              </p14:nvContentPartPr>
              <p14:xfrm>
                <a:off x="1653343" y="5974185"/>
                <a:ext cx="286200" cy="34524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A6B07A7-C3B0-48DC-B815-708D15A6D8A6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635343" y="5956185"/>
                  <a:ext cx="32184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B8490E24-9B3B-457F-9956-335409B35800}"/>
                    </a:ext>
                  </a:extLst>
                </p14:cNvPr>
                <p14:cNvContentPartPr/>
                <p14:nvPr/>
              </p14:nvContentPartPr>
              <p14:xfrm>
                <a:off x="2024503" y="6171105"/>
                <a:ext cx="260640" cy="28944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B8490E24-9B3B-457F-9956-335409B3580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2006503" y="6153465"/>
                  <a:ext cx="2962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A766DEB5-657C-475B-937B-988C6D29D150}"/>
                    </a:ext>
                  </a:extLst>
                </p14:cNvPr>
                <p14:cNvContentPartPr/>
                <p14:nvPr/>
              </p14:nvContentPartPr>
              <p14:xfrm>
                <a:off x="2527783" y="6110265"/>
                <a:ext cx="264960" cy="133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A766DEB5-657C-475B-937B-988C6D29D150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510143" y="6092265"/>
                  <a:ext cx="30060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085AC020-1A57-4A9C-A35D-66171A91EED3}"/>
                    </a:ext>
                  </a:extLst>
                </p14:cNvPr>
                <p14:cNvContentPartPr/>
                <p14:nvPr/>
              </p14:nvContentPartPr>
              <p14:xfrm>
                <a:off x="2570623" y="6222945"/>
                <a:ext cx="264960" cy="2340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085AC020-1A57-4A9C-A35D-66171A91EED3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552623" y="6205305"/>
                  <a:ext cx="3006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1C35AEA-11D6-42E2-8070-70D6EE3E6671}"/>
                    </a:ext>
                  </a:extLst>
                </p14:cNvPr>
                <p14:cNvContentPartPr/>
                <p14:nvPr/>
              </p14:nvContentPartPr>
              <p14:xfrm>
                <a:off x="3464503" y="5760345"/>
                <a:ext cx="141840" cy="2685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1C35AEA-11D6-42E2-8070-70D6EE3E6671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3446503" y="5742345"/>
                  <a:ext cx="177480" cy="30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E59CA184-ED29-449B-ADC2-D8FF141EEE8A}"/>
                    </a:ext>
                  </a:extLst>
                </p14:cNvPr>
                <p14:cNvContentPartPr/>
                <p14:nvPr/>
              </p14:nvContentPartPr>
              <p14:xfrm>
                <a:off x="3410143" y="6128625"/>
                <a:ext cx="413280" cy="2772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E59CA184-ED29-449B-ADC2-D8FF141EEE8A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3392143" y="6110985"/>
                  <a:ext cx="44892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233CC2C2-5EAA-41B7-BD5B-27C3329AFBAF}"/>
                    </a:ext>
                  </a:extLst>
                </p14:cNvPr>
                <p14:cNvContentPartPr/>
                <p14:nvPr/>
              </p14:nvContentPartPr>
              <p14:xfrm>
                <a:off x="3052303" y="5787345"/>
                <a:ext cx="228960" cy="75132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233CC2C2-5EAA-41B7-BD5B-27C3329AFBAF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034663" y="5769345"/>
                  <a:ext cx="264600" cy="78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263BFD1E-8506-4D02-AC97-D40A4928A6B4}"/>
                    </a:ext>
                  </a:extLst>
                </p14:cNvPr>
                <p14:cNvContentPartPr/>
                <p14:nvPr/>
              </p14:nvContentPartPr>
              <p14:xfrm>
                <a:off x="3460183" y="6274425"/>
                <a:ext cx="181800" cy="28224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263BFD1E-8506-4D02-AC97-D40A4928A6B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3442543" y="6256425"/>
                  <a:ext cx="21744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F67A2985-2AB1-4F9F-92D5-C4D698881EEF}"/>
                    </a:ext>
                  </a:extLst>
                </p14:cNvPr>
                <p14:cNvContentPartPr/>
                <p14:nvPr/>
              </p14:nvContentPartPr>
              <p14:xfrm>
                <a:off x="3338503" y="6420225"/>
                <a:ext cx="260640" cy="846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F67A2985-2AB1-4F9F-92D5-C4D698881EEF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3320863" y="6402225"/>
                  <a:ext cx="29628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FCE03145-3C46-4746-A539-32CE1E00FF5F}"/>
                    </a:ext>
                  </a:extLst>
                </p14:cNvPr>
                <p14:cNvContentPartPr/>
                <p14:nvPr/>
              </p14:nvContentPartPr>
              <p14:xfrm>
                <a:off x="3775903" y="6407265"/>
                <a:ext cx="360" cy="2217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FCE03145-3C46-4746-A539-32CE1E00FF5F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3758263" y="6389625"/>
                  <a:ext cx="3600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6814E1E-2335-4065-BB80-EF7C94C037BC}"/>
                    </a:ext>
                  </a:extLst>
                </p14:cNvPr>
                <p14:cNvContentPartPr/>
                <p14:nvPr/>
              </p14:nvContentPartPr>
              <p14:xfrm>
                <a:off x="3997663" y="6048705"/>
                <a:ext cx="164520" cy="213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6814E1E-2335-4065-BB80-EF7C94C037BC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3980023" y="6030705"/>
                  <a:ext cx="2001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5C940979-596B-4B64-9415-6C2EEA88F9DC}"/>
                    </a:ext>
                  </a:extLst>
                </p14:cNvPr>
                <p14:cNvContentPartPr/>
                <p14:nvPr/>
              </p14:nvContentPartPr>
              <p14:xfrm>
                <a:off x="4481863" y="5731905"/>
                <a:ext cx="237240" cy="27000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5C940979-596B-4B64-9415-6C2EEA88F9DC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4464223" y="5714265"/>
                  <a:ext cx="272880" cy="30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CAFE326B-5F01-4D70-A058-0AE426C1B404}"/>
                    </a:ext>
                  </a:extLst>
                </p14:cNvPr>
                <p14:cNvContentPartPr/>
                <p14:nvPr/>
              </p14:nvContentPartPr>
              <p14:xfrm>
                <a:off x="4499143" y="6107385"/>
                <a:ext cx="318240" cy="3168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CAFE326B-5F01-4D70-A058-0AE426C1B404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4481143" y="6089385"/>
                  <a:ext cx="35388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D540F9F9-77DC-469A-9A57-0A1F94F49407}"/>
                    </a:ext>
                  </a:extLst>
                </p14:cNvPr>
                <p14:cNvContentPartPr/>
                <p14:nvPr/>
              </p14:nvContentPartPr>
              <p14:xfrm>
                <a:off x="4398703" y="6293505"/>
                <a:ext cx="254160" cy="30096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D540F9F9-77DC-469A-9A57-0A1F94F49407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4381063" y="6275505"/>
                  <a:ext cx="28980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164F3293-5DD4-4422-BFF1-70CF0BA742BD}"/>
                    </a:ext>
                  </a:extLst>
                </p14:cNvPr>
                <p14:cNvContentPartPr/>
                <p14:nvPr/>
              </p14:nvContentPartPr>
              <p14:xfrm>
                <a:off x="4386103" y="6435705"/>
                <a:ext cx="256320" cy="460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164F3293-5DD4-4422-BFF1-70CF0BA742BD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4368103" y="6418065"/>
                  <a:ext cx="29196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9506069E-A7CE-4EE5-B101-E338D69CC7AF}"/>
                    </a:ext>
                  </a:extLst>
                </p14:cNvPr>
                <p14:cNvContentPartPr/>
                <p14:nvPr/>
              </p14:nvContentPartPr>
              <p14:xfrm>
                <a:off x="4738903" y="6441465"/>
                <a:ext cx="149040" cy="19224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9506069E-A7CE-4EE5-B101-E338D69CC7A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720903" y="6423825"/>
                  <a:ext cx="18468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CA3ED259-08D4-4DF8-8AD4-A93559D84E26}"/>
                    </a:ext>
                  </a:extLst>
                </p14:cNvPr>
                <p14:cNvContentPartPr/>
                <p14:nvPr/>
              </p14:nvContentPartPr>
              <p14:xfrm>
                <a:off x="4776343" y="5751345"/>
                <a:ext cx="275760" cy="82944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CA3ED259-08D4-4DF8-8AD4-A93559D84E26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758703" y="5733705"/>
                  <a:ext cx="311400" cy="86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FB339810-5616-4566-AC83-4F90BA04021F}"/>
                    </a:ext>
                  </a:extLst>
                </p14:cNvPr>
                <p14:cNvContentPartPr/>
                <p14:nvPr/>
              </p14:nvContentPartPr>
              <p14:xfrm>
                <a:off x="5139223" y="5892825"/>
                <a:ext cx="194400" cy="1620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FB339810-5616-4566-AC83-4F90BA04021F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121223" y="5875185"/>
                  <a:ext cx="2300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35DF5D98-7551-4729-9995-031BDE94C770}"/>
                    </a:ext>
                  </a:extLst>
                </p14:cNvPr>
                <p14:cNvContentPartPr/>
                <p14:nvPr/>
              </p14:nvContentPartPr>
              <p14:xfrm>
                <a:off x="5407783" y="5771145"/>
                <a:ext cx="299160" cy="2458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35DF5D98-7551-4729-9995-031BDE94C770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390143" y="5753505"/>
                  <a:ext cx="334800" cy="2815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5950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, schematic&#10;&#10;Description automatically generated">
            <a:extLst>
              <a:ext uri="{FF2B5EF4-FFF2-40B4-BE49-F238E27FC236}">
                <a16:creationId xmlns:a16="http://schemas.microsoft.com/office/drawing/2014/main" id="{F78469EE-C416-4CB0-8924-51DAFCD233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598" y="713874"/>
            <a:ext cx="6671460" cy="3961821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5B8D1C5E-E4CE-458C-BF40-0B7B83C26C36}"/>
              </a:ext>
            </a:extLst>
          </p:cNvPr>
          <p:cNvGrpSpPr/>
          <p:nvPr/>
        </p:nvGrpSpPr>
        <p:grpSpPr>
          <a:xfrm>
            <a:off x="6724303" y="605145"/>
            <a:ext cx="3618720" cy="2225160"/>
            <a:chOff x="6724303" y="605145"/>
            <a:chExt cx="3618720" cy="222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2FCFA8B-4CEE-4C4B-8766-2088AE212BE4}"/>
                    </a:ext>
                  </a:extLst>
                </p14:cNvPr>
                <p14:cNvContentPartPr/>
                <p14:nvPr/>
              </p14:nvContentPartPr>
              <p14:xfrm>
                <a:off x="7455463" y="1785225"/>
                <a:ext cx="626040" cy="7214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2FCFA8B-4CEE-4C4B-8766-2088AE212BE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437823" y="1767585"/>
                  <a:ext cx="661680" cy="75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FB77E92-557D-4121-9BD8-24E645315126}"/>
                    </a:ext>
                  </a:extLst>
                </p14:cNvPr>
                <p14:cNvContentPartPr/>
                <p14:nvPr/>
              </p14:nvContentPartPr>
              <p14:xfrm>
                <a:off x="7635103" y="2349705"/>
                <a:ext cx="151920" cy="3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FB77E92-557D-4121-9BD8-24E64531512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17103" y="2331705"/>
                  <a:ext cx="1875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C0968B2-F4E0-4A35-9C72-4029510242E9}"/>
                    </a:ext>
                  </a:extLst>
                </p14:cNvPr>
                <p14:cNvContentPartPr/>
                <p14:nvPr/>
              </p14:nvContentPartPr>
              <p14:xfrm>
                <a:off x="7729063" y="2065305"/>
                <a:ext cx="360" cy="170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C0968B2-F4E0-4A35-9C72-4029510242E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711063" y="2047305"/>
                  <a:ext cx="360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550D25B-C97C-48D0-BDEE-3230761189C5}"/>
                    </a:ext>
                  </a:extLst>
                </p14:cNvPr>
                <p14:cNvContentPartPr/>
                <p14:nvPr/>
              </p14:nvContentPartPr>
              <p14:xfrm>
                <a:off x="7635103" y="2103825"/>
                <a:ext cx="235080" cy="302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550D25B-C97C-48D0-BDEE-3230761189C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617103" y="2086185"/>
                  <a:ext cx="2707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69754B-4694-4AE6-9126-5FDBC50096AE}"/>
                    </a:ext>
                  </a:extLst>
                </p14:cNvPr>
                <p14:cNvContentPartPr/>
                <p14:nvPr/>
              </p14:nvContentPartPr>
              <p14:xfrm>
                <a:off x="6875143" y="2077905"/>
                <a:ext cx="150120" cy="403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69754B-4694-4AE6-9126-5FDBC50096A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857503" y="2060265"/>
                  <a:ext cx="1857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C0C5E32-CA90-4108-A631-08BE74742910}"/>
                    </a:ext>
                  </a:extLst>
                </p14:cNvPr>
                <p14:cNvContentPartPr/>
                <p14:nvPr/>
              </p14:nvContentPartPr>
              <p14:xfrm>
                <a:off x="6724303" y="1939665"/>
                <a:ext cx="339480" cy="24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FC0C5E32-CA90-4108-A631-08BE7474291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706303" y="1921665"/>
                  <a:ext cx="37512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A3D78ED-CCDA-4975-A599-314BAC9142C0}"/>
                    </a:ext>
                  </a:extLst>
                </p14:cNvPr>
                <p14:cNvContentPartPr/>
                <p14:nvPr/>
              </p14:nvContentPartPr>
              <p14:xfrm>
                <a:off x="7696303" y="1415145"/>
                <a:ext cx="1131480" cy="4190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A3D78ED-CCDA-4975-A599-314BAC9142C0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678663" y="1397505"/>
                  <a:ext cx="11671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1D405427-EF3A-4884-9545-2CE125D39610}"/>
                    </a:ext>
                  </a:extLst>
                </p14:cNvPr>
                <p14:cNvContentPartPr/>
                <p14:nvPr/>
              </p14:nvContentPartPr>
              <p14:xfrm>
                <a:off x="8793583" y="1361865"/>
                <a:ext cx="4680" cy="3250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1D405427-EF3A-4884-9545-2CE125D3961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8775583" y="1344225"/>
                  <a:ext cx="40320" cy="36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0CAA86E-90D3-45B5-80FE-1157C84F3C30}"/>
                    </a:ext>
                  </a:extLst>
                </p14:cNvPr>
                <p14:cNvContentPartPr/>
                <p14:nvPr/>
              </p14:nvContentPartPr>
              <p14:xfrm>
                <a:off x="8740303" y="1303905"/>
                <a:ext cx="686160" cy="468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0CAA86E-90D3-45B5-80FE-1157C84F3C3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722663" y="1285905"/>
                  <a:ext cx="72180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B45E58A-ED2E-43A6-B88D-B66A57B97CA0}"/>
                    </a:ext>
                  </a:extLst>
                </p14:cNvPr>
                <p14:cNvContentPartPr/>
                <p14:nvPr/>
              </p14:nvContentPartPr>
              <p14:xfrm>
                <a:off x="9465343" y="1499385"/>
                <a:ext cx="695520" cy="3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B45E58A-ED2E-43A6-B88D-B66A57B97CA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447703" y="1481745"/>
                  <a:ext cx="7311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65A98B9-8398-4E93-903F-408366503593}"/>
                    </a:ext>
                  </a:extLst>
                </p14:cNvPr>
                <p14:cNvContentPartPr/>
                <p14:nvPr/>
              </p14:nvContentPartPr>
              <p14:xfrm>
                <a:off x="7810063" y="2452305"/>
                <a:ext cx="2532960" cy="3780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65A98B9-8398-4E93-903F-408366503593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792063" y="2434665"/>
                  <a:ext cx="25686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8D2081E-7CD3-4013-86F1-F8EAAC4A4B11}"/>
                    </a:ext>
                  </a:extLst>
                </p14:cNvPr>
                <p14:cNvContentPartPr/>
                <p14:nvPr/>
              </p14:nvContentPartPr>
              <p14:xfrm>
                <a:off x="10177783" y="1545105"/>
                <a:ext cx="151920" cy="101196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8D2081E-7CD3-4013-86F1-F8EAAC4A4B1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160143" y="1527465"/>
                  <a:ext cx="187560" cy="10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5C47B7C-93E1-46AD-AF2B-67C89203E774}"/>
                    </a:ext>
                  </a:extLst>
                </p14:cNvPr>
                <p14:cNvContentPartPr/>
                <p14:nvPr/>
              </p14:nvContentPartPr>
              <p14:xfrm>
                <a:off x="8750743" y="605145"/>
                <a:ext cx="301320" cy="5007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5C47B7C-93E1-46AD-AF2B-67C89203E77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732743" y="587145"/>
                  <a:ext cx="336960" cy="53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EFDC6F1F-5FD9-4A46-8F5C-E91597538273}"/>
                    </a:ext>
                  </a:extLst>
                </p14:cNvPr>
                <p14:cNvContentPartPr/>
                <p14:nvPr/>
              </p14:nvContentPartPr>
              <p14:xfrm>
                <a:off x="8656783" y="880905"/>
                <a:ext cx="311760" cy="59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EFDC6F1F-5FD9-4A46-8F5C-E9159753827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39143" y="862905"/>
                  <a:ext cx="34740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53CC961D-FE53-44A4-9E10-A4484CB98648}"/>
                    </a:ext>
                  </a:extLst>
                </p14:cNvPr>
                <p14:cNvContentPartPr/>
                <p14:nvPr/>
              </p14:nvContentPartPr>
              <p14:xfrm>
                <a:off x="9181663" y="773625"/>
                <a:ext cx="106920" cy="400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53CC961D-FE53-44A4-9E10-A4484CB9864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64023" y="755985"/>
                  <a:ext cx="1425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DE99B84-A47F-4CBD-95A3-0EB297BA1F9A}"/>
                    </a:ext>
                  </a:extLst>
                </p14:cNvPr>
                <p14:cNvContentPartPr/>
                <p14:nvPr/>
              </p14:nvContentPartPr>
              <p14:xfrm>
                <a:off x="9185983" y="1008705"/>
                <a:ext cx="350640" cy="1209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DE99B84-A47F-4CBD-95A3-0EB297BA1F9A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167983" y="991065"/>
                  <a:ext cx="38628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816F608-CB4A-4C56-8C76-673D361842E6}"/>
                    </a:ext>
                  </a:extLst>
                </p14:cNvPr>
                <p14:cNvContentPartPr/>
                <p14:nvPr/>
              </p14:nvContentPartPr>
              <p14:xfrm>
                <a:off x="9584863" y="705225"/>
                <a:ext cx="154440" cy="424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816F608-CB4A-4C56-8C76-673D361842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567223" y="687225"/>
                  <a:ext cx="190080" cy="46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66B2F93-5094-474E-B2A1-7B832A927ECA}"/>
                    </a:ext>
                  </a:extLst>
                </p14:cNvPr>
                <p14:cNvContentPartPr/>
                <p14:nvPr/>
              </p14:nvContentPartPr>
              <p14:xfrm>
                <a:off x="9640303" y="836625"/>
                <a:ext cx="168840" cy="9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66B2F93-5094-474E-B2A1-7B832A927ECA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622663" y="818625"/>
                  <a:ext cx="204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31FB042-5A6A-4CF8-83D9-5DAB63F2E6F2}"/>
                    </a:ext>
                  </a:extLst>
                </p14:cNvPr>
                <p14:cNvContentPartPr/>
                <p14:nvPr/>
              </p14:nvContentPartPr>
              <p14:xfrm>
                <a:off x="8872423" y="1772985"/>
                <a:ext cx="653400" cy="194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31FB042-5A6A-4CF8-83D9-5DAB63F2E6F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54783" y="1754985"/>
                  <a:ext cx="689040" cy="229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1185997-46E9-463C-8B12-9AE70A9A9262}"/>
              </a:ext>
            </a:extLst>
          </p:cNvPr>
          <p:cNvGrpSpPr/>
          <p:nvPr/>
        </p:nvGrpSpPr>
        <p:grpSpPr>
          <a:xfrm>
            <a:off x="6630343" y="2967105"/>
            <a:ext cx="1892160" cy="653040"/>
            <a:chOff x="6630343" y="2967105"/>
            <a:chExt cx="1892160" cy="653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67FA96F-E876-40C3-9EF6-128A2A584012}"/>
                    </a:ext>
                  </a:extLst>
                </p14:cNvPr>
                <p14:cNvContentPartPr/>
                <p14:nvPr/>
              </p14:nvContentPartPr>
              <p14:xfrm>
                <a:off x="6979903" y="3116865"/>
                <a:ext cx="11160" cy="37476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67FA96F-E876-40C3-9EF6-128A2A584012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62263" y="3098865"/>
                  <a:ext cx="46800" cy="41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FDA4B90-6FCE-401D-877B-45FF98728F4C}"/>
                    </a:ext>
                  </a:extLst>
                </p14:cNvPr>
                <p14:cNvContentPartPr/>
                <p14:nvPr/>
              </p14:nvContentPartPr>
              <p14:xfrm>
                <a:off x="6694423" y="3155385"/>
                <a:ext cx="580680" cy="75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FDA4B90-6FCE-401D-877B-45FF98728F4C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676423" y="3137745"/>
                  <a:ext cx="61632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F71EF36-A6C9-4D88-A15D-FB6D21409683}"/>
                    </a:ext>
                  </a:extLst>
                </p14:cNvPr>
                <p14:cNvContentPartPr/>
                <p14:nvPr/>
              </p14:nvContentPartPr>
              <p14:xfrm>
                <a:off x="6726103" y="3539865"/>
                <a:ext cx="388440" cy="802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F71EF36-A6C9-4D88-A15D-FB6D21409683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08463" y="3521865"/>
                  <a:ext cx="4240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C27EA07F-BEC0-4AED-9423-3DDF3CD7268A}"/>
                    </a:ext>
                  </a:extLst>
                </p14:cNvPr>
                <p14:cNvContentPartPr/>
                <p14:nvPr/>
              </p14:nvContentPartPr>
              <p14:xfrm>
                <a:off x="6630343" y="3049545"/>
                <a:ext cx="533520" cy="66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C27EA07F-BEC0-4AED-9423-3DDF3CD7268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612343" y="3031905"/>
                  <a:ext cx="5691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01025B-5947-4A9C-AF7B-962A7FA81BB3}"/>
                    </a:ext>
                  </a:extLst>
                </p14:cNvPr>
                <p14:cNvContentPartPr/>
                <p14:nvPr/>
              </p14:nvContentPartPr>
              <p14:xfrm>
                <a:off x="7494343" y="3401265"/>
                <a:ext cx="279720" cy="32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01025B-5947-4A9C-AF7B-962A7FA81BB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76343" y="3383265"/>
                  <a:ext cx="3153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F06788CB-49E1-48FA-828C-3D5EFB31B8CD}"/>
                    </a:ext>
                  </a:extLst>
                </p14:cNvPr>
                <p14:cNvContentPartPr/>
                <p14:nvPr/>
              </p14:nvContentPartPr>
              <p14:xfrm>
                <a:off x="7506943" y="3544185"/>
                <a:ext cx="258480" cy="234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F06788CB-49E1-48FA-828C-3D5EFB31B8C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489303" y="3526185"/>
                  <a:ext cx="2941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D2D7862-9FFB-4D95-97E4-EFFB9426804B}"/>
                    </a:ext>
                  </a:extLst>
                </p14:cNvPr>
                <p14:cNvContentPartPr/>
                <p14:nvPr/>
              </p14:nvContentPartPr>
              <p14:xfrm>
                <a:off x="8127223" y="2967105"/>
                <a:ext cx="214560" cy="3045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D2D7862-9FFB-4D95-97E4-EFFB9426804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109223" y="2949105"/>
                  <a:ext cx="25020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8EE36F5-9113-4320-8CB9-098921DE69DB}"/>
                    </a:ext>
                  </a:extLst>
                </p14:cNvPr>
                <p14:cNvContentPartPr/>
                <p14:nvPr/>
              </p14:nvContentPartPr>
              <p14:xfrm>
                <a:off x="7987183" y="3432225"/>
                <a:ext cx="535320" cy="24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8EE36F5-9113-4320-8CB9-098921DE69D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69183" y="3414585"/>
                  <a:ext cx="570960" cy="60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6DEA9654-70BA-4DC4-A1D1-BDCB1DADA547}"/>
              </a:ext>
            </a:extLst>
          </p:cNvPr>
          <p:cNvGrpSpPr/>
          <p:nvPr/>
        </p:nvGrpSpPr>
        <p:grpSpPr>
          <a:xfrm>
            <a:off x="7914463" y="3680985"/>
            <a:ext cx="960120" cy="438840"/>
            <a:chOff x="7914463" y="3680985"/>
            <a:chExt cx="960120" cy="438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E5FCA73-27C5-4D8C-8C68-7AF589B0A954}"/>
                    </a:ext>
                  </a:extLst>
                </p14:cNvPr>
                <p14:cNvContentPartPr/>
                <p14:nvPr/>
              </p14:nvContentPartPr>
              <p14:xfrm>
                <a:off x="8021023" y="3680985"/>
                <a:ext cx="177840" cy="3261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E5FCA73-27C5-4D8C-8C68-7AF589B0A95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003023" y="3662985"/>
                  <a:ext cx="2134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94DE81-B628-46F6-985D-F360110197D1}"/>
                    </a:ext>
                  </a:extLst>
                </p14:cNvPr>
                <p14:cNvContentPartPr/>
                <p14:nvPr/>
              </p14:nvContentPartPr>
              <p14:xfrm>
                <a:off x="7914463" y="3848385"/>
                <a:ext cx="313920" cy="2880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94DE81-B628-46F6-985D-F360110197D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896823" y="3830385"/>
                  <a:ext cx="34956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6A1F544-EF2E-4C75-B369-76E0DD0C9896}"/>
                    </a:ext>
                  </a:extLst>
                </p14:cNvPr>
                <p14:cNvContentPartPr/>
                <p14:nvPr/>
              </p14:nvContentPartPr>
              <p14:xfrm>
                <a:off x="8339263" y="3817065"/>
                <a:ext cx="126000" cy="3027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6A1F544-EF2E-4C75-B369-76E0DD0C989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321623" y="3799065"/>
                  <a:ext cx="16164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259666D-CDD9-4F32-A6F1-10815FC48623}"/>
                    </a:ext>
                  </a:extLst>
                </p14:cNvPr>
                <p14:cNvContentPartPr/>
                <p14:nvPr/>
              </p14:nvContentPartPr>
              <p14:xfrm>
                <a:off x="8257903" y="3947025"/>
                <a:ext cx="354960" cy="111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259666D-CDD9-4F32-A6F1-10815FC4862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240263" y="3929025"/>
                  <a:ext cx="3906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15E53A9-3B5B-4C04-ABDD-5456A7E67763}"/>
                    </a:ext>
                  </a:extLst>
                </p14:cNvPr>
                <p14:cNvContentPartPr/>
                <p14:nvPr/>
              </p14:nvContentPartPr>
              <p14:xfrm>
                <a:off x="8648503" y="3716985"/>
                <a:ext cx="181800" cy="3459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15E53A9-3B5B-4C04-ABDD-5456A7E6776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630503" y="3698985"/>
                  <a:ext cx="2174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F4A79F4-E1BF-4856-A260-A776738ECE1C}"/>
                    </a:ext>
                  </a:extLst>
                </p14:cNvPr>
                <p14:cNvContentPartPr/>
                <p14:nvPr/>
              </p14:nvContentPartPr>
              <p14:xfrm>
                <a:off x="8686663" y="3817065"/>
                <a:ext cx="187920" cy="118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F4A79F4-E1BF-4856-A260-A776738ECE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669023" y="3799065"/>
                  <a:ext cx="22356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D444A711-9910-4029-BBB5-0ACA6B9036A9}"/>
                  </a:ext>
                </a:extLst>
              </p14:cNvPr>
              <p14:cNvContentPartPr/>
              <p14:nvPr/>
            </p14:nvContentPartPr>
            <p14:xfrm>
              <a:off x="3700663" y="3326385"/>
              <a:ext cx="68400" cy="14868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D444A711-9910-4029-BBB5-0ACA6B9036A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3682663" y="3308385"/>
                <a:ext cx="1040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8A70BF2-329B-4352-B834-78BC0F97A566}"/>
                  </a:ext>
                </a:extLst>
              </p14:cNvPr>
              <p14:cNvContentPartPr/>
              <p14:nvPr/>
            </p14:nvContentPartPr>
            <p14:xfrm>
              <a:off x="2047543" y="3377505"/>
              <a:ext cx="106200" cy="784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8A70BF2-329B-4352-B834-78BC0F97A56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029543" y="3359865"/>
                <a:ext cx="141840" cy="114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6EEB6DB8-27D1-4A55-8A01-1C6EE9AA94F8}"/>
              </a:ext>
            </a:extLst>
          </p:cNvPr>
          <p:cNvGrpSpPr/>
          <p:nvPr/>
        </p:nvGrpSpPr>
        <p:grpSpPr>
          <a:xfrm>
            <a:off x="2559823" y="2635185"/>
            <a:ext cx="1094760" cy="280440"/>
            <a:chOff x="2559823" y="2635185"/>
            <a:chExt cx="1094760" cy="28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E342341-2508-44BD-B10B-B7B554ACE560}"/>
                    </a:ext>
                  </a:extLst>
                </p14:cNvPr>
                <p14:cNvContentPartPr/>
                <p14:nvPr/>
              </p14:nvContentPartPr>
              <p14:xfrm>
                <a:off x="2651623" y="2635185"/>
                <a:ext cx="1002960" cy="1659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E342341-2508-44BD-B10B-B7B554ACE56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33983" y="2617545"/>
                  <a:ext cx="1038600" cy="20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6C95B5E-E3DA-4275-AF96-5083B5A19692}"/>
                    </a:ext>
                  </a:extLst>
                </p14:cNvPr>
                <p14:cNvContentPartPr/>
                <p14:nvPr/>
              </p14:nvContentPartPr>
              <p14:xfrm>
                <a:off x="2559823" y="2698185"/>
                <a:ext cx="224280" cy="21744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6C95B5E-E3DA-4275-AF96-5083B5A1969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542183" y="2680545"/>
                  <a:ext cx="259920" cy="253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3E1E98B8-55D9-46FA-9C24-AE3A25E931D7}"/>
              </a:ext>
            </a:extLst>
          </p:cNvPr>
          <p:cNvGrpSpPr/>
          <p:nvPr/>
        </p:nvGrpSpPr>
        <p:grpSpPr>
          <a:xfrm>
            <a:off x="4140583" y="2238105"/>
            <a:ext cx="1222560" cy="514800"/>
            <a:chOff x="4140583" y="2238105"/>
            <a:chExt cx="1222560" cy="514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44D66FB-784D-4E27-A09B-CB24D6B77A14}"/>
                    </a:ext>
                  </a:extLst>
                </p14:cNvPr>
                <p14:cNvContentPartPr/>
                <p14:nvPr/>
              </p14:nvContentPartPr>
              <p14:xfrm>
                <a:off x="4140583" y="2264025"/>
                <a:ext cx="1222560" cy="4888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44D66FB-784D-4E27-A09B-CB24D6B77A1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122943" y="2246025"/>
                  <a:ext cx="1258200" cy="52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53C6635-A4C4-43FB-BC0A-34F2E7E83000}"/>
                    </a:ext>
                  </a:extLst>
                </p14:cNvPr>
                <p14:cNvContentPartPr/>
                <p14:nvPr/>
              </p14:nvContentPartPr>
              <p14:xfrm>
                <a:off x="4151383" y="2238105"/>
                <a:ext cx="297000" cy="3279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53C6635-A4C4-43FB-BC0A-34F2E7E8300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133383" y="2220465"/>
                  <a:ext cx="332640" cy="363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208CE86-94D7-4EAC-9CF8-64A752BFEBA0}"/>
              </a:ext>
            </a:extLst>
          </p:cNvPr>
          <p:cNvGrpSpPr/>
          <p:nvPr/>
        </p:nvGrpSpPr>
        <p:grpSpPr>
          <a:xfrm>
            <a:off x="838303" y="4408545"/>
            <a:ext cx="6603480" cy="2315160"/>
            <a:chOff x="838303" y="4408545"/>
            <a:chExt cx="6603480" cy="2315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6491852-9FE9-41BC-B7D2-C81785C18451}"/>
                    </a:ext>
                  </a:extLst>
                </p14:cNvPr>
                <p14:cNvContentPartPr/>
                <p14:nvPr/>
              </p14:nvContentPartPr>
              <p14:xfrm>
                <a:off x="925783" y="4712745"/>
                <a:ext cx="350280" cy="162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6491852-9FE9-41BC-B7D2-C81785C1845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08143" y="4695105"/>
                  <a:ext cx="3859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C8C7F6B-2559-4C05-973C-3E259115D7DF}"/>
                    </a:ext>
                  </a:extLst>
                </p14:cNvPr>
                <p14:cNvContentPartPr/>
                <p14:nvPr/>
              </p14:nvContentPartPr>
              <p14:xfrm>
                <a:off x="1040983" y="4895625"/>
                <a:ext cx="4680" cy="361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C8C7F6B-2559-4C05-973C-3E259115D7D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3343" y="4877985"/>
                  <a:ext cx="4032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D651E52-BA32-40FD-830C-96C4C2E31EAA}"/>
                    </a:ext>
                  </a:extLst>
                </p14:cNvPr>
                <p14:cNvContentPartPr/>
                <p14:nvPr/>
              </p14:nvContentPartPr>
              <p14:xfrm>
                <a:off x="853423" y="4848465"/>
                <a:ext cx="373680" cy="273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D651E52-BA32-40FD-830C-96C4C2E31EA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35423" y="4830825"/>
                  <a:ext cx="409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5CC3493E-601A-4D5D-A1DE-350D9B17DE2E}"/>
                    </a:ext>
                  </a:extLst>
                </p14:cNvPr>
                <p14:cNvContentPartPr/>
                <p14:nvPr/>
              </p14:nvContentPartPr>
              <p14:xfrm>
                <a:off x="838303" y="5258505"/>
                <a:ext cx="348120" cy="37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5CC3493E-601A-4D5D-A1DE-350D9B17DE2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20663" y="5240865"/>
                  <a:ext cx="38376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7778D74-EAF8-413F-801A-B8F7870137A9}"/>
                    </a:ext>
                  </a:extLst>
                </p14:cNvPr>
                <p14:cNvContentPartPr/>
                <p14:nvPr/>
              </p14:nvContentPartPr>
              <p14:xfrm>
                <a:off x="1245823" y="5201985"/>
                <a:ext cx="209520" cy="239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7778D74-EAF8-413F-801A-B8F7870137A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228183" y="5183985"/>
                  <a:ext cx="24516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8D4F2E73-63DC-44BD-8F65-A61300643543}"/>
                    </a:ext>
                  </a:extLst>
                </p14:cNvPr>
                <p14:cNvContentPartPr/>
                <p14:nvPr/>
              </p14:nvContentPartPr>
              <p14:xfrm>
                <a:off x="1514743" y="5190105"/>
                <a:ext cx="230760" cy="1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8D4F2E73-63DC-44BD-8F65-A6130064354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96743" y="5172105"/>
                  <a:ext cx="2664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B5AC2D9-C0F5-42A7-A258-F9761266B7BC}"/>
                    </a:ext>
                  </a:extLst>
                </p14:cNvPr>
                <p14:cNvContentPartPr/>
                <p14:nvPr/>
              </p14:nvContentPartPr>
              <p14:xfrm>
                <a:off x="1563703" y="5282985"/>
                <a:ext cx="232920" cy="61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B5AC2D9-C0F5-42A7-A258-F9761266B7B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545703" y="5264985"/>
                  <a:ext cx="26856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CB46266-45E6-426C-8E77-90A4924744F0}"/>
                    </a:ext>
                  </a:extLst>
                </p14:cNvPr>
                <p14:cNvContentPartPr/>
                <p14:nvPr/>
              </p14:nvContentPartPr>
              <p14:xfrm>
                <a:off x="2248783" y="4603305"/>
                <a:ext cx="204840" cy="4237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CB46266-45E6-426C-8E77-90A4924744F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2230783" y="4585305"/>
                  <a:ext cx="24048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9D31798B-C9F5-465E-AFE9-2D4F9B86ED5E}"/>
                    </a:ext>
                  </a:extLst>
                </p14:cNvPr>
                <p14:cNvContentPartPr/>
                <p14:nvPr/>
              </p14:nvContentPartPr>
              <p14:xfrm>
                <a:off x="2493943" y="4926225"/>
                <a:ext cx="198720" cy="1227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9D31798B-C9F5-465E-AFE9-2D4F9B86ED5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2475943" y="4908585"/>
                  <a:ext cx="234360" cy="15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249A182-3D61-42E1-8BEE-6025B8651FDC}"/>
                    </a:ext>
                  </a:extLst>
                </p14:cNvPr>
                <p14:cNvContentPartPr/>
                <p14:nvPr/>
              </p14:nvContentPartPr>
              <p14:xfrm>
                <a:off x="2754223" y="4809225"/>
                <a:ext cx="239400" cy="20736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249A182-3D61-42E1-8BEE-6025B8651FDC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736223" y="4791585"/>
                  <a:ext cx="27504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C9C958D-6BA2-40EC-9D17-C16B8F268691}"/>
                    </a:ext>
                  </a:extLst>
                </p14:cNvPr>
                <p14:cNvContentPartPr/>
                <p14:nvPr/>
              </p14:nvContentPartPr>
              <p14:xfrm>
                <a:off x="2096863" y="4471185"/>
                <a:ext cx="497520" cy="3600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C9C958D-6BA2-40EC-9D17-C16B8F26869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079223" y="4453545"/>
                  <a:ext cx="5331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1561DABF-249B-48D1-9773-CA8318CE9C6A}"/>
                    </a:ext>
                  </a:extLst>
                </p14:cNvPr>
                <p14:cNvContentPartPr/>
                <p14:nvPr/>
              </p14:nvContentPartPr>
              <p14:xfrm>
                <a:off x="2122783" y="5228625"/>
                <a:ext cx="915120" cy="244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1561DABF-249B-48D1-9773-CA8318CE9C6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104783" y="5210625"/>
                  <a:ext cx="950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C614D7D-83F8-4794-8F16-A47F1AAA4B00}"/>
                    </a:ext>
                  </a:extLst>
                </p14:cNvPr>
                <p14:cNvContentPartPr/>
                <p14:nvPr/>
              </p14:nvContentPartPr>
              <p14:xfrm>
                <a:off x="2248423" y="5500785"/>
                <a:ext cx="371520" cy="38124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C614D7D-83F8-4794-8F16-A47F1AAA4B0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230783" y="5483145"/>
                  <a:ext cx="407160" cy="41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F1A9F6B-525D-497E-9F15-823DB580D314}"/>
                    </a:ext>
                  </a:extLst>
                </p14:cNvPr>
                <p14:cNvContentPartPr/>
                <p14:nvPr/>
              </p14:nvContentPartPr>
              <p14:xfrm>
                <a:off x="2284783" y="5611305"/>
                <a:ext cx="294840" cy="80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F1A9F6B-525D-497E-9F15-823DB580D31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266783" y="5593665"/>
                  <a:ext cx="33048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35306CC5-5F73-411F-BF56-B51D125C70FC}"/>
                    </a:ext>
                  </a:extLst>
                </p14:cNvPr>
                <p14:cNvContentPartPr/>
                <p14:nvPr/>
              </p14:nvContentPartPr>
              <p14:xfrm>
                <a:off x="2754223" y="5653785"/>
                <a:ext cx="208800" cy="2919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35306CC5-5F73-411F-BF56-B51D125C70F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2736223" y="5635785"/>
                  <a:ext cx="2444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075D136-6E07-41EF-A28E-7D83F33DDAD9}"/>
                    </a:ext>
                  </a:extLst>
                </p14:cNvPr>
                <p14:cNvContentPartPr/>
                <p14:nvPr/>
              </p14:nvContentPartPr>
              <p14:xfrm>
                <a:off x="3665023" y="5042865"/>
                <a:ext cx="360" cy="21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075D136-6E07-41EF-A28E-7D83F33DDAD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647023" y="5024865"/>
                  <a:ext cx="360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F8DB4DD-A741-485B-9800-2FA8EA15F7E5}"/>
                    </a:ext>
                  </a:extLst>
                </p14:cNvPr>
                <p14:cNvContentPartPr/>
                <p14:nvPr/>
              </p14:nvContentPartPr>
              <p14:xfrm>
                <a:off x="3598783" y="5289825"/>
                <a:ext cx="136800" cy="2862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F8DB4DD-A741-485B-9800-2FA8EA15F7E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581143" y="5272185"/>
                  <a:ext cx="1724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0551A43-39D2-45B2-8FF9-362CB3DAF9E0}"/>
                    </a:ext>
                  </a:extLst>
                </p14:cNvPr>
                <p14:cNvContentPartPr/>
                <p14:nvPr/>
              </p14:nvContentPartPr>
              <p14:xfrm>
                <a:off x="5629903" y="4408545"/>
                <a:ext cx="533520" cy="162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0551A43-39D2-45B2-8FF9-362CB3DAF9E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611903" y="4390545"/>
                  <a:ext cx="569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D769F64E-B8B0-4E8A-B0D4-59BBF9DFA7BE}"/>
                    </a:ext>
                  </a:extLst>
                </p14:cNvPr>
                <p14:cNvContentPartPr/>
                <p14:nvPr/>
              </p14:nvContentPartPr>
              <p14:xfrm>
                <a:off x="4430743" y="4892745"/>
                <a:ext cx="53640" cy="302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D769F64E-B8B0-4E8A-B0D4-59BBF9DFA7B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413103" y="4875105"/>
                  <a:ext cx="89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62787129-4333-4145-B5C0-69094804C9FA}"/>
                    </a:ext>
                  </a:extLst>
                </p14:cNvPr>
                <p14:cNvContentPartPr/>
                <p14:nvPr/>
              </p14:nvContentPartPr>
              <p14:xfrm>
                <a:off x="4234543" y="4892745"/>
                <a:ext cx="442080" cy="147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62787129-4333-4145-B5C0-69094804C9F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216903" y="4875105"/>
                  <a:ext cx="4777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2A0E794E-FE87-4F95-87BB-C545B3C88035}"/>
                    </a:ext>
                  </a:extLst>
                </p14:cNvPr>
                <p14:cNvContentPartPr/>
                <p14:nvPr/>
              </p14:nvContentPartPr>
              <p14:xfrm>
                <a:off x="4206823" y="5285865"/>
                <a:ext cx="429120" cy="6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2A0E794E-FE87-4F95-87BB-C545B3C8803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189183" y="5267865"/>
                  <a:ext cx="4647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2F01ABDC-9DF3-4D0E-900C-2507C5C47D0A}"/>
                    </a:ext>
                  </a:extLst>
                </p14:cNvPr>
                <p14:cNvContentPartPr/>
                <p14:nvPr/>
              </p14:nvContentPartPr>
              <p14:xfrm>
                <a:off x="4667623" y="5272545"/>
                <a:ext cx="198720" cy="2314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2F01ABDC-9DF3-4D0E-900C-2507C5C47D0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649983" y="5254545"/>
                  <a:ext cx="2343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25696D8F-ADD2-430D-BB76-E4AA31363157}"/>
                    </a:ext>
                  </a:extLst>
                </p14:cNvPr>
                <p14:cNvContentPartPr/>
                <p14:nvPr/>
              </p14:nvContentPartPr>
              <p14:xfrm>
                <a:off x="4305103" y="4795545"/>
                <a:ext cx="433440" cy="147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25696D8F-ADD2-430D-BB76-E4AA3136315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87103" y="4777905"/>
                  <a:ext cx="4690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79A913BB-2955-495B-A1CE-5CF2412A79DE}"/>
                    </a:ext>
                  </a:extLst>
                </p14:cNvPr>
                <p14:cNvContentPartPr/>
                <p14:nvPr/>
              </p14:nvContentPartPr>
              <p14:xfrm>
                <a:off x="5098543" y="5134305"/>
                <a:ext cx="303120" cy="17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79A913BB-2955-495B-A1CE-5CF2412A79D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080903" y="5116305"/>
                  <a:ext cx="3387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5A3C448-9231-4D66-993B-67751B4A7699}"/>
                    </a:ext>
                  </a:extLst>
                </p14:cNvPr>
                <p14:cNvContentPartPr/>
                <p14:nvPr/>
              </p14:nvContentPartPr>
              <p14:xfrm>
                <a:off x="5156143" y="5308545"/>
                <a:ext cx="318240" cy="147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5A3C448-9231-4D66-993B-67751B4A769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138503" y="5290905"/>
                  <a:ext cx="3538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2518DB6-A583-4BE6-BA3D-25858BE63CD0}"/>
                    </a:ext>
                  </a:extLst>
                </p14:cNvPr>
                <p14:cNvContentPartPr/>
                <p14:nvPr/>
              </p14:nvContentPartPr>
              <p14:xfrm>
                <a:off x="5769943" y="4569825"/>
                <a:ext cx="207720" cy="3283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2518DB6-A583-4BE6-BA3D-25858BE63CD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752303" y="4552185"/>
                  <a:ext cx="24336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9E88651-CD81-466B-B65A-7CFE3C7D0175}"/>
                    </a:ext>
                  </a:extLst>
                </p14:cNvPr>
                <p14:cNvContentPartPr/>
                <p14:nvPr/>
              </p14:nvContentPartPr>
              <p14:xfrm>
                <a:off x="6091423" y="4865025"/>
                <a:ext cx="198000" cy="1810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9E88651-CD81-466B-B65A-7CFE3C7D017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073423" y="4847385"/>
                  <a:ext cx="233640" cy="21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3076E3E2-3104-47E7-98E8-0BB9747F390A}"/>
                    </a:ext>
                  </a:extLst>
                </p14:cNvPr>
                <p14:cNvContentPartPr/>
                <p14:nvPr/>
              </p14:nvContentPartPr>
              <p14:xfrm>
                <a:off x="6406423" y="4796985"/>
                <a:ext cx="231480" cy="2232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3076E3E2-3104-47E7-98E8-0BB9747F390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88423" y="4778985"/>
                  <a:ext cx="26712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9CAF7A3-7981-47B4-A79F-5B263CA88636}"/>
                    </a:ext>
                  </a:extLst>
                </p14:cNvPr>
                <p14:cNvContentPartPr/>
                <p14:nvPr/>
              </p14:nvContentPartPr>
              <p14:xfrm>
                <a:off x="5710903" y="5185785"/>
                <a:ext cx="1007280" cy="374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9CAF7A3-7981-47B4-A79F-5B263CA8863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92903" y="5167785"/>
                  <a:ext cx="10429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0163B75-B967-4818-8EA5-9F4663A9A415}"/>
                    </a:ext>
                  </a:extLst>
                </p14:cNvPr>
                <p14:cNvContentPartPr/>
                <p14:nvPr/>
              </p14:nvContentPartPr>
              <p14:xfrm>
                <a:off x="5753383" y="5445705"/>
                <a:ext cx="309600" cy="3351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0163B75-B967-4818-8EA5-9F4663A9A415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735743" y="5428065"/>
                  <a:ext cx="34524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5E4BDE16-C318-4A0D-AE31-E7BEE82165E5}"/>
                    </a:ext>
                  </a:extLst>
                </p14:cNvPr>
                <p14:cNvContentPartPr/>
                <p14:nvPr/>
              </p14:nvContentPartPr>
              <p14:xfrm>
                <a:off x="5725663" y="5644425"/>
                <a:ext cx="303120" cy="24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5E4BDE16-C318-4A0D-AE31-E7BEE82165E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08023" y="5626425"/>
                  <a:ext cx="3387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51A6AC6-1667-4ED4-9436-BF31C9A263B3}"/>
                    </a:ext>
                  </a:extLst>
                </p14:cNvPr>
                <p14:cNvContentPartPr/>
                <p14:nvPr/>
              </p14:nvContentPartPr>
              <p14:xfrm>
                <a:off x="6191503" y="5712825"/>
                <a:ext cx="204480" cy="2480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51A6AC6-1667-4ED4-9436-BF31C9A263B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173503" y="5695185"/>
                  <a:ext cx="24012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F5C4337-0E56-47A9-99A6-8739AA0AF33D}"/>
                    </a:ext>
                  </a:extLst>
                </p14:cNvPr>
                <p14:cNvContentPartPr/>
                <p14:nvPr/>
              </p14:nvContentPartPr>
              <p14:xfrm>
                <a:off x="932263" y="6044745"/>
                <a:ext cx="299160" cy="4111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F5C4337-0E56-47A9-99A6-8739AA0AF33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4263" y="6026745"/>
                  <a:ext cx="334800" cy="44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2577AD0-D3A8-46BA-ACE0-827F604E2340}"/>
                    </a:ext>
                  </a:extLst>
                </p14:cNvPr>
                <p14:cNvContentPartPr/>
                <p14:nvPr/>
              </p14:nvContentPartPr>
              <p14:xfrm>
                <a:off x="840463" y="5924505"/>
                <a:ext cx="424800" cy="1908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2577AD0-D3A8-46BA-ACE0-827F604E234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22823" y="5906505"/>
                  <a:ext cx="4604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DD8AD3E-BD3B-4F74-81C6-7EDA13E5CD61}"/>
                    </a:ext>
                  </a:extLst>
                </p14:cNvPr>
                <p14:cNvContentPartPr/>
                <p14:nvPr/>
              </p14:nvContentPartPr>
              <p14:xfrm>
                <a:off x="1646863" y="6364425"/>
                <a:ext cx="299160" cy="61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DD8AD3E-BD3B-4F74-81C6-7EDA13E5CD6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629223" y="6346425"/>
                  <a:ext cx="3348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C390477-12B8-40E7-BEBE-8EC72814E9F1}"/>
                    </a:ext>
                  </a:extLst>
                </p14:cNvPr>
                <p14:cNvContentPartPr/>
                <p14:nvPr/>
              </p14:nvContentPartPr>
              <p14:xfrm>
                <a:off x="1706623" y="6487185"/>
                <a:ext cx="290520" cy="4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C390477-12B8-40E7-BEBE-8EC72814E9F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688623" y="6469545"/>
                  <a:ext cx="3261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D594C610-331E-48D0-9788-D20C0E8F5EA7}"/>
                    </a:ext>
                  </a:extLst>
                </p14:cNvPr>
                <p14:cNvContentPartPr/>
                <p14:nvPr/>
              </p14:nvContentPartPr>
              <p14:xfrm>
                <a:off x="2319343" y="6187305"/>
                <a:ext cx="219240" cy="316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D594C610-331E-48D0-9788-D20C0E8F5EA7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301343" y="6169305"/>
                  <a:ext cx="254880" cy="35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554181DC-52D5-48AE-8F0E-DD54860DFA17}"/>
                    </a:ext>
                  </a:extLst>
                </p14:cNvPr>
                <p14:cNvContentPartPr/>
                <p14:nvPr/>
              </p14:nvContentPartPr>
              <p14:xfrm>
                <a:off x="2559823" y="6468825"/>
                <a:ext cx="219960" cy="23724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554181DC-52D5-48AE-8F0E-DD54860DFA17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42183" y="6451185"/>
                  <a:ext cx="25560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7DDD873-0467-46DC-89A9-F0868A2B2D90}"/>
                    </a:ext>
                  </a:extLst>
                </p14:cNvPr>
                <p14:cNvContentPartPr/>
                <p14:nvPr/>
              </p14:nvContentPartPr>
              <p14:xfrm>
                <a:off x="2922703" y="6497985"/>
                <a:ext cx="141120" cy="1972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7DDD873-0467-46DC-89A9-F0868A2B2D90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04703" y="6479985"/>
                  <a:ext cx="17676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7A33E7D-C985-4241-AC26-D8C30E20D4D8}"/>
                    </a:ext>
                  </a:extLst>
                </p14:cNvPr>
                <p14:cNvContentPartPr/>
                <p14:nvPr/>
              </p14:nvContentPartPr>
              <p14:xfrm>
                <a:off x="2269663" y="6084345"/>
                <a:ext cx="335160" cy="54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7A33E7D-C985-4241-AC26-D8C30E20D4D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252023" y="6066705"/>
                  <a:ext cx="37080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33616BB-D394-4E40-9E3E-B944DDDB0F76}"/>
                    </a:ext>
                  </a:extLst>
                </p14:cNvPr>
                <p14:cNvContentPartPr/>
                <p14:nvPr/>
              </p14:nvContentPartPr>
              <p14:xfrm>
                <a:off x="3490063" y="6222945"/>
                <a:ext cx="13320" cy="2862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33616BB-D394-4E40-9E3E-B944DDDB0F76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472063" y="6205305"/>
                  <a:ext cx="4896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3B7B733-9141-46FD-BE5F-D20BE4F5F162}"/>
                    </a:ext>
                  </a:extLst>
                </p14:cNvPr>
                <p14:cNvContentPartPr/>
                <p14:nvPr/>
              </p14:nvContentPartPr>
              <p14:xfrm>
                <a:off x="3289543" y="6381705"/>
                <a:ext cx="299160" cy="10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3B7B733-9141-46FD-BE5F-D20BE4F5F16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271543" y="6363705"/>
                  <a:ext cx="3348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6094149-59AF-4260-99F8-90C07F1EC0C7}"/>
                    </a:ext>
                  </a:extLst>
                </p14:cNvPr>
                <p14:cNvContentPartPr/>
                <p14:nvPr/>
              </p14:nvContentPartPr>
              <p14:xfrm>
                <a:off x="3743863" y="6057345"/>
                <a:ext cx="226440" cy="397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6094149-59AF-4260-99F8-90C07F1EC0C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26223" y="6039345"/>
                  <a:ext cx="26208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D13EBBC-F59B-4312-A0F9-98B6AC53B427}"/>
                    </a:ext>
                  </a:extLst>
                </p14:cNvPr>
                <p14:cNvContentPartPr/>
                <p14:nvPr/>
              </p14:nvContentPartPr>
              <p14:xfrm>
                <a:off x="4046983" y="6410145"/>
                <a:ext cx="160200" cy="24336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D13EBBC-F59B-4312-A0F9-98B6AC53B427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028983" y="6392145"/>
                  <a:ext cx="19584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B9BF3B1-CFD0-4F7F-8E19-4512DBF9ACA6}"/>
                    </a:ext>
                  </a:extLst>
                </p14:cNvPr>
                <p14:cNvContentPartPr/>
                <p14:nvPr/>
              </p14:nvContentPartPr>
              <p14:xfrm>
                <a:off x="4303663" y="6366225"/>
                <a:ext cx="218160" cy="29268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B9BF3B1-CFD0-4F7F-8E19-4512DBF9ACA6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286023" y="6348585"/>
                  <a:ext cx="2538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E41AB51-4134-4D41-AB53-7C039276DCEC}"/>
                    </a:ext>
                  </a:extLst>
                </p14:cNvPr>
                <p14:cNvContentPartPr/>
                <p14:nvPr/>
              </p14:nvContentPartPr>
              <p14:xfrm>
                <a:off x="3539023" y="5892825"/>
                <a:ext cx="546480" cy="176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E41AB51-4134-4D41-AB53-7C039276DCEC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521383" y="5875185"/>
                  <a:ext cx="58212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21C14C4B-F2C5-41A2-A60E-F446CAE7C8C1}"/>
                    </a:ext>
                  </a:extLst>
                </p14:cNvPr>
                <p14:cNvContentPartPr/>
                <p14:nvPr/>
              </p14:nvContentPartPr>
              <p14:xfrm>
                <a:off x="4895863" y="6238785"/>
                <a:ext cx="9000" cy="288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21C14C4B-F2C5-41A2-A60E-F446CAE7C8C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4878223" y="6220785"/>
                  <a:ext cx="4464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1AE15523-245A-42F0-825F-EAC673B621EA}"/>
                    </a:ext>
                  </a:extLst>
                </p14:cNvPr>
                <p14:cNvContentPartPr/>
                <p14:nvPr/>
              </p14:nvContentPartPr>
              <p14:xfrm>
                <a:off x="4784983" y="6520305"/>
                <a:ext cx="136800" cy="2034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1AE15523-245A-42F0-825F-EAC673B621EA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766983" y="6502305"/>
                  <a:ext cx="17244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BF2A72F9-09D6-4E71-98A1-632192BF616C}"/>
                    </a:ext>
                  </a:extLst>
                </p14:cNvPr>
                <p14:cNvContentPartPr/>
                <p14:nvPr/>
              </p14:nvContentPartPr>
              <p14:xfrm>
                <a:off x="5241463" y="6121425"/>
                <a:ext cx="217800" cy="45396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BF2A72F9-09D6-4E71-98A1-632192BF616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223823" y="6103425"/>
                  <a:ext cx="2534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6D7B127F-2B07-4B40-8D6F-1610981DA49A}"/>
                    </a:ext>
                  </a:extLst>
                </p14:cNvPr>
                <p14:cNvContentPartPr/>
                <p14:nvPr/>
              </p14:nvContentPartPr>
              <p14:xfrm>
                <a:off x="5514703" y="6435705"/>
                <a:ext cx="207360" cy="2534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6D7B127F-2B07-4B40-8D6F-1610981DA49A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5496703" y="6417705"/>
                  <a:ext cx="243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6ED569CF-7FE6-4DF7-B263-26E282CC5A60}"/>
                    </a:ext>
                  </a:extLst>
                </p14:cNvPr>
                <p14:cNvContentPartPr/>
                <p14:nvPr/>
              </p14:nvContentPartPr>
              <p14:xfrm>
                <a:off x="5751223" y="6458745"/>
                <a:ext cx="226440" cy="2548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6ED569CF-7FE6-4DF7-B263-26E282CC5A60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5733583" y="6440745"/>
                  <a:ext cx="26208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CEF7B418-456C-42BD-B62C-369063653E7F}"/>
                    </a:ext>
                  </a:extLst>
                </p14:cNvPr>
                <p14:cNvContentPartPr/>
                <p14:nvPr/>
              </p14:nvContentPartPr>
              <p14:xfrm>
                <a:off x="5220223" y="6018825"/>
                <a:ext cx="360720" cy="180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CEF7B418-456C-42BD-B62C-369063653E7F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5202223" y="6000825"/>
                  <a:ext cx="396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B174231-908B-4A3D-8CC6-9DCCAD9E1CCD}"/>
                    </a:ext>
                  </a:extLst>
                </p14:cNvPr>
                <p14:cNvContentPartPr/>
                <p14:nvPr/>
              </p14:nvContentPartPr>
              <p14:xfrm>
                <a:off x="5969023" y="6308625"/>
                <a:ext cx="224280" cy="90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B174231-908B-4A3D-8CC6-9DCCAD9E1CCD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5951023" y="6290985"/>
                  <a:ext cx="259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0C58684-AEFF-4ADF-9D62-A4376F58986E}"/>
                    </a:ext>
                  </a:extLst>
                </p14:cNvPr>
                <p14:cNvContentPartPr/>
                <p14:nvPr/>
              </p14:nvContentPartPr>
              <p14:xfrm>
                <a:off x="6030943" y="6430305"/>
                <a:ext cx="219960" cy="2196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0C58684-AEFF-4ADF-9D62-A4376F58986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6012943" y="6412305"/>
                  <a:ext cx="25560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3970C434-D50B-48F3-B068-D24074E39B15}"/>
                    </a:ext>
                  </a:extLst>
                </p14:cNvPr>
                <p14:cNvContentPartPr/>
                <p14:nvPr/>
              </p14:nvContentPartPr>
              <p14:xfrm>
                <a:off x="6427663" y="6122145"/>
                <a:ext cx="260640" cy="39240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3970C434-D50B-48F3-B068-D24074E39B15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6409663" y="6104145"/>
                  <a:ext cx="29628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D12E0066-41DC-46D4-B635-3B83EE84546C}"/>
                    </a:ext>
                  </a:extLst>
                </p14:cNvPr>
                <p14:cNvContentPartPr/>
                <p14:nvPr/>
              </p14:nvContentPartPr>
              <p14:xfrm>
                <a:off x="6348823" y="6308625"/>
                <a:ext cx="337320" cy="59040"/>
              </p14:xfrm>
            </p:contentPart>
          </mc:Choice>
          <mc:Fallback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D12E0066-41DC-46D4-B635-3B83EE84546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6330823" y="6290985"/>
                  <a:ext cx="37296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E44DAE1D-B3A2-4C40-B1EA-2DB97B77570E}"/>
                    </a:ext>
                  </a:extLst>
                </p14:cNvPr>
                <p14:cNvContentPartPr/>
                <p14:nvPr/>
              </p14:nvContentPartPr>
              <p14:xfrm>
                <a:off x="6788383" y="6352185"/>
                <a:ext cx="217440" cy="2440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E44DAE1D-B3A2-4C40-B1EA-2DB97B77570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6770743" y="6334545"/>
                  <a:ext cx="25308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BE2D7B36-E505-4163-A62A-81EACBAAC007}"/>
                    </a:ext>
                  </a:extLst>
                </p14:cNvPr>
                <p14:cNvContentPartPr/>
                <p14:nvPr/>
              </p14:nvContentPartPr>
              <p14:xfrm>
                <a:off x="7174303" y="6132945"/>
                <a:ext cx="43200" cy="3538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BE2D7B36-E505-4163-A62A-81EACBAAC00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7156303" y="6115305"/>
                  <a:ext cx="78840" cy="38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ED053143-8B37-4FC5-A40D-850FD90FFB1E}"/>
                    </a:ext>
                  </a:extLst>
                </p14:cNvPr>
                <p14:cNvContentPartPr/>
                <p14:nvPr/>
              </p14:nvContentPartPr>
              <p14:xfrm>
                <a:off x="6898903" y="6088665"/>
                <a:ext cx="525240" cy="460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ED053143-8B37-4FC5-A40D-850FD90FFB1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881263" y="6070665"/>
                  <a:ext cx="56088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EBA0FB74-0C29-4421-84A5-F37AB72E1D1C}"/>
                    </a:ext>
                  </a:extLst>
                </p14:cNvPr>
                <p14:cNvContentPartPr/>
                <p14:nvPr/>
              </p14:nvContentPartPr>
              <p14:xfrm>
                <a:off x="7002583" y="6540105"/>
                <a:ext cx="355680" cy="79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EBA0FB74-0C29-4421-84A5-F37AB72E1D1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84583" y="6522465"/>
                  <a:ext cx="3913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D2972E8-969D-4E81-ADBF-65227FBA0380}"/>
                    </a:ext>
                  </a:extLst>
                </p14:cNvPr>
                <p14:cNvContentPartPr/>
                <p14:nvPr/>
              </p14:nvContentPartPr>
              <p14:xfrm>
                <a:off x="6954703" y="5950065"/>
                <a:ext cx="487080" cy="3348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D2972E8-969D-4E81-ADBF-65227FBA0380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37063" y="5932065"/>
                  <a:ext cx="522720" cy="69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576164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76A2FE8F-218D-45D4-8524-B1747C809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2" y="1686839"/>
            <a:ext cx="5897976" cy="3356501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345C597-A0F1-4130-897A-532C9CA36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2" y="721527"/>
            <a:ext cx="3815612" cy="5611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E92B8AF-166F-4302-AE76-211A4245E067}"/>
                  </a:ext>
                </a:extLst>
              </p14:cNvPr>
              <p14:cNvContentPartPr/>
              <p14:nvPr/>
            </p14:nvContentPartPr>
            <p14:xfrm>
              <a:off x="3336343" y="1873785"/>
              <a:ext cx="864360" cy="259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E92B8AF-166F-4302-AE76-211A4245E06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82703" y="1766145"/>
                <a:ext cx="972000" cy="24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57BB6927-B6AE-41F5-B7EB-57300CA7E7FD}"/>
                  </a:ext>
                </a:extLst>
              </p14:cNvPr>
              <p14:cNvContentPartPr/>
              <p14:nvPr/>
            </p14:nvContentPartPr>
            <p14:xfrm>
              <a:off x="6696223" y="1666785"/>
              <a:ext cx="92160" cy="946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57BB6927-B6AE-41F5-B7EB-57300CA7E7F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678583" y="1648785"/>
                <a:ext cx="127800" cy="13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8F7F2F9-E629-4FBD-9291-44621005BF0C}"/>
                  </a:ext>
                </a:extLst>
              </p14:cNvPr>
              <p14:cNvContentPartPr/>
              <p14:nvPr/>
            </p14:nvContentPartPr>
            <p14:xfrm>
              <a:off x="8925703" y="842385"/>
              <a:ext cx="587160" cy="20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8F7F2F9-E629-4FBD-9291-44621005BF0C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907703" y="824385"/>
                <a:ext cx="622800" cy="5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EB884FE1-14B8-4089-B023-D187A5EA0436}"/>
              </a:ext>
            </a:extLst>
          </p:cNvPr>
          <p:cNvGrpSpPr/>
          <p:nvPr/>
        </p:nvGrpSpPr>
        <p:grpSpPr>
          <a:xfrm>
            <a:off x="6342343" y="1019505"/>
            <a:ext cx="5175720" cy="2164680"/>
            <a:chOff x="6342343" y="1019505"/>
            <a:chExt cx="5175720" cy="2164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F4ADFA8-4C4F-4A4F-B033-5F295C1D4713}"/>
                    </a:ext>
                  </a:extLst>
                </p14:cNvPr>
                <p14:cNvContentPartPr/>
                <p14:nvPr/>
              </p14:nvContentPartPr>
              <p14:xfrm>
                <a:off x="6480943" y="1543665"/>
                <a:ext cx="68760" cy="190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DF4ADFA8-4C4F-4A4F-B033-5F295C1D471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62943" y="1526025"/>
                  <a:ext cx="10440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F11B74F-2D89-43D0-BECC-C82CD3B41B86}"/>
                    </a:ext>
                  </a:extLst>
                </p14:cNvPr>
                <p14:cNvContentPartPr/>
                <p14:nvPr/>
              </p14:nvContentPartPr>
              <p14:xfrm>
                <a:off x="6342343" y="1409385"/>
                <a:ext cx="273600" cy="314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F11B74F-2D89-43D0-BECC-C82CD3B41B86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324343" y="1391745"/>
                  <a:ext cx="30924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8F5F6EF-3C69-438A-9B8D-9A5215C96807}"/>
                    </a:ext>
                  </a:extLst>
                </p14:cNvPr>
                <p14:cNvContentPartPr/>
                <p14:nvPr/>
              </p14:nvContentPartPr>
              <p14:xfrm>
                <a:off x="7513423" y="1346385"/>
                <a:ext cx="28080" cy="375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8F5F6EF-3C69-438A-9B8D-9A5215C968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495783" y="1328745"/>
                  <a:ext cx="63720" cy="41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6348412-3F4F-491B-AC36-27E348598960}"/>
                    </a:ext>
                  </a:extLst>
                </p14:cNvPr>
                <p14:cNvContentPartPr/>
                <p14:nvPr/>
              </p14:nvContentPartPr>
              <p14:xfrm>
                <a:off x="7351423" y="1337745"/>
                <a:ext cx="375480" cy="83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6348412-3F4F-491B-AC36-27E34859896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7333423" y="1320105"/>
                  <a:ext cx="411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A3A13F8-20C0-477B-8B80-41E0B1E7A463}"/>
                    </a:ext>
                  </a:extLst>
                </p14:cNvPr>
                <p14:cNvContentPartPr/>
                <p14:nvPr/>
              </p14:nvContentPartPr>
              <p14:xfrm>
                <a:off x="7364023" y="1743825"/>
                <a:ext cx="322560" cy="40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A3A13F8-20C0-477B-8B80-41E0B1E7A463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46383" y="1725825"/>
                  <a:ext cx="35820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8AB0C93-1D2E-4D9F-AFE3-03285032EC09}"/>
                    </a:ext>
                  </a:extLst>
                </p14:cNvPr>
                <p14:cNvContentPartPr/>
                <p14:nvPr/>
              </p14:nvContentPartPr>
              <p14:xfrm>
                <a:off x="7355743" y="1216785"/>
                <a:ext cx="360720" cy="7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8AB0C93-1D2E-4D9F-AFE3-03285032EC0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337743" y="1198785"/>
                  <a:ext cx="3963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9ABD50A-5DD5-4393-B85B-DDFCC2582DA3}"/>
                    </a:ext>
                  </a:extLst>
                </p14:cNvPr>
                <p14:cNvContentPartPr/>
                <p14:nvPr/>
              </p14:nvContentPartPr>
              <p14:xfrm>
                <a:off x="7820503" y="1541865"/>
                <a:ext cx="140040" cy="3049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9ABD50A-5DD5-4393-B85B-DDFCC2582DA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02503" y="1524225"/>
                  <a:ext cx="1756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13DCDEB-167B-4640-8BE0-37266C0B0F03}"/>
                    </a:ext>
                  </a:extLst>
                </p14:cNvPr>
                <p14:cNvContentPartPr/>
                <p14:nvPr/>
              </p14:nvContentPartPr>
              <p14:xfrm>
                <a:off x="8038303" y="1761465"/>
                <a:ext cx="200880" cy="2030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13DCDEB-167B-4640-8BE0-37266C0B0F0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20303" y="1743465"/>
                  <a:ext cx="23652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7765C14-B88F-4245-ADCE-3B18FBBC933D}"/>
                    </a:ext>
                  </a:extLst>
                </p14:cNvPr>
                <p14:cNvContentPartPr/>
                <p14:nvPr/>
              </p14:nvContentPartPr>
              <p14:xfrm>
                <a:off x="8330623" y="1606665"/>
                <a:ext cx="269280" cy="18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7765C14-B88F-4245-ADCE-3B18FBBC933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312623" y="1588665"/>
                  <a:ext cx="304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F947202-DAF2-4B81-8D02-00BF324747B3}"/>
                    </a:ext>
                  </a:extLst>
                </p14:cNvPr>
                <p14:cNvContentPartPr/>
                <p14:nvPr/>
              </p14:nvContentPartPr>
              <p14:xfrm>
                <a:off x="8418103" y="1730865"/>
                <a:ext cx="243720" cy="17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F947202-DAF2-4B81-8D02-00BF324747B3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400103" y="1713225"/>
                  <a:ext cx="279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55F95FE-46D3-4961-B35C-E0D8ADBD954D}"/>
                    </a:ext>
                  </a:extLst>
                </p14:cNvPr>
                <p14:cNvContentPartPr/>
                <p14:nvPr/>
              </p14:nvContentPartPr>
              <p14:xfrm>
                <a:off x="9047383" y="1037865"/>
                <a:ext cx="329040" cy="4248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55F95FE-46D3-4961-B35C-E0D8ADBD954D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9029383" y="1020225"/>
                  <a:ext cx="36468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3E587E8-3513-412C-BC98-193AB22DFDF1}"/>
                    </a:ext>
                  </a:extLst>
                </p14:cNvPr>
                <p14:cNvContentPartPr/>
                <p14:nvPr/>
              </p14:nvContentPartPr>
              <p14:xfrm>
                <a:off x="9152503" y="1247025"/>
                <a:ext cx="225000" cy="331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3E587E8-3513-412C-BC98-193AB22DFDF1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9134503" y="1229025"/>
                  <a:ext cx="260640" cy="6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C36A2B9-07B0-434E-A778-7CC4E65BF291}"/>
                    </a:ext>
                  </a:extLst>
                </p14:cNvPr>
                <p14:cNvContentPartPr/>
                <p14:nvPr/>
              </p14:nvContentPartPr>
              <p14:xfrm>
                <a:off x="9104983" y="1019505"/>
                <a:ext cx="258480" cy="30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C36A2B9-07B0-434E-A778-7CC4E65BF2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9086983" y="1001505"/>
                  <a:ext cx="29412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36C2062-F382-42DE-B129-7BEF1DAD98E0}"/>
                    </a:ext>
                  </a:extLst>
                </p14:cNvPr>
                <p14:cNvContentPartPr/>
                <p14:nvPr/>
              </p14:nvContentPartPr>
              <p14:xfrm>
                <a:off x="8878903" y="1630785"/>
                <a:ext cx="692280" cy="53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36C2062-F382-42DE-B129-7BEF1DAD98E0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860903" y="1613145"/>
                  <a:ext cx="72792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6590FFD-B7CA-4681-8068-AFDAB8F8CE5C}"/>
                    </a:ext>
                  </a:extLst>
                </p14:cNvPr>
                <p14:cNvContentPartPr/>
                <p14:nvPr/>
              </p14:nvContentPartPr>
              <p14:xfrm>
                <a:off x="8995903" y="1821225"/>
                <a:ext cx="194760" cy="4906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6590FFD-B7CA-4681-8068-AFDAB8F8CE5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977903" y="1803585"/>
                  <a:ext cx="230400" cy="52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06D004-4DDC-4D21-A883-835734E5679F}"/>
                    </a:ext>
                  </a:extLst>
                </p14:cNvPr>
                <p14:cNvContentPartPr/>
                <p14:nvPr/>
              </p14:nvContentPartPr>
              <p14:xfrm>
                <a:off x="9288223" y="2193465"/>
                <a:ext cx="243720" cy="258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06D004-4DDC-4D21-A883-835734E5679F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270223" y="2175825"/>
                  <a:ext cx="279360" cy="29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BC2156A-7613-4AC1-B452-5812E4577D4E}"/>
                    </a:ext>
                  </a:extLst>
                </p14:cNvPr>
                <p14:cNvContentPartPr/>
                <p14:nvPr/>
              </p14:nvContentPartPr>
              <p14:xfrm>
                <a:off x="7049743" y="2431065"/>
                <a:ext cx="24480" cy="306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BC2156A-7613-4AC1-B452-5812E4577D4E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7031743" y="2413065"/>
                  <a:ext cx="601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AB3602B-3FCC-44D6-B276-6E76B8B2906C}"/>
                    </a:ext>
                  </a:extLst>
                </p14:cNvPr>
                <p14:cNvContentPartPr/>
                <p14:nvPr/>
              </p14:nvContentPartPr>
              <p14:xfrm>
                <a:off x="6875503" y="2382465"/>
                <a:ext cx="345960" cy="748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AB3602B-3FCC-44D6-B276-6E76B8B2906C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857863" y="2364465"/>
                  <a:ext cx="38160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07E992B-E719-428E-ADA9-12DDFE8376FD}"/>
                    </a:ext>
                  </a:extLst>
                </p14:cNvPr>
                <p14:cNvContentPartPr/>
                <p14:nvPr/>
              </p14:nvContentPartPr>
              <p14:xfrm>
                <a:off x="6837343" y="2883945"/>
                <a:ext cx="375840" cy="59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07E992B-E719-428E-ADA9-12DDFE8376F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19343" y="2866305"/>
                  <a:ext cx="4114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BA585F1-85A3-4732-A575-4B6FE176531F}"/>
                    </a:ext>
                  </a:extLst>
                </p14:cNvPr>
                <p14:cNvContentPartPr/>
                <p14:nvPr/>
              </p14:nvContentPartPr>
              <p14:xfrm>
                <a:off x="7250983" y="2703585"/>
                <a:ext cx="128520" cy="307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BA585F1-85A3-4732-A575-4B6FE17653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233343" y="2685585"/>
                  <a:ext cx="1641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DAFF82E-2F22-4382-BACB-A9AE7498B43C}"/>
                    </a:ext>
                  </a:extLst>
                </p14:cNvPr>
                <p14:cNvContentPartPr/>
                <p14:nvPr/>
              </p14:nvContentPartPr>
              <p14:xfrm>
                <a:off x="7441063" y="2933265"/>
                <a:ext cx="173160" cy="2509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DAFF82E-2F22-4382-BACB-A9AE7498B43C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23063" y="2915625"/>
                  <a:ext cx="20880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68202729-4EE0-41A1-A368-B31230C2709B}"/>
                    </a:ext>
                  </a:extLst>
                </p14:cNvPr>
                <p14:cNvContentPartPr/>
                <p14:nvPr/>
              </p14:nvContentPartPr>
              <p14:xfrm>
                <a:off x="6933103" y="2296785"/>
                <a:ext cx="398160" cy="28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68202729-4EE0-41A1-A368-B31230C2709B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6915463" y="2278785"/>
                  <a:ext cx="433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C1A45B2-25E4-4A06-837C-D657DEEB4D8A}"/>
                    </a:ext>
                  </a:extLst>
                </p14:cNvPr>
                <p14:cNvContentPartPr/>
                <p14:nvPr/>
              </p14:nvContentPartPr>
              <p14:xfrm>
                <a:off x="7828423" y="2589465"/>
                <a:ext cx="421560" cy="241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C1A45B2-25E4-4A06-837C-D657DEEB4D8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810423" y="2571825"/>
                  <a:ext cx="45720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634772E-F621-4B1C-B4D5-6800ECAA6D33}"/>
                    </a:ext>
                  </a:extLst>
                </p14:cNvPr>
                <p14:cNvContentPartPr/>
                <p14:nvPr/>
              </p14:nvContentPartPr>
              <p14:xfrm>
                <a:off x="8395783" y="2385345"/>
                <a:ext cx="888840" cy="727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634772E-F621-4B1C-B4D5-6800ECAA6D33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377783" y="2367345"/>
                  <a:ext cx="924480" cy="76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8AA9E7-D4C9-462A-8D1C-C19CD994C681}"/>
                    </a:ext>
                  </a:extLst>
                </p14:cNvPr>
                <p14:cNvContentPartPr/>
                <p14:nvPr/>
              </p14:nvContentPartPr>
              <p14:xfrm>
                <a:off x="9620863" y="2656785"/>
                <a:ext cx="552960" cy="225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8AA9E7-D4C9-462A-8D1C-C19CD994C681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9603223" y="2639145"/>
                  <a:ext cx="58860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FFB9FB1-5658-47C6-80EE-085890BBE176}"/>
                    </a:ext>
                  </a:extLst>
                </p14:cNvPr>
                <p14:cNvContentPartPr/>
                <p14:nvPr/>
              </p14:nvContentPartPr>
              <p14:xfrm>
                <a:off x="10228903" y="2636985"/>
                <a:ext cx="226440" cy="2224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FFB9FB1-5658-47C6-80EE-085890BBE176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10211263" y="2619345"/>
                  <a:ext cx="26208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8A02F04-C1B9-44FB-80AB-0A5E36ABDA88}"/>
                    </a:ext>
                  </a:extLst>
                </p14:cNvPr>
                <p14:cNvContentPartPr/>
                <p14:nvPr/>
              </p14:nvContentPartPr>
              <p14:xfrm>
                <a:off x="10470103" y="2671185"/>
                <a:ext cx="115560" cy="1918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8A02F04-C1B9-44FB-80AB-0A5E36ABDA8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10452463" y="2653185"/>
                  <a:ext cx="1512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D407844-E8CC-45D2-A217-DF32F34BD872}"/>
                    </a:ext>
                  </a:extLst>
                </p14:cNvPr>
                <p14:cNvContentPartPr/>
                <p14:nvPr/>
              </p14:nvContentPartPr>
              <p14:xfrm>
                <a:off x="10800943" y="2549505"/>
                <a:ext cx="194400" cy="3614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D407844-E8CC-45D2-A217-DF32F34BD872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10782943" y="2531865"/>
                  <a:ext cx="230040" cy="39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1249CC1-03ED-43D7-9052-B531FCB5B4F0}"/>
                    </a:ext>
                  </a:extLst>
                </p14:cNvPr>
                <p14:cNvContentPartPr/>
                <p14:nvPr/>
              </p14:nvContentPartPr>
              <p14:xfrm>
                <a:off x="10715623" y="2714025"/>
                <a:ext cx="254160" cy="3168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1249CC1-03ED-43D7-9052-B531FCB5B4F0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10697623" y="2696025"/>
                  <a:ext cx="289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3BDA244-60E8-4931-AE8A-48B81D80162E}"/>
                    </a:ext>
                  </a:extLst>
                </p14:cNvPr>
                <p14:cNvContentPartPr/>
                <p14:nvPr/>
              </p14:nvContentPartPr>
              <p14:xfrm>
                <a:off x="10781503" y="2598105"/>
                <a:ext cx="219960" cy="432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3BDA244-60E8-4931-AE8A-48B81D80162E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10763863" y="2580465"/>
                  <a:ext cx="255600" cy="7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EDF697E-A78D-4530-8EA5-CC42B9541360}"/>
                    </a:ext>
                  </a:extLst>
                </p14:cNvPr>
                <p14:cNvContentPartPr/>
                <p14:nvPr/>
              </p14:nvContentPartPr>
              <p14:xfrm>
                <a:off x="10700503" y="2438265"/>
                <a:ext cx="817560" cy="417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EDF697E-A78D-4530-8EA5-CC42B9541360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10682863" y="2420265"/>
                  <a:ext cx="853200" cy="45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3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B4EE55FB-90EF-4686-BF66-59484FD447AC}"/>
                  </a:ext>
                </a:extLst>
              </p14:cNvPr>
              <p14:cNvContentPartPr/>
              <p14:nvPr/>
            </p14:nvContentPartPr>
            <p14:xfrm>
              <a:off x="2097583" y="2629425"/>
              <a:ext cx="3276000" cy="2622960"/>
            </p14:xfrm>
          </p:contentPart>
        </mc:Choice>
        <mc:Fallback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B4EE55FB-90EF-4686-BF66-59484FD447AC}"/>
                  </a:ext>
                </a:extLst>
              </p:cNvPr>
              <p:cNvPicPr/>
              <p:nvPr/>
            </p:nvPicPr>
            <p:blipFill>
              <a:blip r:embed="rId74"/>
              <a:stretch>
                <a:fillRect/>
              </a:stretch>
            </p:blipFill>
            <p:spPr>
              <a:xfrm>
                <a:off x="2079583" y="2611425"/>
                <a:ext cx="3311640" cy="2658600"/>
              </a:xfrm>
              <a:prstGeom prst="rect">
                <a:avLst/>
              </a:prstGeom>
            </p:spPr>
          </p:pic>
        </mc:Fallback>
      </mc:AlternateContent>
      <p:grpSp>
        <p:nvGrpSpPr>
          <p:cNvPr id="194" name="Group 193">
            <a:extLst>
              <a:ext uri="{FF2B5EF4-FFF2-40B4-BE49-F238E27FC236}">
                <a16:creationId xmlns:a16="http://schemas.microsoft.com/office/drawing/2014/main" id="{FECC464E-EEE4-46B4-8918-53AF7A67993C}"/>
              </a:ext>
            </a:extLst>
          </p:cNvPr>
          <p:cNvGrpSpPr/>
          <p:nvPr/>
        </p:nvGrpSpPr>
        <p:grpSpPr>
          <a:xfrm>
            <a:off x="6151183" y="3441585"/>
            <a:ext cx="5822640" cy="2069280"/>
            <a:chOff x="6151183" y="3441585"/>
            <a:chExt cx="5822640" cy="206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DB92A49C-BC8F-45EE-9BB3-106FACC93FC7}"/>
                    </a:ext>
                  </a:extLst>
                </p14:cNvPr>
                <p14:cNvContentPartPr/>
                <p14:nvPr/>
              </p14:nvContentPartPr>
              <p14:xfrm>
                <a:off x="9352303" y="3628065"/>
                <a:ext cx="154440" cy="425880"/>
              </p14:xfrm>
            </p:contentPart>
          </mc:Choice>
          <mc:Fallback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DB92A49C-BC8F-45EE-9BB3-106FACC93FC7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9334663" y="3610065"/>
                  <a:ext cx="19008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0B27D817-0755-4A83-BC7F-4A2FD163ED87}"/>
                    </a:ext>
                  </a:extLst>
                </p14:cNvPr>
                <p14:cNvContentPartPr/>
                <p14:nvPr/>
              </p14:nvContentPartPr>
              <p14:xfrm>
                <a:off x="9584863" y="3989865"/>
                <a:ext cx="19440" cy="179280"/>
              </p14:xfrm>
            </p:contentPart>
          </mc:Choice>
          <mc:Fallback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0B27D817-0755-4A83-BC7F-4A2FD163ED8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9566863" y="3971865"/>
                  <a:ext cx="5508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9DF08D3-D653-48C2-82FA-2831E02A8107}"/>
                    </a:ext>
                  </a:extLst>
                </p14:cNvPr>
                <p14:cNvContentPartPr/>
                <p14:nvPr/>
              </p14:nvContentPartPr>
              <p14:xfrm>
                <a:off x="9789703" y="3743985"/>
                <a:ext cx="21600" cy="291960"/>
              </p14:xfrm>
            </p:contentPart>
          </mc:Choice>
          <mc:Fallback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9DF08D3-D653-48C2-82FA-2831E02A8107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9771703" y="3726345"/>
                  <a:ext cx="5724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49337807-A962-4713-A985-3359EF270942}"/>
                    </a:ext>
                  </a:extLst>
                </p14:cNvPr>
                <p14:cNvContentPartPr/>
                <p14:nvPr/>
              </p14:nvContentPartPr>
              <p14:xfrm>
                <a:off x="9721303" y="3907065"/>
                <a:ext cx="141120" cy="360"/>
              </p14:xfrm>
            </p:contentPart>
          </mc:Choice>
          <mc:Fallback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49337807-A962-4713-A985-3359EF270942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9703663" y="3889065"/>
                  <a:ext cx="176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8100785-34E8-4D85-9F82-AF9ED0D302A1}"/>
                    </a:ext>
                  </a:extLst>
                </p14:cNvPr>
                <p14:cNvContentPartPr/>
                <p14:nvPr/>
              </p14:nvContentPartPr>
              <p14:xfrm>
                <a:off x="9870703" y="3907065"/>
                <a:ext cx="90000" cy="406440"/>
              </p14:xfrm>
            </p:contentPart>
          </mc:Choice>
          <mc:Fallback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8100785-34E8-4D85-9F82-AF9ED0D302A1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9852703" y="3889065"/>
                  <a:ext cx="12564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8566F756-AEA7-4CA9-AC53-B92F2FC269F6}"/>
                    </a:ext>
                  </a:extLst>
                </p14:cNvPr>
                <p14:cNvContentPartPr/>
                <p14:nvPr/>
              </p14:nvContentPartPr>
              <p14:xfrm>
                <a:off x="9891943" y="3732825"/>
                <a:ext cx="2520" cy="14760"/>
              </p14:xfrm>
            </p:contentPart>
          </mc:Choice>
          <mc:Fallback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8566F756-AEA7-4CA9-AC53-B92F2FC269F6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9874303" y="3714825"/>
                  <a:ext cx="381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6B3D4D3F-4DE6-4207-AD2A-28518123FE5E}"/>
                    </a:ext>
                  </a:extLst>
                </p14:cNvPr>
                <p14:cNvContentPartPr/>
                <p14:nvPr/>
              </p14:nvContentPartPr>
              <p14:xfrm>
                <a:off x="10022263" y="3838305"/>
                <a:ext cx="173160" cy="253080"/>
              </p14:xfrm>
            </p:contentPart>
          </mc:Choice>
          <mc:Fallback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6B3D4D3F-4DE6-4207-AD2A-28518123FE5E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10004263" y="3820665"/>
                  <a:ext cx="20880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FE383A52-8E0E-495B-93AD-4251D2EB9170}"/>
                    </a:ext>
                  </a:extLst>
                </p14:cNvPr>
                <p14:cNvContentPartPr/>
                <p14:nvPr/>
              </p14:nvContentPartPr>
              <p14:xfrm>
                <a:off x="10269583" y="3643905"/>
                <a:ext cx="219960" cy="380880"/>
              </p14:xfrm>
            </p:contentPart>
          </mc:Choice>
          <mc:Fallback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FE383A52-8E0E-495B-93AD-4251D2EB9170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10251943" y="3626265"/>
                  <a:ext cx="2556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63B731D-01C9-41C8-ABA0-5737E1556DC5}"/>
                    </a:ext>
                  </a:extLst>
                </p14:cNvPr>
                <p14:cNvContentPartPr/>
                <p14:nvPr/>
              </p14:nvContentPartPr>
              <p14:xfrm>
                <a:off x="10551103" y="4007145"/>
                <a:ext cx="19440" cy="253080"/>
              </p14:xfrm>
            </p:contentPart>
          </mc:Choice>
          <mc:Fallback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63B731D-01C9-41C8-ABA0-5737E1556DC5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10533463" y="3989145"/>
                  <a:ext cx="55080" cy="28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27BD4653-8CEA-44A1-9CB6-845352C1FF7F}"/>
                    </a:ext>
                  </a:extLst>
                </p14:cNvPr>
                <p14:cNvContentPartPr/>
                <p14:nvPr/>
              </p14:nvContentPartPr>
              <p14:xfrm>
                <a:off x="10793743" y="3842625"/>
                <a:ext cx="15840" cy="291600"/>
              </p14:xfrm>
            </p:contentPart>
          </mc:Choice>
          <mc:Fallback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27BD4653-8CEA-44A1-9CB6-845352C1FF7F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10776103" y="3824985"/>
                  <a:ext cx="51480" cy="3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A779852-F049-4BD7-B222-1C71B4AFA0AB}"/>
                    </a:ext>
                  </a:extLst>
                </p14:cNvPr>
                <p14:cNvContentPartPr/>
                <p14:nvPr/>
              </p14:nvContentPartPr>
              <p14:xfrm>
                <a:off x="10709143" y="4012545"/>
                <a:ext cx="235080" cy="13320"/>
              </p14:xfrm>
            </p:contentPart>
          </mc:Choice>
          <mc:Fallback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A779852-F049-4BD7-B222-1C71B4AFA0AB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0691143" y="3994905"/>
                  <a:ext cx="27072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458FF066-4B1E-4ED0-8667-AB69AB2E07B8}"/>
                    </a:ext>
                  </a:extLst>
                </p14:cNvPr>
                <p14:cNvContentPartPr/>
                <p14:nvPr/>
              </p14:nvContentPartPr>
              <p14:xfrm>
                <a:off x="10996783" y="3732825"/>
                <a:ext cx="141480" cy="619200"/>
              </p14:xfrm>
            </p:contentPart>
          </mc:Choice>
          <mc:Fallback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458FF066-4B1E-4ED0-8667-AB69AB2E07B8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0979143" y="3714825"/>
                  <a:ext cx="177120" cy="65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58466EA9-95DF-4B0C-AB32-C2E07B7288AE}"/>
                    </a:ext>
                  </a:extLst>
                </p14:cNvPr>
                <p14:cNvContentPartPr/>
                <p14:nvPr/>
              </p14:nvContentPartPr>
              <p14:xfrm>
                <a:off x="11180743" y="3888345"/>
                <a:ext cx="212040" cy="170280"/>
              </p14:xfrm>
            </p:contentPart>
          </mc:Choice>
          <mc:Fallback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58466EA9-95DF-4B0C-AB32-C2E07B7288AE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1162743" y="3870705"/>
                  <a:ext cx="24768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D81674AE-94C6-46FC-A8EA-B4D0E7759F72}"/>
                    </a:ext>
                  </a:extLst>
                </p14:cNvPr>
                <p14:cNvContentPartPr/>
                <p14:nvPr/>
              </p14:nvContentPartPr>
              <p14:xfrm>
                <a:off x="11466583" y="3626985"/>
                <a:ext cx="151920" cy="389520"/>
              </p14:xfrm>
            </p:contentPart>
          </mc:Choice>
          <mc:Fallback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D81674AE-94C6-46FC-A8EA-B4D0E7759F72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11448583" y="3608985"/>
                  <a:ext cx="18756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367D7043-F026-47D0-8F3C-818B75C55E64}"/>
                    </a:ext>
                  </a:extLst>
                </p14:cNvPr>
                <p14:cNvContentPartPr/>
                <p14:nvPr/>
              </p14:nvContentPartPr>
              <p14:xfrm>
                <a:off x="11635063" y="3981945"/>
                <a:ext cx="216000" cy="2098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367D7043-F026-47D0-8F3C-818B75C55E64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11617063" y="3963945"/>
                  <a:ext cx="25164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8658F72-D3A9-486D-8B21-9D865491F21F}"/>
                    </a:ext>
                  </a:extLst>
                </p14:cNvPr>
                <p14:cNvContentPartPr/>
                <p14:nvPr/>
              </p14:nvContentPartPr>
              <p14:xfrm>
                <a:off x="11812183" y="3539865"/>
                <a:ext cx="161640" cy="77040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8658F72-D3A9-486D-8B21-9D865491F21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11794183" y="3521865"/>
                  <a:ext cx="197280" cy="80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2E76F278-0813-4F99-8995-28512952E14E}"/>
                    </a:ext>
                  </a:extLst>
                </p14:cNvPr>
                <p14:cNvContentPartPr/>
                <p14:nvPr/>
              </p14:nvContentPartPr>
              <p14:xfrm>
                <a:off x="6273223" y="3441585"/>
                <a:ext cx="205920" cy="63288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2E76F278-0813-4F99-8995-28512952E14E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6255583" y="3423585"/>
                  <a:ext cx="24156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7F115701-2DB7-4AAA-A40F-0F5283A470BE}"/>
                    </a:ext>
                  </a:extLst>
                </p14:cNvPr>
                <p14:cNvContentPartPr/>
                <p14:nvPr/>
              </p14:nvContentPartPr>
              <p14:xfrm>
                <a:off x="6760303" y="4047105"/>
                <a:ext cx="4680" cy="2592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7F115701-2DB7-4AAA-A40F-0F5283A470BE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6742663" y="4029105"/>
                  <a:ext cx="403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7595942-597D-4209-954B-4FCAA29BBAF8}"/>
                    </a:ext>
                  </a:extLst>
                </p14:cNvPr>
                <p14:cNvContentPartPr/>
                <p14:nvPr/>
              </p14:nvContentPartPr>
              <p14:xfrm>
                <a:off x="7076023" y="3571185"/>
                <a:ext cx="17640" cy="43668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7595942-597D-4209-954B-4FCAA29BBAF8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7058383" y="3553545"/>
                  <a:ext cx="53280" cy="47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2D97116-DC88-4BF7-B9AA-D2E162F26C18}"/>
                    </a:ext>
                  </a:extLst>
                </p14:cNvPr>
                <p14:cNvContentPartPr/>
                <p14:nvPr/>
              </p14:nvContentPartPr>
              <p14:xfrm>
                <a:off x="6886303" y="3514665"/>
                <a:ext cx="324720" cy="47556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2D97116-DC88-4BF7-B9AA-D2E162F26C18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6868303" y="3496665"/>
                  <a:ext cx="3603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F7AF628-845C-4CB4-9054-03EAC6361B28}"/>
                    </a:ext>
                  </a:extLst>
                </p14:cNvPr>
                <p14:cNvContentPartPr/>
                <p14:nvPr/>
              </p14:nvContentPartPr>
              <p14:xfrm>
                <a:off x="7387423" y="3512505"/>
                <a:ext cx="245520" cy="52488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F7AF628-845C-4CB4-9054-03EAC6361B28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7369783" y="3494865"/>
                  <a:ext cx="281160" cy="56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7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AB8BDBD6-7DC4-41D9-80BE-1C1D30E62B6C}"/>
                    </a:ext>
                  </a:extLst>
                </p14:cNvPr>
                <p14:cNvContentPartPr/>
                <p14:nvPr/>
              </p14:nvContentPartPr>
              <p14:xfrm>
                <a:off x="7861183" y="3826785"/>
                <a:ext cx="9000" cy="2592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AB8BDBD6-7DC4-41D9-80BE-1C1D30E62B6C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7843183" y="3809145"/>
                  <a:ext cx="4464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9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6FF138B9-3140-4949-AE23-8A22405998B4}"/>
                    </a:ext>
                  </a:extLst>
                </p14:cNvPr>
                <p14:cNvContentPartPr/>
                <p14:nvPr/>
              </p14:nvContentPartPr>
              <p14:xfrm>
                <a:off x="7869823" y="4071225"/>
                <a:ext cx="360" cy="36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6FF138B9-3140-4949-AE23-8A22405998B4}"/>
                    </a:ext>
                  </a:extLst>
                </p:cNvPr>
                <p:cNvPicPr/>
                <p:nvPr/>
              </p:nvPicPr>
              <p:blipFill>
                <a:blip r:embed="rId120"/>
                <a:stretch>
                  <a:fillRect/>
                </a:stretch>
              </p:blipFill>
              <p:spPr>
                <a:xfrm>
                  <a:off x="7851823" y="40535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F75EC609-D4C4-4195-AB21-82D1C2AB6737}"/>
                    </a:ext>
                  </a:extLst>
                </p14:cNvPr>
                <p14:cNvContentPartPr/>
                <p14:nvPr/>
              </p14:nvContentPartPr>
              <p14:xfrm>
                <a:off x="8257903" y="3683505"/>
                <a:ext cx="62280" cy="3877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F75EC609-D4C4-4195-AB21-82D1C2AB6737}"/>
                    </a:ext>
                  </a:extLst>
                </p:cNvPr>
                <p:cNvPicPr/>
                <p:nvPr/>
              </p:nvPicPr>
              <p:blipFill>
                <a:blip r:embed="rId122"/>
                <a:stretch>
                  <a:fillRect/>
                </a:stretch>
              </p:blipFill>
              <p:spPr>
                <a:xfrm>
                  <a:off x="8240263" y="3665865"/>
                  <a:ext cx="9792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DEDC39C7-20EF-4ED5-851F-D8CB568B0116}"/>
                    </a:ext>
                  </a:extLst>
                </p14:cNvPr>
                <p14:cNvContentPartPr/>
                <p14:nvPr/>
              </p14:nvContentPartPr>
              <p14:xfrm>
                <a:off x="8085103" y="3603945"/>
                <a:ext cx="331200" cy="432000"/>
              </p14:xfrm>
            </p:contentPart>
          </mc:Choice>
          <mc:Fallback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DEDC39C7-20EF-4ED5-851F-D8CB568B0116}"/>
                    </a:ext>
                  </a:extLst>
                </p:cNvPr>
                <p:cNvPicPr/>
                <p:nvPr/>
              </p:nvPicPr>
              <p:blipFill>
                <a:blip r:embed="rId124"/>
                <a:stretch>
                  <a:fillRect/>
                </a:stretch>
              </p:blipFill>
              <p:spPr>
                <a:xfrm>
                  <a:off x="8067463" y="3586305"/>
                  <a:ext cx="366840" cy="46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35C0E37B-D2D7-486C-BEB7-F77A69FC108D}"/>
                    </a:ext>
                  </a:extLst>
                </p14:cNvPr>
                <p14:cNvContentPartPr/>
                <p14:nvPr/>
              </p14:nvContentPartPr>
              <p14:xfrm>
                <a:off x="8504503" y="3967545"/>
                <a:ext cx="146160" cy="305280"/>
              </p14:xfrm>
            </p:contentPart>
          </mc:Choice>
          <mc:Fallback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35C0E37B-D2D7-486C-BEB7-F77A69FC108D}"/>
                    </a:ext>
                  </a:extLst>
                </p:cNvPr>
                <p:cNvPicPr/>
                <p:nvPr/>
              </p:nvPicPr>
              <p:blipFill>
                <a:blip r:embed="rId126"/>
                <a:stretch>
                  <a:fillRect/>
                </a:stretch>
              </p:blipFill>
              <p:spPr>
                <a:xfrm>
                  <a:off x="8486863" y="3949905"/>
                  <a:ext cx="181800" cy="34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7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A02FADE0-1C7A-4401-AC52-C334D1FD1E4C}"/>
                    </a:ext>
                  </a:extLst>
                </p14:cNvPr>
                <p14:cNvContentPartPr/>
                <p14:nvPr/>
              </p14:nvContentPartPr>
              <p14:xfrm>
                <a:off x="8791063" y="3532665"/>
                <a:ext cx="102960" cy="631080"/>
              </p14:xfrm>
            </p:contentPart>
          </mc:Choice>
          <mc:Fallback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A02FADE0-1C7A-4401-AC52-C334D1FD1E4C}"/>
                    </a:ext>
                  </a:extLst>
                </p:cNvPr>
                <p:cNvPicPr/>
                <p:nvPr/>
              </p:nvPicPr>
              <p:blipFill>
                <a:blip r:embed="rId128"/>
                <a:stretch>
                  <a:fillRect/>
                </a:stretch>
              </p:blipFill>
              <p:spPr>
                <a:xfrm>
                  <a:off x="8773063" y="3514665"/>
                  <a:ext cx="138600" cy="66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9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E0E24989-39ED-42A8-8F7F-CE9B2AB2FFF0}"/>
                    </a:ext>
                  </a:extLst>
                </p14:cNvPr>
                <p14:cNvContentPartPr/>
                <p14:nvPr/>
              </p14:nvContentPartPr>
              <p14:xfrm>
                <a:off x="8934343" y="3556785"/>
                <a:ext cx="49320" cy="592920"/>
              </p14:xfrm>
            </p:contentPart>
          </mc:Choice>
          <mc:Fallback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E0E24989-39ED-42A8-8F7F-CE9B2AB2FFF0}"/>
                    </a:ext>
                  </a:extLst>
                </p:cNvPr>
                <p:cNvPicPr/>
                <p:nvPr/>
              </p:nvPicPr>
              <p:blipFill>
                <a:blip r:embed="rId130"/>
                <a:stretch>
                  <a:fillRect/>
                </a:stretch>
              </p:blipFill>
              <p:spPr>
                <a:xfrm>
                  <a:off x="8916343" y="3539145"/>
                  <a:ext cx="84960" cy="62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A68724B4-CA91-4B6E-8AF4-F590F1B716AB}"/>
                    </a:ext>
                  </a:extLst>
                </p14:cNvPr>
                <p14:cNvContentPartPr/>
                <p14:nvPr/>
              </p14:nvContentPartPr>
              <p14:xfrm>
                <a:off x="9132343" y="3486945"/>
                <a:ext cx="158400" cy="793080"/>
              </p14:xfrm>
            </p:contentPart>
          </mc:Choice>
          <mc:Fallback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A68724B4-CA91-4B6E-8AF4-F590F1B716AB}"/>
                    </a:ext>
                  </a:extLst>
                </p:cNvPr>
                <p:cNvPicPr/>
                <p:nvPr/>
              </p:nvPicPr>
              <p:blipFill>
                <a:blip r:embed="rId132"/>
                <a:stretch>
                  <a:fillRect/>
                </a:stretch>
              </p:blipFill>
              <p:spPr>
                <a:xfrm>
                  <a:off x="9114703" y="3468945"/>
                  <a:ext cx="194040" cy="82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3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43602FDA-41E9-4A84-85EF-ADBE5FDB5468}"/>
                    </a:ext>
                  </a:extLst>
                </p14:cNvPr>
                <p14:cNvContentPartPr/>
                <p14:nvPr/>
              </p14:nvContentPartPr>
              <p14:xfrm>
                <a:off x="6459703" y="4382625"/>
                <a:ext cx="51480" cy="27036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43602FDA-41E9-4A84-85EF-ADBE5FDB5468}"/>
                    </a:ext>
                  </a:extLst>
                </p:cNvPr>
                <p:cNvPicPr/>
                <p:nvPr/>
              </p:nvPicPr>
              <p:blipFill>
                <a:blip r:embed="rId134"/>
                <a:stretch>
                  <a:fillRect/>
                </a:stretch>
              </p:blipFill>
              <p:spPr>
                <a:xfrm>
                  <a:off x="6441703" y="4364985"/>
                  <a:ext cx="8712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5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82E71ABE-B4E9-40EA-BEC6-3811E9E74FEB}"/>
                    </a:ext>
                  </a:extLst>
                </p14:cNvPr>
                <p14:cNvContentPartPr/>
                <p14:nvPr/>
              </p14:nvContentPartPr>
              <p14:xfrm>
                <a:off x="6260623" y="4283985"/>
                <a:ext cx="412920" cy="8748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82E71ABE-B4E9-40EA-BEC6-3811E9E74FEB}"/>
                    </a:ext>
                  </a:extLst>
                </p:cNvPr>
                <p:cNvPicPr/>
                <p:nvPr/>
              </p:nvPicPr>
              <p:blipFill>
                <a:blip r:embed="rId136"/>
                <a:stretch>
                  <a:fillRect/>
                </a:stretch>
              </p:blipFill>
              <p:spPr>
                <a:xfrm>
                  <a:off x="6242623" y="4266345"/>
                  <a:ext cx="44856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7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3BF4834A-0395-43DE-B655-A89FBED5BFB2}"/>
                    </a:ext>
                  </a:extLst>
                </p14:cNvPr>
                <p14:cNvContentPartPr/>
                <p14:nvPr/>
              </p14:nvContentPartPr>
              <p14:xfrm>
                <a:off x="6303463" y="4684305"/>
                <a:ext cx="346320" cy="6120"/>
              </p14:xfrm>
            </p:contentPart>
          </mc:Choice>
          <mc:Fallback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3BF4834A-0395-43DE-B655-A89FBED5BFB2}"/>
                    </a:ext>
                  </a:extLst>
                </p:cNvPr>
                <p:cNvPicPr/>
                <p:nvPr/>
              </p:nvPicPr>
              <p:blipFill>
                <a:blip r:embed="rId138"/>
                <a:stretch>
                  <a:fillRect/>
                </a:stretch>
              </p:blipFill>
              <p:spPr>
                <a:xfrm>
                  <a:off x="6285823" y="4666305"/>
                  <a:ext cx="38196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9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8D08354-1955-404C-870A-CF7344DD048A}"/>
                    </a:ext>
                  </a:extLst>
                </p14:cNvPr>
                <p14:cNvContentPartPr/>
                <p14:nvPr/>
              </p14:nvContentPartPr>
              <p14:xfrm>
                <a:off x="6773263" y="4648305"/>
                <a:ext cx="25920" cy="78840"/>
              </p14:xfrm>
            </p:contentPart>
          </mc:Choice>
          <mc:Fallback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38D08354-1955-404C-870A-CF7344DD048A}"/>
                    </a:ext>
                  </a:extLst>
                </p:cNvPr>
                <p:cNvPicPr/>
                <p:nvPr/>
              </p:nvPicPr>
              <p:blipFill>
                <a:blip r:embed="rId140"/>
                <a:stretch>
                  <a:fillRect/>
                </a:stretch>
              </p:blipFill>
              <p:spPr>
                <a:xfrm>
                  <a:off x="6755263" y="4630665"/>
                  <a:ext cx="615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1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195370CF-D6A1-46B8-9AFE-F64DE2FBFECD}"/>
                    </a:ext>
                  </a:extLst>
                </p14:cNvPr>
                <p14:cNvContentPartPr/>
                <p14:nvPr/>
              </p14:nvContentPartPr>
              <p14:xfrm>
                <a:off x="6694063" y="4618065"/>
                <a:ext cx="198720" cy="257760"/>
              </p14:xfrm>
            </p:contentPart>
          </mc:Choice>
          <mc:Fallback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195370CF-D6A1-46B8-9AFE-F64DE2FBFECD}"/>
                    </a:ext>
                  </a:extLst>
                </p:cNvPr>
                <p:cNvPicPr/>
                <p:nvPr/>
              </p:nvPicPr>
              <p:blipFill>
                <a:blip r:embed="rId142"/>
                <a:stretch>
                  <a:fillRect/>
                </a:stretch>
              </p:blipFill>
              <p:spPr>
                <a:xfrm>
                  <a:off x="6676423" y="4600425"/>
                  <a:ext cx="23436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3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81E5C3FB-75E2-4489-BAAD-35C2C5C89332}"/>
                    </a:ext>
                  </a:extLst>
                </p14:cNvPr>
                <p14:cNvContentPartPr/>
                <p14:nvPr/>
              </p14:nvContentPartPr>
              <p14:xfrm>
                <a:off x="6732583" y="4737225"/>
                <a:ext cx="104760" cy="3240"/>
              </p14:xfrm>
            </p:contentPart>
          </mc:Choice>
          <mc:Fallback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81E5C3FB-75E2-4489-BAAD-35C2C5C89332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714943" y="4719225"/>
                  <a:ext cx="1404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5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DFA17C79-9372-411F-BA7F-8BB19FDECED5}"/>
                    </a:ext>
                  </a:extLst>
                </p14:cNvPr>
                <p14:cNvContentPartPr/>
                <p14:nvPr/>
              </p14:nvContentPartPr>
              <p14:xfrm>
                <a:off x="6707023" y="4575585"/>
                <a:ext cx="179640" cy="20520"/>
              </p14:xfrm>
            </p:contentPart>
          </mc:Choice>
          <mc:Fallback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DFA17C79-9372-411F-BA7F-8BB19FDECED5}"/>
                    </a:ext>
                  </a:extLst>
                </p:cNvPr>
                <p:cNvPicPr/>
                <p:nvPr/>
              </p:nvPicPr>
              <p:blipFill>
                <a:blip r:embed="rId146"/>
                <a:stretch>
                  <a:fillRect/>
                </a:stretch>
              </p:blipFill>
              <p:spPr>
                <a:xfrm>
                  <a:off x="6689383" y="4557945"/>
                  <a:ext cx="21528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7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9C0183F7-BEBE-4CA0-A1CE-42726D79CD28}"/>
                    </a:ext>
                  </a:extLst>
                </p14:cNvPr>
                <p14:cNvContentPartPr/>
                <p14:nvPr/>
              </p14:nvContentPartPr>
              <p14:xfrm>
                <a:off x="6316423" y="4211265"/>
                <a:ext cx="414360" cy="360"/>
              </p14:xfrm>
            </p:contentPart>
          </mc:Choice>
          <mc:Fallback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9C0183F7-BEBE-4CA0-A1CE-42726D79CD2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6298423" y="4193625"/>
                  <a:ext cx="450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9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A3F66568-B6ED-4720-86A6-9C0A948CA304}"/>
                    </a:ext>
                  </a:extLst>
                </p14:cNvPr>
                <p14:cNvContentPartPr/>
                <p14:nvPr/>
              </p14:nvContentPartPr>
              <p14:xfrm>
                <a:off x="7084663" y="4405665"/>
                <a:ext cx="374400" cy="208800"/>
              </p14:xfrm>
            </p:contentPart>
          </mc:Choice>
          <mc:Fallback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A3F66568-B6ED-4720-86A6-9C0A948CA304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7066663" y="4388025"/>
                  <a:ext cx="4100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6414788F-0C56-4726-B3D5-C2EC61932DE1}"/>
                    </a:ext>
                  </a:extLst>
                </p14:cNvPr>
                <p14:cNvContentPartPr/>
                <p14:nvPr/>
              </p14:nvContentPartPr>
              <p14:xfrm>
                <a:off x="7491823" y="4199745"/>
                <a:ext cx="100800" cy="441720"/>
              </p14:xfrm>
            </p:contentPart>
          </mc:Choice>
          <mc:Fallback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6414788F-0C56-4726-B3D5-C2EC61932DE1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7474183" y="4182105"/>
                  <a:ext cx="136440" cy="4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E08FBFE-79D6-4C7F-BCCE-B8BB043C4B61}"/>
                    </a:ext>
                  </a:extLst>
                </p14:cNvPr>
                <p14:cNvContentPartPr/>
                <p14:nvPr/>
              </p14:nvContentPartPr>
              <p14:xfrm>
                <a:off x="7530343" y="4414305"/>
                <a:ext cx="119880" cy="25920"/>
              </p14:xfrm>
            </p:contentPart>
          </mc:Choice>
          <mc:Fallback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E08FBFE-79D6-4C7F-BCCE-B8BB043C4B6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7512703" y="4396305"/>
                  <a:ext cx="15552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18C6B22-23C8-485C-A586-B17B057BA055}"/>
                    </a:ext>
                  </a:extLst>
                </p14:cNvPr>
                <p14:cNvContentPartPr/>
                <p14:nvPr/>
              </p14:nvContentPartPr>
              <p14:xfrm>
                <a:off x="7939303" y="4408545"/>
                <a:ext cx="374400" cy="228240"/>
              </p14:xfrm>
            </p:contentPart>
          </mc:Choice>
          <mc:Fallback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18C6B22-23C8-485C-A586-B17B057BA055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7921663" y="4390545"/>
                  <a:ext cx="41004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7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8950566-1DDC-4AD1-B043-3CB1487D870A}"/>
                    </a:ext>
                  </a:extLst>
                </p14:cNvPr>
                <p14:cNvContentPartPr/>
                <p14:nvPr/>
              </p14:nvContentPartPr>
              <p14:xfrm>
                <a:off x="8501263" y="4472985"/>
                <a:ext cx="360720" cy="170640"/>
              </p14:xfrm>
            </p:contentPart>
          </mc:Choice>
          <mc:Fallback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8950566-1DDC-4AD1-B043-3CB1487D870A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8483263" y="4454985"/>
                  <a:ext cx="39636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9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BE4B6C9C-1547-488F-8156-E14CDF421FA9}"/>
                    </a:ext>
                  </a:extLst>
                </p14:cNvPr>
                <p14:cNvContentPartPr/>
                <p14:nvPr/>
              </p14:nvContentPartPr>
              <p14:xfrm>
                <a:off x="8819503" y="4310265"/>
                <a:ext cx="96120" cy="322200"/>
              </p14:xfrm>
            </p:contentPart>
          </mc:Choice>
          <mc:Fallback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BE4B6C9C-1547-488F-8156-E14CDF421FA9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8801863" y="4292625"/>
                  <a:ext cx="13176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3180913-3AB6-4950-A495-7BEFC79362D4}"/>
                    </a:ext>
                  </a:extLst>
                </p14:cNvPr>
                <p14:cNvContentPartPr/>
                <p14:nvPr/>
              </p14:nvContentPartPr>
              <p14:xfrm>
                <a:off x="8859463" y="4306665"/>
                <a:ext cx="747000" cy="34128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3180913-3AB6-4950-A495-7BEFC79362D4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8841823" y="4289025"/>
                  <a:ext cx="7826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3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23CACDF-D6D2-4B7B-B34C-B9E01A2450DD}"/>
                    </a:ext>
                  </a:extLst>
                </p14:cNvPr>
                <p14:cNvContentPartPr/>
                <p14:nvPr/>
              </p14:nvContentPartPr>
              <p14:xfrm>
                <a:off x="9936943" y="4417905"/>
                <a:ext cx="749160" cy="23400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23CACDF-D6D2-4B7B-B34C-B9E01A2450DD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9918943" y="4399905"/>
                  <a:ext cx="78480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5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67A0D1B6-80EA-4317-BB1E-0EAE24C0D033}"/>
                    </a:ext>
                  </a:extLst>
                </p14:cNvPr>
                <p14:cNvContentPartPr/>
                <p14:nvPr/>
              </p14:nvContentPartPr>
              <p14:xfrm>
                <a:off x="10966903" y="4368585"/>
                <a:ext cx="194760" cy="31320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67A0D1B6-80EA-4317-BB1E-0EAE24C0D03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0949263" y="4350585"/>
                  <a:ext cx="23040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7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153BD9E2-9A69-41BD-A645-C4C247EEF362}"/>
                    </a:ext>
                  </a:extLst>
                </p14:cNvPr>
                <p14:cNvContentPartPr/>
                <p14:nvPr/>
              </p14:nvContentPartPr>
              <p14:xfrm>
                <a:off x="10877623" y="4541385"/>
                <a:ext cx="192240" cy="53280"/>
              </p14:xfrm>
            </p:contentPart>
          </mc:Choice>
          <mc:Fallback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153BD9E2-9A69-41BD-A645-C4C247EEF36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0859983" y="4523385"/>
                  <a:ext cx="227880" cy="8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9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E711D6F-5452-45EE-BABD-66D8E10C6C2D}"/>
                    </a:ext>
                  </a:extLst>
                </p14:cNvPr>
                <p14:cNvContentPartPr/>
                <p14:nvPr/>
              </p14:nvContentPartPr>
              <p14:xfrm>
                <a:off x="10865023" y="4365705"/>
                <a:ext cx="241560" cy="2880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E711D6F-5452-45EE-BABD-66D8E10C6C2D}"/>
                    </a:ext>
                  </a:extLst>
                </p:cNvPr>
                <p:cNvPicPr/>
                <p:nvPr/>
              </p:nvPicPr>
              <p:blipFill>
                <a:blip r:embed="rId170"/>
                <a:stretch>
                  <a:fillRect/>
                </a:stretch>
              </p:blipFill>
              <p:spPr>
                <a:xfrm>
                  <a:off x="10847023" y="4347705"/>
                  <a:ext cx="2772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1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A89ADB33-611A-42B1-9346-BA9A47BDAC11}"/>
                    </a:ext>
                  </a:extLst>
                </p14:cNvPr>
                <p14:cNvContentPartPr/>
                <p14:nvPr/>
              </p14:nvContentPartPr>
              <p14:xfrm>
                <a:off x="10749823" y="4280025"/>
                <a:ext cx="424800" cy="3744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A89ADB33-611A-42B1-9346-BA9A47BDAC11}"/>
                    </a:ext>
                  </a:extLst>
                </p:cNvPr>
                <p:cNvPicPr/>
                <p:nvPr/>
              </p:nvPicPr>
              <p:blipFill>
                <a:blip r:embed="rId172"/>
                <a:stretch>
                  <a:fillRect/>
                </a:stretch>
              </p:blipFill>
              <p:spPr>
                <a:xfrm>
                  <a:off x="10731823" y="4262025"/>
                  <a:ext cx="46044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3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EB6F374-47F3-43BF-A350-07731DA77B52}"/>
                    </a:ext>
                  </a:extLst>
                </p14:cNvPr>
                <p14:cNvContentPartPr/>
                <p14:nvPr/>
              </p14:nvContentPartPr>
              <p14:xfrm>
                <a:off x="6151183" y="5129625"/>
                <a:ext cx="222120" cy="17928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EB6F374-47F3-43BF-A350-07731DA77B52}"/>
                    </a:ext>
                  </a:extLst>
                </p:cNvPr>
                <p:cNvPicPr/>
                <p:nvPr/>
              </p:nvPicPr>
              <p:blipFill>
                <a:blip r:embed="rId174"/>
                <a:stretch>
                  <a:fillRect/>
                </a:stretch>
              </p:blipFill>
              <p:spPr>
                <a:xfrm>
                  <a:off x="6133543" y="5111625"/>
                  <a:ext cx="25776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5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A30F8D8B-64A7-4A7B-B674-C2712EB9EA6A}"/>
                    </a:ext>
                  </a:extLst>
                </p14:cNvPr>
                <p14:cNvContentPartPr/>
                <p14:nvPr/>
              </p14:nvContentPartPr>
              <p14:xfrm>
                <a:off x="6314623" y="4869345"/>
                <a:ext cx="149760" cy="43848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A30F8D8B-64A7-4A7B-B674-C2712EB9EA6A}"/>
                    </a:ext>
                  </a:extLst>
                </p:cNvPr>
                <p:cNvPicPr/>
                <p:nvPr/>
              </p:nvPicPr>
              <p:blipFill>
                <a:blip r:embed="rId176"/>
                <a:stretch>
                  <a:fillRect/>
                </a:stretch>
              </p:blipFill>
              <p:spPr>
                <a:xfrm>
                  <a:off x="6296623" y="4851345"/>
                  <a:ext cx="185400" cy="47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7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E556AC03-A394-486C-A59E-22552626FF11}"/>
                    </a:ext>
                  </a:extLst>
                </p14:cNvPr>
                <p14:cNvContentPartPr/>
                <p14:nvPr/>
              </p14:nvContentPartPr>
              <p14:xfrm>
                <a:off x="6485263" y="4854225"/>
                <a:ext cx="11160" cy="22320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E556AC03-A394-486C-A59E-22552626FF11}"/>
                    </a:ext>
                  </a:extLst>
                </p:cNvPr>
                <p:cNvPicPr/>
                <p:nvPr/>
              </p:nvPicPr>
              <p:blipFill>
                <a:blip r:embed="rId178"/>
                <a:stretch>
                  <a:fillRect/>
                </a:stretch>
              </p:blipFill>
              <p:spPr>
                <a:xfrm>
                  <a:off x="6467263" y="4836225"/>
                  <a:ext cx="46800" cy="25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2E0966D9-39CF-49AD-A4E0-F346B1FAC223}"/>
                    </a:ext>
                  </a:extLst>
                </p14:cNvPr>
                <p14:cNvContentPartPr/>
                <p14:nvPr/>
              </p14:nvContentPartPr>
              <p14:xfrm>
                <a:off x="6692263" y="5084265"/>
                <a:ext cx="482400" cy="231840"/>
              </p14:xfrm>
            </p:contentPart>
          </mc:Choice>
          <mc:Fallback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2E0966D9-39CF-49AD-A4E0-F346B1FAC223}"/>
                    </a:ext>
                  </a:extLst>
                </p:cNvPr>
                <p:cNvPicPr/>
                <p:nvPr/>
              </p:nvPicPr>
              <p:blipFill>
                <a:blip r:embed="rId180"/>
                <a:stretch>
                  <a:fillRect/>
                </a:stretch>
              </p:blipFill>
              <p:spPr>
                <a:xfrm>
                  <a:off x="6674263" y="5066265"/>
                  <a:ext cx="518040" cy="26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60C2237B-12E5-4A29-A6B0-CC35955B8DE4}"/>
                    </a:ext>
                  </a:extLst>
                </p14:cNvPr>
                <p14:cNvContentPartPr/>
                <p14:nvPr/>
              </p14:nvContentPartPr>
              <p14:xfrm>
                <a:off x="7351423" y="4871505"/>
                <a:ext cx="1086120" cy="600120"/>
              </p14:xfrm>
            </p:contentPart>
          </mc:Choice>
          <mc:Fallback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60C2237B-12E5-4A29-A6B0-CC35955B8DE4}"/>
                    </a:ext>
                  </a:extLst>
                </p:cNvPr>
                <p:cNvPicPr/>
                <p:nvPr/>
              </p:nvPicPr>
              <p:blipFill>
                <a:blip r:embed="rId182"/>
                <a:stretch>
                  <a:fillRect/>
                </a:stretch>
              </p:blipFill>
              <p:spPr>
                <a:xfrm>
                  <a:off x="7333423" y="4853865"/>
                  <a:ext cx="1121760" cy="63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3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6E48D5F-1BCC-46D1-B8D8-A0F284B504E2}"/>
                    </a:ext>
                  </a:extLst>
                </p14:cNvPr>
                <p14:cNvContentPartPr/>
                <p14:nvPr/>
              </p14:nvContentPartPr>
              <p14:xfrm>
                <a:off x="8675863" y="5041425"/>
                <a:ext cx="174960" cy="22248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6E48D5F-1BCC-46D1-B8D8-A0F284B504E2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8657863" y="5023425"/>
                  <a:ext cx="2106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79BCCE7-EF3C-418C-9B08-9645DDD23AEA}"/>
                    </a:ext>
                  </a:extLst>
                </p14:cNvPr>
                <p14:cNvContentPartPr/>
                <p14:nvPr/>
              </p14:nvContentPartPr>
              <p14:xfrm>
                <a:off x="8878903" y="4941345"/>
                <a:ext cx="127800" cy="569520"/>
              </p14:xfrm>
            </p:contentPart>
          </mc:Choice>
          <mc:Fallback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79BCCE7-EF3C-418C-9B08-9645DDD23AEA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8860903" y="4923705"/>
                  <a:ext cx="16344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7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33076AF8-D79B-4055-B8AA-406AB57AC150}"/>
                    </a:ext>
                  </a:extLst>
                </p14:cNvPr>
                <p14:cNvContentPartPr/>
                <p14:nvPr/>
              </p14:nvContentPartPr>
              <p14:xfrm>
                <a:off x="9028663" y="5059065"/>
                <a:ext cx="200520" cy="43416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33076AF8-D79B-4055-B8AA-406AB57AC15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9010663" y="5041425"/>
                  <a:ext cx="236160" cy="46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AA073658-5C2C-45F6-9B31-371DCC298E60}"/>
                    </a:ext>
                  </a:extLst>
                </p14:cNvPr>
                <p14:cNvContentPartPr/>
                <p14:nvPr/>
              </p14:nvContentPartPr>
              <p14:xfrm>
                <a:off x="9270943" y="4955385"/>
                <a:ext cx="126000" cy="34992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AA073658-5C2C-45F6-9B31-371DCC298E6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9253303" y="4937745"/>
                  <a:ext cx="1616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99CEE3CD-FE2D-4BEF-A7B6-68856C885687}"/>
                    </a:ext>
                  </a:extLst>
                </p14:cNvPr>
                <p14:cNvContentPartPr/>
                <p14:nvPr/>
              </p14:nvContentPartPr>
              <p14:xfrm>
                <a:off x="9290383" y="5267145"/>
                <a:ext cx="132480" cy="19044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99CEE3CD-FE2D-4BEF-A7B6-68856C885687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9272743" y="5249145"/>
                  <a:ext cx="1681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3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29AA4FAD-9632-4C64-9B10-2C7B01E9E95A}"/>
                    </a:ext>
                  </a:extLst>
                </p14:cNvPr>
                <p14:cNvContentPartPr/>
                <p14:nvPr/>
              </p14:nvContentPartPr>
              <p14:xfrm>
                <a:off x="9437983" y="4924065"/>
                <a:ext cx="12600" cy="18612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29AA4FAD-9632-4C64-9B10-2C7B01E9E95A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9420343" y="4906425"/>
                  <a:ext cx="482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5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5D2DEA7C-E6AA-48B1-8922-6027579B913B}"/>
                    </a:ext>
                  </a:extLst>
                </p14:cNvPr>
                <p14:cNvContentPartPr/>
                <p14:nvPr/>
              </p14:nvContentPartPr>
              <p14:xfrm>
                <a:off x="9292543" y="4863225"/>
                <a:ext cx="288360" cy="222840"/>
              </p14:xfrm>
            </p:contentPart>
          </mc:Choice>
          <mc:Fallback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5D2DEA7C-E6AA-48B1-8922-6027579B913B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9274903" y="4845225"/>
                  <a:ext cx="32400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7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87DF6C02-1B23-4D71-B73D-1DD703667793}"/>
                    </a:ext>
                  </a:extLst>
                </p14:cNvPr>
                <p14:cNvContentPartPr/>
                <p14:nvPr/>
              </p14:nvContentPartPr>
              <p14:xfrm>
                <a:off x="9450583" y="5150145"/>
                <a:ext cx="175320" cy="17640"/>
              </p14:xfrm>
            </p:contentPart>
          </mc:Choice>
          <mc:Fallback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87DF6C02-1B23-4D71-B73D-1DD703667793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9432583" y="5132145"/>
                  <a:ext cx="210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9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9C786E11-3CDA-4802-841E-1984B5CABC1A}"/>
                    </a:ext>
                  </a:extLst>
                </p14:cNvPr>
                <p14:cNvContentPartPr/>
                <p14:nvPr/>
              </p14:nvContentPartPr>
              <p14:xfrm>
                <a:off x="9561463" y="5225025"/>
                <a:ext cx="143280" cy="196560"/>
              </p14:xfrm>
            </p:contentPart>
          </mc:Choice>
          <mc:Fallback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9C786E11-3CDA-4802-841E-1984B5CABC1A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9543463" y="5207385"/>
                  <a:ext cx="17892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B582373C-E51D-466E-BA79-5DFD02A97711}"/>
                    </a:ext>
                  </a:extLst>
                </p14:cNvPr>
                <p14:cNvContentPartPr/>
                <p14:nvPr/>
              </p14:nvContentPartPr>
              <p14:xfrm>
                <a:off x="8803303" y="5342745"/>
                <a:ext cx="190800" cy="1591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B582373C-E51D-466E-BA79-5DFD02A97711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8785663" y="5325105"/>
                  <a:ext cx="226440" cy="1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03">
            <p14:nvContentPartPr>
              <p14:cNvPr id="195" name="Ink 194">
                <a:extLst>
                  <a:ext uri="{FF2B5EF4-FFF2-40B4-BE49-F238E27FC236}">
                    <a16:creationId xmlns:a16="http://schemas.microsoft.com/office/drawing/2014/main" id="{3422C843-210C-4249-B827-D1471CDD31EB}"/>
                  </a:ext>
                </a:extLst>
              </p14:cNvPr>
              <p14:cNvContentPartPr/>
              <p14:nvPr/>
            </p14:nvContentPartPr>
            <p14:xfrm>
              <a:off x="2559823" y="3136665"/>
              <a:ext cx="2665440" cy="1546560"/>
            </p14:xfrm>
          </p:contentPart>
        </mc:Choice>
        <mc:Fallback>
          <p:pic>
            <p:nvPicPr>
              <p:cNvPr id="195" name="Ink 194">
                <a:extLst>
                  <a:ext uri="{FF2B5EF4-FFF2-40B4-BE49-F238E27FC236}">
                    <a16:creationId xmlns:a16="http://schemas.microsoft.com/office/drawing/2014/main" id="{3422C843-210C-4249-B827-D1471CDD31EB}"/>
                  </a:ext>
                </a:extLst>
              </p:cNvPr>
              <p:cNvPicPr/>
              <p:nvPr/>
            </p:nvPicPr>
            <p:blipFill>
              <a:blip r:embed="rId204"/>
              <a:stretch>
                <a:fillRect/>
              </a:stretch>
            </p:blipFill>
            <p:spPr>
              <a:xfrm>
                <a:off x="2542183" y="3118665"/>
                <a:ext cx="2701080" cy="15822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5" name="Group 204">
            <a:extLst>
              <a:ext uri="{FF2B5EF4-FFF2-40B4-BE49-F238E27FC236}">
                <a16:creationId xmlns:a16="http://schemas.microsoft.com/office/drawing/2014/main" id="{CF401B08-E0BF-4823-BBF3-4E99C5ACA001}"/>
              </a:ext>
            </a:extLst>
          </p:cNvPr>
          <p:cNvGrpSpPr/>
          <p:nvPr/>
        </p:nvGrpSpPr>
        <p:grpSpPr>
          <a:xfrm>
            <a:off x="730663" y="5618505"/>
            <a:ext cx="1676160" cy="809280"/>
            <a:chOff x="730663" y="5618505"/>
            <a:chExt cx="1676160" cy="809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4AB2D9AD-60E0-4BF5-9631-5ABEAB819C67}"/>
                    </a:ext>
                  </a:extLst>
                </p14:cNvPr>
                <p14:cNvContentPartPr/>
                <p14:nvPr/>
              </p14:nvContentPartPr>
              <p14:xfrm>
                <a:off x="730663" y="5666025"/>
                <a:ext cx="277200" cy="52020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4AB2D9AD-60E0-4BF5-9631-5ABEAB819C67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713023" y="5648025"/>
                  <a:ext cx="312840" cy="55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7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2B318F73-E407-4DB4-9B6D-46519B56CA41}"/>
                    </a:ext>
                  </a:extLst>
                </p14:cNvPr>
                <p14:cNvContentPartPr/>
                <p14:nvPr/>
              </p14:nvContentPartPr>
              <p14:xfrm>
                <a:off x="1271383" y="6207105"/>
                <a:ext cx="360" cy="36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2B318F73-E407-4DB4-9B6D-46519B56CA4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253743" y="61894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DCC6595A-6773-4D8C-B1E3-B192821299E7}"/>
                    </a:ext>
                  </a:extLst>
                </p14:cNvPr>
                <p14:cNvContentPartPr/>
                <p14:nvPr/>
              </p14:nvContentPartPr>
              <p14:xfrm>
                <a:off x="1614823" y="5848545"/>
                <a:ext cx="38880" cy="286200"/>
              </p14:xfrm>
            </p:contentPart>
          </mc:Choice>
          <mc:Fallback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DCC6595A-6773-4D8C-B1E3-B192821299E7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597183" y="5830545"/>
                  <a:ext cx="745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90065A95-DC8D-4388-BAC8-592DB3DCF577}"/>
                    </a:ext>
                  </a:extLst>
                </p14:cNvPr>
                <p14:cNvContentPartPr/>
                <p14:nvPr/>
              </p14:nvContentPartPr>
              <p14:xfrm>
                <a:off x="1341943" y="5811465"/>
                <a:ext cx="514080" cy="69120"/>
              </p14:xfrm>
            </p:contentPart>
          </mc:Choice>
          <mc:Fallback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90065A95-DC8D-4388-BAC8-592DB3DCF577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1323943" y="5793825"/>
                  <a:ext cx="549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3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3A873AD4-BE3F-4510-9BA3-59889BE5A899}"/>
                    </a:ext>
                  </a:extLst>
                </p14:cNvPr>
                <p14:cNvContentPartPr/>
                <p14:nvPr/>
              </p14:nvContentPartPr>
              <p14:xfrm>
                <a:off x="1525183" y="6108825"/>
                <a:ext cx="378000" cy="3024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3A873AD4-BE3F-4510-9BA3-59889BE5A899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1507543" y="6090825"/>
                  <a:ext cx="4136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5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277C7E6D-673C-4E78-B13D-AE8875B85B5C}"/>
                    </a:ext>
                  </a:extLst>
                </p14:cNvPr>
                <p14:cNvContentPartPr/>
                <p14:nvPr/>
              </p14:nvContentPartPr>
              <p14:xfrm>
                <a:off x="1927663" y="6021345"/>
                <a:ext cx="201600" cy="35208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277C7E6D-673C-4E78-B13D-AE8875B85B5C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1910023" y="6003705"/>
                  <a:ext cx="2372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AFA13F0-7279-48E7-9CA0-8E1445C8699B}"/>
                    </a:ext>
                  </a:extLst>
                </p14:cNvPr>
                <p14:cNvContentPartPr/>
                <p14:nvPr/>
              </p14:nvContentPartPr>
              <p14:xfrm>
                <a:off x="2227183" y="6191625"/>
                <a:ext cx="179640" cy="23616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AFA13F0-7279-48E7-9CA0-8E1445C8699B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2209183" y="6173625"/>
                  <a:ext cx="21528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9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08308775-5C28-45BB-9203-80EC6FB89A78}"/>
                    </a:ext>
                  </a:extLst>
                </p14:cNvPr>
                <p14:cNvContentPartPr/>
                <p14:nvPr/>
              </p14:nvContentPartPr>
              <p14:xfrm>
                <a:off x="1407823" y="5618505"/>
                <a:ext cx="444240" cy="6192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08308775-5C28-45BB-9203-80EC6FB89A78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1390183" y="5600865"/>
                  <a:ext cx="479880" cy="97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A789A93B-6DDD-48A6-8B19-349816B4C62D}"/>
              </a:ext>
            </a:extLst>
          </p:cNvPr>
          <p:cNvGrpSpPr/>
          <p:nvPr/>
        </p:nvGrpSpPr>
        <p:grpSpPr>
          <a:xfrm>
            <a:off x="2566303" y="5609865"/>
            <a:ext cx="6054840" cy="840960"/>
            <a:chOff x="2566303" y="5609865"/>
            <a:chExt cx="6054840" cy="84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1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EFB31AEE-F03D-4BFE-8319-F84915B71555}"/>
                    </a:ext>
                  </a:extLst>
                </p14:cNvPr>
                <p14:cNvContentPartPr/>
                <p14:nvPr/>
              </p14:nvContentPartPr>
              <p14:xfrm>
                <a:off x="2566303" y="5882385"/>
                <a:ext cx="293400" cy="2397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EFB31AEE-F03D-4BFE-8319-F84915B71555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2548663" y="5864385"/>
                  <a:ext cx="329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3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CAE65B03-9064-4314-BA82-593AF3152828}"/>
                    </a:ext>
                  </a:extLst>
                </p14:cNvPr>
                <p14:cNvContentPartPr/>
                <p14:nvPr/>
              </p14:nvContentPartPr>
              <p14:xfrm>
                <a:off x="2880223" y="5684385"/>
                <a:ext cx="111240" cy="445680"/>
              </p14:xfrm>
            </p:contentPart>
          </mc:Choice>
          <mc:Fallback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CAE65B03-9064-4314-BA82-593AF3152828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2862223" y="5666385"/>
                  <a:ext cx="14688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5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4778218-A486-44A2-B248-DCD74D202E38}"/>
                    </a:ext>
                  </a:extLst>
                </p14:cNvPr>
                <p14:cNvContentPartPr/>
                <p14:nvPr/>
              </p14:nvContentPartPr>
              <p14:xfrm>
                <a:off x="2890663" y="5861505"/>
                <a:ext cx="177480" cy="374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4778218-A486-44A2-B248-DCD74D202E38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2872663" y="5843505"/>
                  <a:ext cx="213120" cy="7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7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25A6F98A-4A9E-4A47-BEBD-77AF021231AA}"/>
                    </a:ext>
                  </a:extLst>
                </p14:cNvPr>
                <p14:cNvContentPartPr/>
                <p14:nvPr/>
              </p14:nvContentPartPr>
              <p14:xfrm>
                <a:off x="3255343" y="5907225"/>
                <a:ext cx="380160" cy="270360"/>
              </p14:xfrm>
            </p:contentPart>
          </mc:Choice>
          <mc:Fallback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25A6F98A-4A9E-4A47-BEBD-77AF021231AA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3237343" y="5889225"/>
                  <a:ext cx="41580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9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16BC320F-06E1-4900-84AA-C4B3217EC22A}"/>
                    </a:ext>
                  </a:extLst>
                </p14:cNvPr>
                <p14:cNvContentPartPr/>
                <p14:nvPr/>
              </p14:nvContentPartPr>
              <p14:xfrm>
                <a:off x="3839983" y="5912625"/>
                <a:ext cx="313920" cy="194760"/>
              </p14:xfrm>
            </p:contentPart>
          </mc:Choice>
          <mc:Fallback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16BC320F-06E1-4900-84AA-C4B3217EC22A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3821983" y="5894625"/>
                  <a:ext cx="34956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1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B8522D5E-4499-4C0D-BF46-CDBF5882E4EC}"/>
                    </a:ext>
                  </a:extLst>
                </p14:cNvPr>
                <p14:cNvContentPartPr/>
                <p14:nvPr/>
              </p14:nvContentPartPr>
              <p14:xfrm>
                <a:off x="4082983" y="5669985"/>
                <a:ext cx="134640" cy="426960"/>
              </p14:xfrm>
            </p:contentPart>
          </mc:Choice>
          <mc:Fallback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B8522D5E-4499-4C0D-BF46-CDBF5882E4E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4065343" y="5652345"/>
                  <a:ext cx="1702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3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250FADBF-1E4B-493F-82B7-34854D9162B7}"/>
                    </a:ext>
                  </a:extLst>
                </p14:cNvPr>
                <p14:cNvContentPartPr/>
                <p14:nvPr/>
              </p14:nvContentPartPr>
              <p14:xfrm>
                <a:off x="4151383" y="5916585"/>
                <a:ext cx="619200" cy="21528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250FADBF-1E4B-493F-82B7-34854D9162B7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4133383" y="5898945"/>
                  <a:ext cx="65484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5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7BAE8039-7301-4031-B74D-905C93B70642}"/>
                    </a:ext>
                  </a:extLst>
                </p14:cNvPr>
                <p14:cNvContentPartPr/>
                <p14:nvPr/>
              </p14:nvContentPartPr>
              <p14:xfrm>
                <a:off x="4727383" y="5647305"/>
                <a:ext cx="119880" cy="43740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7BAE8039-7301-4031-B74D-905C93B70642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4709383" y="5629305"/>
                  <a:ext cx="155520" cy="47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7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7ACC021-27CB-4093-A936-E498F1CEE370}"/>
                    </a:ext>
                  </a:extLst>
                </p14:cNvPr>
                <p14:cNvContentPartPr/>
                <p14:nvPr/>
              </p14:nvContentPartPr>
              <p14:xfrm>
                <a:off x="5072983" y="5882385"/>
                <a:ext cx="542160" cy="26424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7ACC021-27CB-4093-A936-E498F1CEE370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5054983" y="5864385"/>
                  <a:ext cx="57780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9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7830CC02-9757-45D3-A845-B13535EE4083}"/>
                    </a:ext>
                  </a:extLst>
                </p14:cNvPr>
                <p14:cNvContentPartPr/>
                <p14:nvPr/>
              </p14:nvContentPartPr>
              <p14:xfrm>
                <a:off x="5906743" y="5852865"/>
                <a:ext cx="169200" cy="281880"/>
              </p14:xfrm>
            </p:contentPart>
          </mc:Choice>
          <mc:Fallback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7830CC02-9757-45D3-A845-B13535EE4083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5888743" y="5835225"/>
                  <a:ext cx="20484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1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53703197-1F49-4620-924F-2C78C0B0B3BB}"/>
                    </a:ext>
                  </a:extLst>
                </p14:cNvPr>
                <p14:cNvContentPartPr/>
                <p14:nvPr/>
              </p14:nvContentPartPr>
              <p14:xfrm>
                <a:off x="5855983" y="6008745"/>
                <a:ext cx="147600" cy="23400"/>
              </p14:xfrm>
            </p:contentPart>
          </mc:Choice>
          <mc:Fallback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53703197-1F49-4620-924F-2C78C0B0B3BB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5837983" y="5990745"/>
                  <a:ext cx="183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3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6CF27C2E-5574-44E2-9EAF-45105F9533ED}"/>
                    </a:ext>
                  </a:extLst>
                </p14:cNvPr>
                <p14:cNvContentPartPr/>
                <p14:nvPr/>
              </p14:nvContentPartPr>
              <p14:xfrm>
                <a:off x="5727823" y="5758545"/>
                <a:ext cx="335160" cy="170280"/>
              </p14:xfrm>
            </p:contentPart>
          </mc:Choice>
          <mc:Fallback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6CF27C2E-5574-44E2-9EAF-45105F9533ED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5710183" y="5740905"/>
                  <a:ext cx="37080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5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77627FA-5997-409C-9E59-A391BCBE7523}"/>
                    </a:ext>
                  </a:extLst>
                </p14:cNvPr>
                <p14:cNvContentPartPr/>
                <p14:nvPr/>
              </p14:nvContentPartPr>
              <p14:xfrm>
                <a:off x="6286183" y="5965905"/>
                <a:ext cx="223560" cy="164880"/>
              </p14:xfrm>
            </p:contentPart>
          </mc:Choice>
          <mc:Fallback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77627FA-5997-409C-9E59-A391BCBE7523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6268183" y="5947905"/>
                  <a:ext cx="25920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7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52F075B8-5CE6-43A6-8044-78304FDFB369}"/>
                    </a:ext>
                  </a:extLst>
                </p14:cNvPr>
                <p14:cNvContentPartPr/>
                <p14:nvPr/>
              </p14:nvContentPartPr>
              <p14:xfrm>
                <a:off x="6423343" y="5680065"/>
                <a:ext cx="333000" cy="424800"/>
              </p14:xfrm>
            </p:contentPart>
          </mc:Choice>
          <mc:Fallback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52F075B8-5CE6-43A6-8044-78304FDFB369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6405343" y="5662065"/>
                  <a:ext cx="368640" cy="46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9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E045EBC8-0B66-4DB2-88CB-91273F790355}"/>
                    </a:ext>
                  </a:extLst>
                </p14:cNvPr>
                <p14:cNvContentPartPr/>
                <p14:nvPr/>
              </p14:nvContentPartPr>
              <p14:xfrm>
                <a:off x="6955423" y="5912985"/>
                <a:ext cx="177480" cy="178920"/>
              </p14:xfrm>
            </p:contentPart>
          </mc:Choice>
          <mc:Fallback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E045EBC8-0B66-4DB2-88CB-91273F790355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6937783" y="5894985"/>
                  <a:ext cx="213120" cy="2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1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2FF8E586-4EAA-4233-A0DF-13D615CBD4FE}"/>
                    </a:ext>
                  </a:extLst>
                </p14:cNvPr>
                <p14:cNvContentPartPr/>
                <p14:nvPr/>
              </p14:nvContentPartPr>
              <p14:xfrm>
                <a:off x="7284463" y="5780145"/>
                <a:ext cx="191160" cy="398880"/>
              </p14:xfrm>
            </p:contentPart>
          </mc:Choice>
          <mc:Fallback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2FF8E586-4EAA-4233-A0DF-13D615CBD4FE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7266463" y="5762145"/>
                  <a:ext cx="22680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3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617E4C8A-18B8-4697-9564-7DB170FB5C4C}"/>
                    </a:ext>
                  </a:extLst>
                </p14:cNvPr>
                <p14:cNvContentPartPr/>
                <p14:nvPr/>
              </p14:nvContentPartPr>
              <p14:xfrm>
                <a:off x="7258903" y="6177225"/>
                <a:ext cx="126720" cy="138960"/>
              </p14:xfrm>
            </p:contentPart>
          </mc:Choice>
          <mc:Fallback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617E4C8A-18B8-4697-9564-7DB170FB5C4C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7241263" y="6159585"/>
                  <a:ext cx="16236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5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58F7222-0A8B-4D24-8C03-5FB4ECA7C35A}"/>
                    </a:ext>
                  </a:extLst>
                </p14:cNvPr>
                <p14:cNvContentPartPr/>
                <p14:nvPr/>
              </p14:nvContentPartPr>
              <p14:xfrm>
                <a:off x="7527823" y="5785905"/>
                <a:ext cx="271800" cy="565560"/>
              </p14:xfrm>
            </p:contentPart>
          </mc:Choice>
          <mc:Fallback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58F7222-0A8B-4D24-8C03-5FB4ECA7C35A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7510183" y="5768265"/>
                  <a:ext cx="30744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7">
              <p14:nvContentPartPr>
                <p14:cNvPr id="228" name="Ink 227">
                  <a:extLst>
                    <a:ext uri="{FF2B5EF4-FFF2-40B4-BE49-F238E27FC236}">
                      <a16:creationId xmlns:a16="http://schemas.microsoft.com/office/drawing/2014/main" id="{ABC24FD5-AD66-4CB0-91B7-B00E0D559C85}"/>
                    </a:ext>
                  </a:extLst>
                </p14:cNvPr>
                <p14:cNvContentPartPr/>
                <p14:nvPr/>
              </p14:nvContentPartPr>
              <p14:xfrm>
                <a:off x="7875943" y="5609865"/>
                <a:ext cx="15120" cy="224640"/>
              </p14:xfrm>
            </p:contentPart>
          </mc:Choice>
          <mc:Fallback>
            <p:pic>
              <p:nvPicPr>
                <p:cNvPr id="228" name="Ink 227">
                  <a:extLst>
                    <a:ext uri="{FF2B5EF4-FFF2-40B4-BE49-F238E27FC236}">
                      <a16:creationId xmlns:a16="http://schemas.microsoft.com/office/drawing/2014/main" id="{ABC24FD5-AD66-4CB0-91B7-B00E0D559C85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7858303" y="5592225"/>
                  <a:ext cx="50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9">
              <p14:nvContentPartPr>
                <p14:cNvPr id="230" name="Ink 229">
                  <a:extLst>
                    <a:ext uri="{FF2B5EF4-FFF2-40B4-BE49-F238E27FC236}">
                      <a16:creationId xmlns:a16="http://schemas.microsoft.com/office/drawing/2014/main" id="{8B1AB23A-E05E-42AE-84A0-30046002F314}"/>
                    </a:ext>
                  </a:extLst>
                </p14:cNvPr>
                <p14:cNvContentPartPr/>
                <p14:nvPr/>
              </p14:nvContentPartPr>
              <p14:xfrm>
                <a:off x="8008783" y="5787345"/>
                <a:ext cx="162360" cy="336240"/>
              </p14:xfrm>
            </p:contentPart>
          </mc:Choice>
          <mc:Fallback>
            <p:pic>
              <p:nvPicPr>
                <p:cNvPr id="230" name="Ink 229">
                  <a:extLst>
                    <a:ext uri="{FF2B5EF4-FFF2-40B4-BE49-F238E27FC236}">
                      <a16:creationId xmlns:a16="http://schemas.microsoft.com/office/drawing/2014/main" id="{8B1AB23A-E05E-42AE-84A0-30046002F314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7990783" y="5769345"/>
                  <a:ext cx="19800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1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44238749-C915-473E-B0EF-EBE10C7FBB0E}"/>
                    </a:ext>
                  </a:extLst>
                </p14:cNvPr>
                <p14:cNvContentPartPr/>
                <p14:nvPr/>
              </p14:nvContentPartPr>
              <p14:xfrm>
                <a:off x="7972063" y="6128625"/>
                <a:ext cx="219960" cy="149040"/>
              </p14:xfrm>
            </p:contentPart>
          </mc:Choice>
          <mc:Fallback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44238749-C915-473E-B0EF-EBE10C7FBB0E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7954423" y="6110985"/>
                  <a:ext cx="255600" cy="1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3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832C8392-E187-4ABB-92C0-0F4A3BF666E3}"/>
                    </a:ext>
                  </a:extLst>
                </p14:cNvPr>
                <p14:cNvContentPartPr/>
                <p14:nvPr/>
              </p14:nvContentPartPr>
              <p14:xfrm>
                <a:off x="8296423" y="5702745"/>
                <a:ext cx="41040" cy="215280"/>
              </p14:xfrm>
            </p:contentPart>
          </mc:Choice>
          <mc:Fallback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832C8392-E187-4ABB-92C0-0F4A3BF666E3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8278423" y="5685105"/>
                  <a:ext cx="766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5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3D6F0F24-3CFA-4B1A-8D88-405E4D894EA8}"/>
                    </a:ext>
                  </a:extLst>
                </p14:cNvPr>
                <p14:cNvContentPartPr/>
                <p14:nvPr/>
              </p14:nvContentPartPr>
              <p14:xfrm>
                <a:off x="8125783" y="5694465"/>
                <a:ext cx="369720" cy="213120"/>
              </p14:xfrm>
            </p:contentPart>
          </mc:Choice>
          <mc:Fallback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3D6F0F24-3CFA-4B1A-8D88-405E4D894EA8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8107783" y="5676465"/>
                  <a:ext cx="4053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7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481CC99D-752A-4F28-B084-DCD7EEA52FC2}"/>
                    </a:ext>
                  </a:extLst>
                </p14:cNvPr>
                <p14:cNvContentPartPr/>
                <p14:nvPr/>
              </p14:nvContentPartPr>
              <p14:xfrm>
                <a:off x="8251423" y="5991105"/>
                <a:ext cx="311760" cy="27720"/>
              </p14:xfrm>
            </p:contentPart>
          </mc:Choice>
          <mc:Fallback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481CC99D-752A-4F28-B084-DCD7EEA52FC2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8233783" y="5973465"/>
                  <a:ext cx="347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9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B9057BA4-E617-4F96-9EA7-B711DC3053A7}"/>
                    </a:ext>
                  </a:extLst>
                </p14:cNvPr>
                <p14:cNvContentPartPr/>
                <p14:nvPr/>
              </p14:nvContentPartPr>
              <p14:xfrm>
                <a:off x="8315143" y="6177225"/>
                <a:ext cx="306000" cy="273600"/>
              </p14:xfrm>
            </p:contentPart>
          </mc:Choice>
          <mc:Fallback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B9057BA4-E617-4F96-9EA7-B711DC3053A7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8297143" y="6159225"/>
                  <a:ext cx="341640" cy="309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1">
            <p14:nvContentPartPr>
              <p14:cNvPr id="238" name="Ink 237">
                <a:extLst>
                  <a:ext uri="{FF2B5EF4-FFF2-40B4-BE49-F238E27FC236}">
                    <a16:creationId xmlns:a16="http://schemas.microsoft.com/office/drawing/2014/main" id="{B35EDBC3-7A70-46B7-990D-4714D4DB7727}"/>
                  </a:ext>
                </a:extLst>
              </p14:cNvPr>
              <p14:cNvContentPartPr/>
              <p14:nvPr/>
            </p14:nvContentPartPr>
            <p14:xfrm>
              <a:off x="2263183" y="3621225"/>
              <a:ext cx="126360" cy="146160"/>
            </p14:xfrm>
          </p:contentPart>
        </mc:Choice>
        <mc:Fallback>
          <p:pic>
            <p:nvPicPr>
              <p:cNvPr id="238" name="Ink 237">
                <a:extLst>
                  <a:ext uri="{FF2B5EF4-FFF2-40B4-BE49-F238E27FC236}">
                    <a16:creationId xmlns:a16="http://schemas.microsoft.com/office/drawing/2014/main" id="{B35EDBC3-7A70-46B7-990D-4714D4DB7727}"/>
                  </a:ext>
                </a:extLst>
              </p:cNvPr>
              <p:cNvPicPr/>
              <p:nvPr/>
            </p:nvPicPr>
            <p:blipFill>
              <a:blip r:embed="rId272"/>
              <a:stretch>
                <a:fillRect/>
              </a:stretch>
            </p:blipFill>
            <p:spPr>
              <a:xfrm>
                <a:off x="2245543" y="3603225"/>
                <a:ext cx="162000" cy="18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3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65D5B4F5-7378-48DA-BF1D-A64C99BDE56F}"/>
                  </a:ext>
                </a:extLst>
              </p14:cNvPr>
              <p14:cNvContentPartPr/>
              <p14:nvPr/>
            </p14:nvContentPartPr>
            <p14:xfrm>
              <a:off x="2150503" y="3032625"/>
              <a:ext cx="220320" cy="227880"/>
            </p14:xfrm>
          </p:contentPart>
        </mc:Choice>
        <mc:Fallback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65D5B4F5-7378-48DA-BF1D-A64C99BDE56F}"/>
                  </a:ext>
                </a:extLst>
              </p:cNvPr>
              <p:cNvPicPr/>
              <p:nvPr/>
            </p:nvPicPr>
            <p:blipFill>
              <a:blip r:embed="rId274"/>
              <a:stretch>
                <a:fillRect/>
              </a:stretch>
            </p:blipFill>
            <p:spPr>
              <a:xfrm>
                <a:off x="2132503" y="3014625"/>
                <a:ext cx="255960" cy="263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75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4AB6D750-DB7A-4743-B6F2-DE4EAAF67055}"/>
                  </a:ext>
                </a:extLst>
              </p14:cNvPr>
              <p14:cNvContentPartPr/>
              <p14:nvPr/>
            </p14:nvContentPartPr>
            <p14:xfrm>
              <a:off x="3965623" y="3598185"/>
              <a:ext cx="1265760" cy="1337040"/>
            </p14:xfrm>
          </p:contentPart>
        </mc:Choice>
        <mc:Fallback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4AB6D750-DB7A-4743-B6F2-DE4EAAF67055}"/>
                  </a:ext>
                </a:extLst>
              </p:cNvPr>
              <p:cNvPicPr/>
              <p:nvPr/>
            </p:nvPicPr>
            <p:blipFill>
              <a:blip r:embed="rId276"/>
              <a:stretch>
                <a:fillRect/>
              </a:stretch>
            </p:blipFill>
            <p:spPr>
              <a:xfrm>
                <a:off x="3947623" y="3490185"/>
                <a:ext cx="1301400" cy="155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7">
            <p14:nvContentPartPr>
              <p14:cNvPr id="242" name="Ink 241">
                <a:extLst>
                  <a:ext uri="{FF2B5EF4-FFF2-40B4-BE49-F238E27FC236}">
                    <a16:creationId xmlns:a16="http://schemas.microsoft.com/office/drawing/2014/main" id="{815D92DC-82C6-44C5-9CC4-AD84578D8900}"/>
                  </a:ext>
                </a:extLst>
              </p14:cNvPr>
              <p14:cNvContentPartPr/>
              <p14:nvPr/>
            </p14:nvContentPartPr>
            <p14:xfrm>
              <a:off x="2004343" y="3840465"/>
              <a:ext cx="2258280" cy="916560"/>
            </p14:xfrm>
          </p:contentPart>
        </mc:Choice>
        <mc:Fallback>
          <p:pic>
            <p:nvPicPr>
              <p:cNvPr id="242" name="Ink 241">
                <a:extLst>
                  <a:ext uri="{FF2B5EF4-FFF2-40B4-BE49-F238E27FC236}">
                    <a16:creationId xmlns:a16="http://schemas.microsoft.com/office/drawing/2014/main" id="{815D92DC-82C6-44C5-9CC4-AD84578D8900}"/>
                  </a:ext>
                </a:extLst>
              </p:cNvPr>
              <p:cNvPicPr/>
              <p:nvPr/>
            </p:nvPicPr>
            <p:blipFill>
              <a:blip r:embed="rId278"/>
              <a:stretch>
                <a:fillRect/>
              </a:stretch>
            </p:blipFill>
            <p:spPr>
              <a:xfrm>
                <a:off x="1986343" y="3822825"/>
                <a:ext cx="2293920" cy="95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68289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D3CCE16D-37FA-4786-AA85-E2D3601E2210}"/>
              </a:ext>
            </a:extLst>
          </p:cNvPr>
          <p:cNvGrpSpPr/>
          <p:nvPr/>
        </p:nvGrpSpPr>
        <p:grpSpPr>
          <a:xfrm>
            <a:off x="936583" y="1131825"/>
            <a:ext cx="2690280" cy="622800"/>
            <a:chOff x="936583" y="1131825"/>
            <a:chExt cx="2690280" cy="622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7640966-E63A-4E5F-87EF-0F62038FE245}"/>
                    </a:ext>
                  </a:extLst>
                </p14:cNvPr>
                <p14:cNvContentPartPr/>
                <p14:nvPr/>
              </p14:nvContentPartPr>
              <p14:xfrm>
                <a:off x="1151863" y="1220745"/>
                <a:ext cx="15120" cy="5050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7640966-E63A-4E5F-87EF-0F62038FE24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134223" y="1203105"/>
                  <a:ext cx="50760" cy="54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050DA59-D7B2-463A-AC5B-06E4B1D95FB6}"/>
                    </a:ext>
                  </a:extLst>
                </p14:cNvPr>
                <p14:cNvContentPartPr/>
                <p14:nvPr/>
              </p14:nvContentPartPr>
              <p14:xfrm>
                <a:off x="936583" y="1131825"/>
                <a:ext cx="393120" cy="227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050DA59-D7B2-463A-AC5B-06E4B1D95FB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8583" y="1114185"/>
                  <a:ext cx="42876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745FBB2-5271-4527-9684-62FC3FBFB9B5}"/>
                    </a:ext>
                  </a:extLst>
                </p14:cNvPr>
                <p14:cNvContentPartPr/>
                <p14:nvPr/>
              </p14:nvContentPartPr>
              <p14:xfrm>
                <a:off x="1363543" y="1238025"/>
                <a:ext cx="236880" cy="462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745FBB2-5271-4527-9684-62FC3FBFB9B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45543" y="1220385"/>
                  <a:ext cx="272520" cy="49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9D7AF44-BEE8-425B-88B8-E805545A2EFF}"/>
                    </a:ext>
                  </a:extLst>
                </p14:cNvPr>
                <p14:cNvContentPartPr/>
                <p14:nvPr/>
              </p14:nvContentPartPr>
              <p14:xfrm>
                <a:off x="1659823" y="1227945"/>
                <a:ext cx="79200" cy="443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9D7AF44-BEE8-425B-88B8-E805545A2EF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41823" y="1210305"/>
                  <a:ext cx="114840" cy="47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9AD6D44-94F3-4BCB-9386-E96073F7BDCA}"/>
                    </a:ext>
                  </a:extLst>
                </p14:cNvPr>
                <p14:cNvContentPartPr/>
                <p14:nvPr/>
              </p14:nvContentPartPr>
              <p14:xfrm>
                <a:off x="1676743" y="1256745"/>
                <a:ext cx="292680" cy="306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9AD6D44-94F3-4BCB-9386-E96073F7BDC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659103" y="1238745"/>
                  <a:ext cx="32832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1757F9B-DCA3-4321-ACDD-592D51382DAA}"/>
                    </a:ext>
                  </a:extLst>
                </p14:cNvPr>
                <p14:cNvContentPartPr/>
                <p14:nvPr/>
              </p14:nvContentPartPr>
              <p14:xfrm>
                <a:off x="1783303" y="1402185"/>
                <a:ext cx="264960" cy="3524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1757F9B-DCA3-4321-ACDD-592D51382DA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65663" y="1384545"/>
                  <a:ext cx="3006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3347BB48-0C26-463D-A0DE-E5821E76B004}"/>
                    </a:ext>
                  </a:extLst>
                </p14:cNvPr>
                <p14:cNvContentPartPr/>
                <p14:nvPr/>
              </p14:nvContentPartPr>
              <p14:xfrm>
                <a:off x="2363263" y="1436745"/>
                <a:ext cx="484920" cy="249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3347BB48-0C26-463D-A0DE-E5821E76B00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345623" y="1419105"/>
                  <a:ext cx="5205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9062E4-3248-43B5-A56B-9E24974A8C4E}"/>
                    </a:ext>
                  </a:extLst>
                </p14:cNvPr>
                <p14:cNvContentPartPr/>
                <p14:nvPr/>
              </p14:nvContentPartPr>
              <p14:xfrm>
                <a:off x="2995063" y="1348545"/>
                <a:ext cx="345960" cy="3643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9062E4-3248-43B5-A56B-9E24974A8C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77423" y="1330545"/>
                  <a:ext cx="38160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C7CDA84-952F-4D9C-9071-D6C0425A390D}"/>
                    </a:ext>
                  </a:extLst>
                </p14:cNvPr>
                <p14:cNvContentPartPr/>
                <p14:nvPr/>
              </p14:nvContentPartPr>
              <p14:xfrm>
                <a:off x="3571063" y="1512345"/>
                <a:ext cx="55800" cy="1774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C7CDA84-952F-4D9C-9071-D6C0425A390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53423" y="1494705"/>
                  <a:ext cx="91440" cy="213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1DD58BA4-91F8-40B4-9A90-769C762C16FD}"/>
              </a:ext>
            </a:extLst>
          </p:cNvPr>
          <p:cNvGrpSpPr/>
          <p:nvPr/>
        </p:nvGrpSpPr>
        <p:grpSpPr>
          <a:xfrm>
            <a:off x="4166143" y="1085025"/>
            <a:ext cx="4477320" cy="891000"/>
            <a:chOff x="4166143" y="1085025"/>
            <a:chExt cx="4477320" cy="89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377DC55-7ED7-43F4-BA3D-11CE1BDC1A92}"/>
                    </a:ext>
                  </a:extLst>
                </p14:cNvPr>
                <p14:cNvContentPartPr/>
                <p14:nvPr/>
              </p14:nvContentPartPr>
              <p14:xfrm>
                <a:off x="4492663" y="1407945"/>
                <a:ext cx="30240" cy="286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377DC55-7ED7-43F4-BA3D-11CE1BDC1A9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75023" y="1390305"/>
                  <a:ext cx="6588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98D3BC4-53E8-4676-A340-8C876C351CEE}"/>
                    </a:ext>
                  </a:extLst>
                </p14:cNvPr>
                <p14:cNvContentPartPr/>
                <p14:nvPr/>
              </p14:nvContentPartPr>
              <p14:xfrm>
                <a:off x="4311223" y="1349625"/>
                <a:ext cx="414360" cy="702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98D3BC4-53E8-4676-A340-8C876C351CE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293583" y="1331625"/>
                  <a:ext cx="45000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3EC98192-5863-42A9-8B87-553D91FBD41D}"/>
                    </a:ext>
                  </a:extLst>
                </p14:cNvPr>
                <p14:cNvContentPartPr/>
                <p14:nvPr/>
              </p14:nvContentPartPr>
              <p14:xfrm>
                <a:off x="4311223" y="1705305"/>
                <a:ext cx="369360" cy="10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3EC98192-5863-42A9-8B87-553D91FBD41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93583" y="1687305"/>
                  <a:ext cx="4050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AE9B080-2F81-4A98-B3D2-3879A8A79F91}"/>
                    </a:ext>
                  </a:extLst>
                </p14:cNvPr>
                <p14:cNvContentPartPr/>
                <p14:nvPr/>
              </p14:nvContentPartPr>
              <p14:xfrm>
                <a:off x="4746463" y="1602345"/>
                <a:ext cx="190080" cy="2509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AE9B080-2F81-4A98-B3D2-3879A8A79F91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728823" y="1584705"/>
                  <a:ext cx="22572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8578E9-415F-41A8-B7B4-13F4F187D336}"/>
                    </a:ext>
                  </a:extLst>
                </p14:cNvPr>
                <p14:cNvContentPartPr/>
                <p14:nvPr/>
              </p14:nvContentPartPr>
              <p14:xfrm>
                <a:off x="4780663" y="1553745"/>
                <a:ext cx="239400" cy="219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8578E9-415F-41A8-B7B4-13F4F187D33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63023" y="1536105"/>
                  <a:ext cx="2750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440AAE2-50F0-441A-A9FE-72E238BB0948}"/>
                    </a:ext>
                  </a:extLst>
                </p14:cNvPr>
                <p14:cNvContentPartPr/>
                <p14:nvPr/>
              </p14:nvContentPartPr>
              <p14:xfrm>
                <a:off x="4166143" y="1085025"/>
                <a:ext cx="612720" cy="244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440AAE2-50F0-441A-A9FE-72E238BB094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48503" y="1067385"/>
                  <a:ext cx="64836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64492C3-EDF9-4227-8949-FE3F71875028}"/>
                    </a:ext>
                  </a:extLst>
                </p14:cNvPr>
                <p14:cNvContentPartPr/>
                <p14:nvPr/>
              </p14:nvContentPartPr>
              <p14:xfrm>
                <a:off x="5190343" y="1449345"/>
                <a:ext cx="335160" cy="31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64492C3-EDF9-4227-8949-FE3F7187502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72343" y="1431705"/>
                  <a:ext cx="370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0004CC2-6FF5-4034-BBA0-0059AFCC59C8}"/>
                    </a:ext>
                  </a:extLst>
                </p14:cNvPr>
                <p14:cNvContentPartPr/>
                <p14:nvPr/>
              </p14:nvContentPartPr>
              <p14:xfrm>
                <a:off x="5264863" y="1576785"/>
                <a:ext cx="337320" cy="3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0004CC2-6FF5-4034-BBA0-0059AFCC59C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47223" y="1558785"/>
                  <a:ext cx="37296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7B79EE5-B129-499E-B449-DF682EC43465}"/>
                    </a:ext>
                  </a:extLst>
                </p14:cNvPr>
                <p14:cNvContentPartPr/>
                <p14:nvPr/>
              </p14:nvContentPartPr>
              <p14:xfrm>
                <a:off x="5715223" y="1242345"/>
                <a:ext cx="467640" cy="404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7B79EE5-B129-499E-B449-DF682EC4346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697223" y="1224345"/>
                  <a:ext cx="503280" cy="44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0AC4991-57ED-48BC-81B5-9DE1109CB539}"/>
                    </a:ext>
                  </a:extLst>
                </p14:cNvPr>
                <p14:cNvContentPartPr/>
                <p14:nvPr/>
              </p14:nvContentPartPr>
              <p14:xfrm>
                <a:off x="5783263" y="1598025"/>
                <a:ext cx="461160" cy="316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0AC4991-57ED-48BC-81B5-9DE1109CB53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65623" y="1580385"/>
                  <a:ext cx="4968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7DF529F-B4FD-4BA6-ABDC-F05187F11B31}"/>
                    </a:ext>
                  </a:extLst>
                </p14:cNvPr>
                <p14:cNvContentPartPr/>
                <p14:nvPr/>
              </p14:nvContentPartPr>
              <p14:xfrm>
                <a:off x="6308143" y="1439265"/>
                <a:ext cx="162360" cy="4795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7DF529F-B4FD-4BA6-ABDC-F05187F11B3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290143" y="1421625"/>
                  <a:ext cx="1980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7D23B0-730B-41E9-B3FC-56687B84A2A1}"/>
                    </a:ext>
                  </a:extLst>
                </p14:cNvPr>
                <p14:cNvContentPartPr/>
                <p14:nvPr/>
              </p14:nvContentPartPr>
              <p14:xfrm>
                <a:off x="6590023" y="1753905"/>
                <a:ext cx="245520" cy="2221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7D23B0-730B-41E9-B3FC-56687B84A2A1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572383" y="1735905"/>
                  <a:ext cx="281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2BD9CDE-9852-43A4-97C0-89C34C16F031}"/>
                    </a:ext>
                  </a:extLst>
                </p14:cNvPr>
                <p14:cNvContentPartPr/>
                <p14:nvPr/>
              </p14:nvContentPartPr>
              <p14:xfrm>
                <a:off x="5676703" y="1116705"/>
                <a:ext cx="559440" cy="28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2BD9CDE-9852-43A4-97C0-89C34C16F03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658703" y="1098705"/>
                  <a:ext cx="59508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60A902A-10EF-4814-B537-1DA0213126CF}"/>
                    </a:ext>
                  </a:extLst>
                </p14:cNvPr>
                <p14:cNvContentPartPr/>
                <p14:nvPr/>
              </p14:nvContentPartPr>
              <p14:xfrm>
                <a:off x="7227583" y="1441065"/>
                <a:ext cx="21600" cy="342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60A902A-10EF-4814-B537-1DA0213126C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209943" y="1423065"/>
                  <a:ext cx="5724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A8AD08F-9778-4E3C-B9B9-08BD2A563018}"/>
                    </a:ext>
                  </a:extLst>
                </p14:cNvPr>
                <p14:cNvContentPartPr/>
                <p14:nvPr/>
              </p14:nvContentPartPr>
              <p14:xfrm>
                <a:off x="7086823" y="1632225"/>
                <a:ext cx="318240" cy="23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A8AD08F-9778-4E3C-B9B9-08BD2A56301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068823" y="1614585"/>
                  <a:ext cx="353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AFAE25-AE0D-4B93-A83C-08CBB054AF8A}"/>
                    </a:ext>
                  </a:extLst>
                </p14:cNvPr>
                <p14:cNvContentPartPr/>
                <p14:nvPr/>
              </p14:nvContentPartPr>
              <p14:xfrm>
                <a:off x="7779823" y="1322265"/>
                <a:ext cx="45360" cy="3596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AFAE25-AE0D-4B93-A83C-08CBB054AF8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762183" y="1304625"/>
                  <a:ext cx="8100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83F0E74-F4F9-4502-9E7C-822AE4AF338E}"/>
                    </a:ext>
                  </a:extLst>
                </p14:cNvPr>
                <p14:cNvContentPartPr/>
                <p14:nvPr/>
              </p14:nvContentPartPr>
              <p14:xfrm>
                <a:off x="7590103" y="1267905"/>
                <a:ext cx="510120" cy="273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83F0E74-F4F9-4502-9E7C-822AE4AF338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572463" y="1250265"/>
                  <a:ext cx="54576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C9138978-0911-406B-B886-F0B8ECC34D2B}"/>
                    </a:ext>
                  </a:extLst>
                </p14:cNvPr>
                <p14:cNvContentPartPr/>
                <p14:nvPr/>
              </p14:nvContentPartPr>
              <p14:xfrm>
                <a:off x="7567063" y="1718265"/>
                <a:ext cx="475920" cy="406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C9138978-0911-406B-B886-F0B8ECC34D2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549063" y="1700265"/>
                  <a:ext cx="51156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AB8C44-7DF0-4096-ACD0-C3FC51BF6F46}"/>
                    </a:ext>
                  </a:extLst>
                </p14:cNvPr>
                <p14:cNvContentPartPr/>
                <p14:nvPr/>
              </p14:nvContentPartPr>
              <p14:xfrm>
                <a:off x="8125783" y="1569585"/>
                <a:ext cx="196560" cy="307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AB8C44-7DF0-4096-ACD0-C3FC51BF6F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108143" y="1551585"/>
                  <a:ext cx="2322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0FEEAD1-E64D-4F84-B204-C073CFA174D1}"/>
                    </a:ext>
                  </a:extLst>
                </p14:cNvPr>
                <p14:cNvContentPartPr/>
                <p14:nvPr/>
              </p14:nvContentPartPr>
              <p14:xfrm>
                <a:off x="8443663" y="1639065"/>
                <a:ext cx="199800" cy="312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0FEEAD1-E64D-4F84-B204-C073CFA174D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425663" y="1621425"/>
                  <a:ext cx="2354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0B6A3CD-1342-4CF8-BCBD-74329413E1E0}"/>
                    </a:ext>
                  </a:extLst>
                </p14:cNvPr>
                <p14:cNvContentPartPr/>
                <p14:nvPr/>
              </p14:nvContentPartPr>
              <p14:xfrm>
                <a:off x="7619263" y="1150905"/>
                <a:ext cx="523800" cy="273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0B6A3CD-1342-4CF8-BCBD-74329413E1E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01263" y="1132905"/>
                  <a:ext cx="55944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AE3BDD8-C37A-4215-AC16-90C8AB5DEBE5}"/>
              </a:ext>
            </a:extLst>
          </p:cNvPr>
          <p:cNvGrpSpPr/>
          <p:nvPr/>
        </p:nvGrpSpPr>
        <p:grpSpPr>
          <a:xfrm>
            <a:off x="872503" y="2264025"/>
            <a:ext cx="2483640" cy="931680"/>
            <a:chOff x="872503" y="2264025"/>
            <a:chExt cx="2483640" cy="9316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DB7593B-BAF0-4E06-9720-D31C241D30A0}"/>
                    </a:ext>
                  </a:extLst>
                </p14:cNvPr>
                <p14:cNvContentPartPr/>
                <p14:nvPr/>
              </p14:nvContentPartPr>
              <p14:xfrm>
                <a:off x="1243663" y="2335305"/>
                <a:ext cx="17280" cy="6422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DB7593B-BAF0-4E06-9720-D31C241D30A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226023" y="2227665"/>
                  <a:ext cx="5292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203CFB6-4F71-4628-A8F6-8D17FF2B1F32}"/>
                    </a:ext>
                  </a:extLst>
                </p14:cNvPr>
                <p14:cNvContentPartPr/>
                <p14:nvPr/>
              </p14:nvContentPartPr>
              <p14:xfrm>
                <a:off x="872503" y="2391825"/>
                <a:ext cx="716040" cy="223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203CFB6-4F71-4628-A8F6-8D17FF2B1F3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54503" y="2283825"/>
                  <a:ext cx="75168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51DC257-8B76-4AAD-A8BE-F8BA2B540A31}"/>
                    </a:ext>
                  </a:extLst>
                </p14:cNvPr>
                <p14:cNvContentPartPr/>
                <p14:nvPr/>
              </p14:nvContentPartPr>
              <p14:xfrm>
                <a:off x="966463" y="2966385"/>
                <a:ext cx="496800" cy="421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51DC257-8B76-4AAD-A8BE-F8BA2B540A3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8463" y="2858385"/>
                  <a:ext cx="53244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ACD1F0A-B630-48EC-AB19-7460441573C3}"/>
                    </a:ext>
                  </a:extLst>
                </p14:cNvPr>
                <p14:cNvContentPartPr/>
                <p14:nvPr/>
              </p14:nvContentPartPr>
              <p14:xfrm>
                <a:off x="1578463" y="2788185"/>
                <a:ext cx="272520" cy="407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ACD1F0A-B630-48EC-AB19-7460441573C3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560823" y="2680545"/>
                  <a:ext cx="308160" cy="62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62899D-385A-4BC7-906A-5202854B5897}"/>
                    </a:ext>
                  </a:extLst>
                </p14:cNvPr>
                <p14:cNvContentPartPr/>
                <p14:nvPr/>
              </p14:nvContentPartPr>
              <p14:xfrm>
                <a:off x="2001103" y="2842545"/>
                <a:ext cx="214560" cy="339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62899D-385A-4BC7-906A-5202854B5897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983103" y="2734545"/>
                  <a:ext cx="25020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6E3DA43-1020-47BE-9DF5-10996FEEEB99}"/>
                    </a:ext>
                  </a:extLst>
                </p14:cNvPr>
                <p14:cNvContentPartPr/>
                <p14:nvPr/>
              </p14:nvContentPartPr>
              <p14:xfrm>
                <a:off x="1083823" y="2268345"/>
                <a:ext cx="637200" cy="23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6E3DA43-1020-47BE-9DF5-10996FEEEB9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65823" y="2160345"/>
                  <a:ext cx="6728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8ED4F30F-BBCF-4ED8-B1DA-60038B2C83BD}"/>
                    </a:ext>
                  </a:extLst>
                </p14:cNvPr>
                <p14:cNvContentPartPr/>
                <p14:nvPr/>
              </p14:nvContentPartPr>
              <p14:xfrm>
                <a:off x="2529943" y="2597745"/>
                <a:ext cx="550800" cy="29772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8ED4F30F-BBCF-4ED8-B1DA-60038B2C83B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512303" y="2490105"/>
                  <a:ext cx="58644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920A697-CC2F-46A4-94B7-ECBDFEEE4E5E}"/>
                    </a:ext>
                  </a:extLst>
                </p14:cNvPr>
                <p14:cNvContentPartPr/>
                <p14:nvPr/>
              </p14:nvContentPartPr>
              <p14:xfrm>
                <a:off x="3072823" y="2264025"/>
                <a:ext cx="283320" cy="603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920A697-CC2F-46A4-94B7-ECBDFEEE4E5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54823" y="2156025"/>
                  <a:ext cx="318960" cy="81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D6BEA21C-284A-4A4C-B9EF-EECF41A57A72}"/>
              </a:ext>
            </a:extLst>
          </p:cNvPr>
          <p:cNvGrpSpPr/>
          <p:nvPr/>
        </p:nvGrpSpPr>
        <p:grpSpPr>
          <a:xfrm>
            <a:off x="3892543" y="2196345"/>
            <a:ext cx="7318800" cy="1118160"/>
            <a:chOff x="3892543" y="2196345"/>
            <a:chExt cx="7318800" cy="111816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4C8A6E7-CDD1-4540-B1FB-7518670266E7}"/>
                    </a:ext>
                  </a:extLst>
                </p14:cNvPr>
                <p14:cNvContentPartPr/>
                <p14:nvPr/>
              </p14:nvContentPartPr>
              <p14:xfrm>
                <a:off x="3892543" y="2608185"/>
                <a:ext cx="527040" cy="2944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4C8A6E7-CDD1-4540-B1FB-7518670266E7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74903" y="2500185"/>
                  <a:ext cx="56268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DE82F2C-58E2-486A-BD0D-C55420A263BF}"/>
                    </a:ext>
                  </a:extLst>
                </p14:cNvPr>
                <p14:cNvContentPartPr/>
                <p14:nvPr/>
              </p14:nvContentPartPr>
              <p14:xfrm>
                <a:off x="4869943" y="2250345"/>
                <a:ext cx="667440" cy="659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DE82F2C-58E2-486A-BD0D-C55420A263B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851943" y="2142705"/>
                  <a:ext cx="703080" cy="87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10F18817-4B0E-4026-B6E6-0A40510E43D6}"/>
                    </a:ext>
                  </a:extLst>
                </p14:cNvPr>
                <p14:cNvContentPartPr/>
                <p14:nvPr/>
              </p14:nvContentPartPr>
              <p14:xfrm>
                <a:off x="5465383" y="2522505"/>
                <a:ext cx="141120" cy="388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10F18817-4B0E-4026-B6E6-0A40510E43D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447743" y="2414865"/>
                  <a:ext cx="17676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EE36AEE-770F-4BE2-9A1A-38EDC08CED38}"/>
                    </a:ext>
                  </a:extLst>
                </p14:cNvPr>
                <p14:cNvContentPartPr/>
                <p14:nvPr/>
              </p14:nvContentPartPr>
              <p14:xfrm>
                <a:off x="5540623" y="2645625"/>
                <a:ext cx="433800" cy="2217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EE36AEE-770F-4BE2-9A1A-38EDC08CED3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5522623" y="2537625"/>
                  <a:ext cx="469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70B6882-3D81-408B-9E5E-73981AB24E38}"/>
                    </a:ext>
                  </a:extLst>
                </p14:cNvPr>
                <p14:cNvContentPartPr/>
                <p14:nvPr/>
              </p14:nvContentPartPr>
              <p14:xfrm>
                <a:off x="6014383" y="2621145"/>
                <a:ext cx="414720" cy="2692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70B6882-3D81-408B-9E5E-73981AB24E3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996383" y="2513505"/>
                  <a:ext cx="45036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1CFC3C3-1F04-42F0-BD9B-AB0B43D1496C}"/>
                    </a:ext>
                  </a:extLst>
                </p14:cNvPr>
                <p14:cNvContentPartPr/>
                <p14:nvPr/>
              </p14:nvContentPartPr>
              <p14:xfrm>
                <a:off x="6317863" y="2277705"/>
                <a:ext cx="395640" cy="6127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1CFC3C3-1F04-42F0-BD9B-AB0B43D1496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99863" y="2170065"/>
                  <a:ext cx="431280" cy="82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FF71796F-6F74-4737-82B4-5EEF4E8D76B6}"/>
                    </a:ext>
                  </a:extLst>
                </p14:cNvPr>
                <p14:cNvContentPartPr/>
                <p14:nvPr/>
              </p14:nvContentPartPr>
              <p14:xfrm>
                <a:off x="7057663" y="2228745"/>
                <a:ext cx="714960" cy="62856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FF71796F-6F74-4737-82B4-5EEF4E8D76B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040023" y="2120745"/>
                  <a:ext cx="750600" cy="84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8B97571-C0B2-496D-9113-881F83940AC9}"/>
                    </a:ext>
                  </a:extLst>
                </p14:cNvPr>
                <p14:cNvContentPartPr/>
                <p14:nvPr/>
              </p14:nvContentPartPr>
              <p14:xfrm>
                <a:off x="8093023" y="2370945"/>
                <a:ext cx="20160" cy="3178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8B97571-C0B2-496D-9113-881F83940AC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075023" y="2263305"/>
                  <a:ext cx="5580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A1110D1-042D-406C-B0FA-3E4D87DFA37E}"/>
                    </a:ext>
                  </a:extLst>
                </p14:cNvPr>
                <p14:cNvContentPartPr/>
                <p14:nvPr/>
              </p14:nvContentPartPr>
              <p14:xfrm>
                <a:off x="7874143" y="2347905"/>
                <a:ext cx="578880" cy="3103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A1110D1-042D-406C-B0FA-3E4D87DFA37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856143" y="2239905"/>
                  <a:ext cx="61452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90A4F5AE-3156-4EC7-A888-248E45FC04F7}"/>
                    </a:ext>
                  </a:extLst>
                </p14:cNvPr>
                <p14:cNvContentPartPr/>
                <p14:nvPr/>
              </p14:nvContentPartPr>
              <p14:xfrm>
                <a:off x="7942183" y="2801505"/>
                <a:ext cx="451440" cy="4572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90A4F5AE-3156-4EC7-A888-248E45FC04F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924543" y="2693865"/>
                  <a:ext cx="487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1DB288E-99EE-4164-A187-4CE88DC8CB67}"/>
                    </a:ext>
                  </a:extLst>
                </p14:cNvPr>
                <p14:cNvContentPartPr/>
                <p14:nvPr/>
              </p14:nvContentPartPr>
              <p14:xfrm>
                <a:off x="8076463" y="2996985"/>
                <a:ext cx="303120" cy="3175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1DB288E-99EE-4164-A187-4CE88DC8CB6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58463" y="2889345"/>
                  <a:ext cx="33876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F3533DE-30E1-4395-A5DE-B2BDA136A9B8}"/>
                    </a:ext>
                  </a:extLst>
                </p14:cNvPr>
                <p14:cNvContentPartPr/>
                <p14:nvPr/>
              </p14:nvContentPartPr>
              <p14:xfrm>
                <a:off x="8840383" y="2518185"/>
                <a:ext cx="1129320" cy="3715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F3533DE-30E1-4395-A5DE-B2BDA136A9B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22383" y="2410185"/>
                  <a:ext cx="1164960" cy="58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D23A55F-65DB-4D51-9E40-AC0DE7ED4E0D}"/>
                    </a:ext>
                  </a:extLst>
                </p14:cNvPr>
                <p14:cNvContentPartPr/>
                <p14:nvPr/>
              </p14:nvContentPartPr>
              <p14:xfrm>
                <a:off x="10301263" y="2357985"/>
                <a:ext cx="370080" cy="60264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D23A55F-65DB-4D51-9E40-AC0DE7ED4E0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0283623" y="2250345"/>
                  <a:ext cx="405720" cy="81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C29C434-DD04-49BF-9BEB-A691F374DDBF}"/>
                    </a:ext>
                  </a:extLst>
                </p14:cNvPr>
                <p14:cNvContentPartPr/>
                <p14:nvPr/>
              </p14:nvContentPartPr>
              <p14:xfrm>
                <a:off x="10715983" y="2663625"/>
                <a:ext cx="221400" cy="4658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C29C434-DD04-49BF-9BEB-A691F374DDB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0698343" y="2555625"/>
                  <a:ext cx="25704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061F89C4-55EE-4B9C-ABA2-254421CF1220}"/>
                    </a:ext>
                  </a:extLst>
                </p14:cNvPr>
                <p14:cNvContentPartPr/>
                <p14:nvPr/>
              </p14:nvContentPartPr>
              <p14:xfrm>
                <a:off x="11029903" y="2998425"/>
                <a:ext cx="181440" cy="314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061F89C4-55EE-4B9C-ABA2-254421CF122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1011903" y="2890785"/>
                  <a:ext cx="21708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2CCBC38-10D2-4ED6-A2C5-E4F42C6D781C}"/>
                    </a:ext>
                  </a:extLst>
                </p14:cNvPr>
                <p14:cNvContentPartPr/>
                <p14:nvPr/>
              </p14:nvContentPartPr>
              <p14:xfrm>
                <a:off x="10126663" y="2196345"/>
                <a:ext cx="602640" cy="18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2CCBC38-10D2-4ED6-A2C5-E4F42C6D781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109023" y="2088705"/>
                  <a:ext cx="638280" cy="23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A014478E-9350-475D-92BF-D025A38BAABE}"/>
              </a:ext>
            </a:extLst>
          </p:cNvPr>
          <p:cNvGrpSpPr/>
          <p:nvPr/>
        </p:nvGrpSpPr>
        <p:grpSpPr>
          <a:xfrm>
            <a:off x="876823" y="3516105"/>
            <a:ext cx="1199160" cy="571680"/>
            <a:chOff x="876823" y="3516105"/>
            <a:chExt cx="1199160" cy="571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41FDEEFC-66A8-4AF4-A6ED-CD1955676F38}"/>
                    </a:ext>
                  </a:extLst>
                </p14:cNvPr>
                <p14:cNvContentPartPr/>
                <p14:nvPr/>
              </p14:nvContentPartPr>
              <p14:xfrm>
                <a:off x="876823" y="3516105"/>
                <a:ext cx="346320" cy="54432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41FDEEFC-66A8-4AF4-A6ED-CD1955676F3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8823" y="3498105"/>
                  <a:ext cx="381960" cy="57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06D4D6BF-0113-41E9-9550-9694ECB6EC83}"/>
                    </a:ext>
                  </a:extLst>
                </p14:cNvPr>
                <p14:cNvContentPartPr/>
                <p14:nvPr/>
              </p14:nvContentPartPr>
              <p14:xfrm>
                <a:off x="1329343" y="3575505"/>
                <a:ext cx="230400" cy="51228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06D4D6BF-0113-41E9-9550-9694ECB6EC8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311703" y="3557505"/>
                  <a:ext cx="266040" cy="54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17C52CFF-0B21-473F-8551-CA6765B7E599}"/>
                    </a:ext>
                  </a:extLst>
                </p14:cNvPr>
                <p14:cNvContentPartPr/>
                <p14:nvPr/>
              </p14:nvContentPartPr>
              <p14:xfrm>
                <a:off x="1698343" y="3551025"/>
                <a:ext cx="83160" cy="4298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17C52CFF-0B21-473F-8551-CA6765B7E599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680343" y="3533385"/>
                  <a:ext cx="118800" cy="46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4FF0FA0-AF53-4295-BAF2-F9AF81988773}"/>
                    </a:ext>
                  </a:extLst>
                </p14:cNvPr>
                <p14:cNvContentPartPr/>
                <p14:nvPr/>
              </p14:nvContentPartPr>
              <p14:xfrm>
                <a:off x="1708783" y="3553905"/>
                <a:ext cx="311760" cy="31896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4FF0FA0-AF53-4295-BAF2-F9AF8198877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690783" y="3536265"/>
                  <a:ext cx="3474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531F8EA-9469-4948-B80D-DD39843F7048}"/>
                    </a:ext>
                  </a:extLst>
                </p14:cNvPr>
                <p14:cNvContentPartPr/>
                <p14:nvPr/>
              </p14:nvContentPartPr>
              <p14:xfrm>
                <a:off x="1789783" y="3719865"/>
                <a:ext cx="286200" cy="3142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531F8EA-9469-4948-B80D-DD39843F704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772143" y="3701865"/>
                  <a:ext cx="321840" cy="349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9BCD2B43-7092-44BC-A4F9-CB14CBD3557D}"/>
                  </a:ext>
                </a:extLst>
              </p14:cNvPr>
              <p14:cNvContentPartPr/>
              <p14:nvPr/>
            </p14:nvContentPartPr>
            <p14:xfrm>
              <a:off x="2594023" y="3778545"/>
              <a:ext cx="2520" cy="36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9BCD2B43-7092-44BC-A4F9-CB14CBD3557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2576383" y="3760545"/>
                <a:ext cx="3816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2ABC66A-58B7-4D7F-8222-408411D46B2B}"/>
                  </a:ext>
                </a:extLst>
              </p14:cNvPr>
              <p14:cNvContentPartPr/>
              <p14:nvPr/>
            </p14:nvContentPartPr>
            <p14:xfrm>
              <a:off x="2589703" y="3959985"/>
              <a:ext cx="9000" cy="2448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2ABC66A-58B7-4D7F-8222-408411D46B2B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2572063" y="3941985"/>
                <a:ext cx="44640" cy="6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5635A280-D301-44F3-B7DF-299DF6D89E37}"/>
              </a:ext>
            </a:extLst>
          </p:cNvPr>
          <p:cNvGrpSpPr/>
          <p:nvPr/>
        </p:nvGrpSpPr>
        <p:grpSpPr>
          <a:xfrm>
            <a:off x="3162103" y="3392625"/>
            <a:ext cx="3901680" cy="906840"/>
            <a:chOff x="3162103" y="3392625"/>
            <a:chExt cx="3901680" cy="906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2AD908C-5819-493B-8E88-C857EAA823AA}"/>
                    </a:ext>
                  </a:extLst>
                </p14:cNvPr>
                <p14:cNvContentPartPr/>
                <p14:nvPr/>
              </p14:nvContentPartPr>
              <p14:xfrm>
                <a:off x="3267583" y="3575505"/>
                <a:ext cx="231840" cy="4932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2AD908C-5819-493B-8E88-C857EAA823A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249943" y="3557505"/>
                  <a:ext cx="267480" cy="52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B85A08E-5E37-46D7-902D-0C6EBEDA4507}"/>
                    </a:ext>
                  </a:extLst>
                </p14:cNvPr>
                <p14:cNvContentPartPr/>
                <p14:nvPr/>
              </p14:nvContentPartPr>
              <p14:xfrm>
                <a:off x="3257503" y="3915705"/>
                <a:ext cx="226440" cy="11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B85A08E-5E37-46D7-902D-0C6EBEDA4507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239863" y="3897705"/>
                  <a:ext cx="262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52CC43F-51C0-40A0-9677-B488263CEA6D}"/>
                    </a:ext>
                  </a:extLst>
                </p14:cNvPr>
                <p14:cNvContentPartPr/>
                <p14:nvPr/>
              </p14:nvContentPartPr>
              <p14:xfrm>
                <a:off x="3244903" y="3665505"/>
                <a:ext cx="279720" cy="176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52CC43F-51C0-40A0-9677-B488263CEA6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226903" y="3647505"/>
                  <a:ext cx="3153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4D9F5A4-AB78-4A91-A303-26B5885F880F}"/>
                    </a:ext>
                  </a:extLst>
                </p14:cNvPr>
                <p14:cNvContentPartPr/>
                <p14:nvPr/>
              </p14:nvContentPartPr>
              <p14:xfrm>
                <a:off x="3162103" y="3463905"/>
                <a:ext cx="511920" cy="46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4D9F5A4-AB78-4A91-A303-26B5885F880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144463" y="3446265"/>
                  <a:ext cx="5475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718E75EE-7030-4D59-8DF0-3DEBC8700F5E}"/>
                    </a:ext>
                  </a:extLst>
                </p14:cNvPr>
                <p14:cNvContentPartPr/>
                <p14:nvPr/>
              </p14:nvContentPartPr>
              <p14:xfrm>
                <a:off x="3856903" y="3861345"/>
                <a:ext cx="230760" cy="360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718E75EE-7030-4D59-8DF0-3DEBC8700F5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839263" y="3843345"/>
                  <a:ext cx="2664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6C07E12-AFC0-4815-BDE1-99C33091976C}"/>
                    </a:ext>
                  </a:extLst>
                </p14:cNvPr>
                <p14:cNvContentPartPr/>
                <p14:nvPr/>
              </p14:nvContentPartPr>
              <p14:xfrm>
                <a:off x="3839983" y="4025505"/>
                <a:ext cx="249840" cy="46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6C07E12-AFC0-4815-BDE1-99C33091976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821983" y="4007865"/>
                  <a:ext cx="285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4D19378-3DBA-4157-A5C5-D79EA0867BAF}"/>
                    </a:ext>
                  </a:extLst>
                </p14:cNvPr>
                <p14:cNvContentPartPr/>
                <p14:nvPr/>
              </p14:nvContentPartPr>
              <p14:xfrm>
                <a:off x="4394743" y="3392625"/>
                <a:ext cx="480240" cy="61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4D19378-3DBA-4157-A5C5-D79EA0867BA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376743" y="3374625"/>
                  <a:ext cx="51588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6F3D6B6-DC34-49F1-B96F-5829A383EA7C}"/>
                    </a:ext>
                  </a:extLst>
                </p14:cNvPr>
                <p14:cNvContentPartPr/>
                <p14:nvPr/>
              </p14:nvContentPartPr>
              <p14:xfrm>
                <a:off x="4445863" y="3589905"/>
                <a:ext cx="299160" cy="4136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6F3D6B6-DC34-49F1-B96F-5829A383EA7C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427863" y="3572265"/>
                  <a:ext cx="33480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265C8DEF-9D96-4C7F-9654-CCF609FC65C6}"/>
                    </a:ext>
                  </a:extLst>
                </p14:cNvPr>
                <p14:cNvContentPartPr/>
                <p14:nvPr/>
              </p14:nvContentPartPr>
              <p14:xfrm>
                <a:off x="4921423" y="3788625"/>
                <a:ext cx="196920" cy="405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265C8DEF-9D96-4C7F-9654-CCF609FC65C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03423" y="3770985"/>
                  <a:ext cx="23256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7339BD60-6860-4F18-A52B-2A580969CBCA}"/>
                    </a:ext>
                  </a:extLst>
                </p14:cNvPr>
                <p14:cNvContentPartPr/>
                <p14:nvPr/>
              </p14:nvContentPartPr>
              <p14:xfrm>
                <a:off x="5166943" y="3846945"/>
                <a:ext cx="228600" cy="355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7339BD60-6860-4F18-A52B-2A580969CBC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148943" y="3829305"/>
                  <a:ext cx="26424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A0EB2C8-24FB-487A-9F9F-CB2265CBA3B3}"/>
                    </a:ext>
                  </a:extLst>
                </p14:cNvPr>
                <p14:cNvContentPartPr/>
                <p14:nvPr/>
              </p14:nvContentPartPr>
              <p14:xfrm>
                <a:off x="5704423" y="3724185"/>
                <a:ext cx="9000" cy="381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A0EB2C8-24FB-487A-9F9F-CB2265CBA3B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86423" y="3706185"/>
                  <a:ext cx="44640" cy="41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333771A-A7F1-4326-A431-7A0E299C8345}"/>
                    </a:ext>
                  </a:extLst>
                </p14:cNvPr>
                <p14:cNvContentPartPr/>
                <p14:nvPr/>
              </p14:nvContentPartPr>
              <p14:xfrm>
                <a:off x="5608303" y="3938385"/>
                <a:ext cx="307440" cy="2448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333771A-A7F1-4326-A431-7A0E299C834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590663" y="3920745"/>
                  <a:ext cx="34308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59FDDEB1-B20D-4CB7-9C2F-2FDA1A07441D}"/>
                    </a:ext>
                  </a:extLst>
                </p14:cNvPr>
                <p14:cNvContentPartPr/>
                <p14:nvPr/>
              </p14:nvContentPartPr>
              <p14:xfrm>
                <a:off x="6218143" y="3570105"/>
                <a:ext cx="348480" cy="448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59FDDEB1-B20D-4CB7-9C2F-2FDA1A07441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200503" y="3552465"/>
                  <a:ext cx="38412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5533B5D-A136-4E12-9D88-E034F1383D0C}"/>
                    </a:ext>
                  </a:extLst>
                </p14:cNvPr>
                <p14:cNvContentPartPr/>
                <p14:nvPr/>
              </p14:nvContentPartPr>
              <p14:xfrm>
                <a:off x="6615223" y="3765585"/>
                <a:ext cx="217800" cy="4532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5533B5D-A136-4E12-9D88-E034F1383D0C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597583" y="3747585"/>
                  <a:ext cx="25344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9BD735E-6F22-4F04-A190-47F54796967E}"/>
                    </a:ext>
                  </a:extLst>
                </p14:cNvPr>
                <p14:cNvContentPartPr/>
                <p14:nvPr/>
              </p14:nvContentPartPr>
              <p14:xfrm>
                <a:off x="6892783" y="3991665"/>
                <a:ext cx="171000" cy="3078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9BD735E-6F22-4F04-A190-47F54796967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874783" y="3974025"/>
                  <a:ext cx="20664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D802AB09-92AC-4DAA-9EA3-559E6AB0551F}"/>
                    </a:ext>
                  </a:extLst>
                </p14:cNvPr>
                <p14:cNvContentPartPr/>
                <p14:nvPr/>
              </p14:nvContentPartPr>
              <p14:xfrm>
                <a:off x="6146143" y="3392625"/>
                <a:ext cx="657000" cy="432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D802AB09-92AC-4DAA-9EA3-559E6AB0551F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128503" y="3374625"/>
                  <a:ext cx="692640" cy="78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3156707-C88A-4B11-A383-4D29F9F83DBC}"/>
                  </a:ext>
                </a:extLst>
              </p14:cNvPr>
              <p14:cNvContentPartPr/>
              <p14:nvPr/>
            </p14:nvContentPartPr>
            <p14:xfrm>
              <a:off x="7494343" y="3988425"/>
              <a:ext cx="9000" cy="32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3156707-C88A-4B11-A383-4D29F9F83DB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7476343" y="3970425"/>
                <a:ext cx="44640" cy="3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7" name="Group 96">
            <a:extLst>
              <a:ext uri="{FF2B5EF4-FFF2-40B4-BE49-F238E27FC236}">
                <a16:creationId xmlns:a16="http://schemas.microsoft.com/office/drawing/2014/main" id="{9B75600A-95AB-4D09-A4C7-DB7BFA4957CA}"/>
              </a:ext>
            </a:extLst>
          </p:cNvPr>
          <p:cNvGrpSpPr/>
          <p:nvPr/>
        </p:nvGrpSpPr>
        <p:grpSpPr>
          <a:xfrm>
            <a:off x="2890303" y="3125505"/>
            <a:ext cx="4660200" cy="1427400"/>
            <a:chOff x="2890303" y="3125505"/>
            <a:chExt cx="4660200" cy="1427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CBD8F3C2-82F9-479B-9258-48003F71901F}"/>
                    </a:ext>
                  </a:extLst>
                </p14:cNvPr>
                <p14:cNvContentPartPr/>
                <p14:nvPr/>
              </p14:nvContentPartPr>
              <p14:xfrm>
                <a:off x="2952583" y="3166905"/>
                <a:ext cx="62280" cy="128088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CBD8F3C2-82F9-479B-9258-48003F71901F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934583" y="3148905"/>
                  <a:ext cx="97920" cy="13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DE4E5407-7118-4D7D-89AA-1ED8330C786B}"/>
                    </a:ext>
                  </a:extLst>
                </p14:cNvPr>
                <p14:cNvContentPartPr/>
                <p14:nvPr/>
              </p14:nvContentPartPr>
              <p14:xfrm>
                <a:off x="2890303" y="3125505"/>
                <a:ext cx="4548600" cy="51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DE4E5407-7118-4D7D-89AA-1ED8330C786B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872663" y="3107865"/>
                  <a:ext cx="45842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C3CCC2D7-D56A-4B57-AF16-06CDCC55DFB9}"/>
                    </a:ext>
                  </a:extLst>
                </p14:cNvPr>
                <p14:cNvContentPartPr/>
                <p14:nvPr/>
              </p14:nvContentPartPr>
              <p14:xfrm>
                <a:off x="2924863" y="3246105"/>
                <a:ext cx="4625640" cy="130680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C3CCC2D7-D56A-4B57-AF16-06CDCC55DFB9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06863" y="3228465"/>
                  <a:ext cx="4661280" cy="134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DE8A7319-3A72-485C-9338-DC888F476209}"/>
                  </a:ext>
                </a:extLst>
              </p14:cNvPr>
              <p14:cNvContentPartPr/>
              <p14:nvPr/>
            </p14:nvContentPartPr>
            <p14:xfrm>
              <a:off x="861703" y="3140985"/>
              <a:ext cx="576360" cy="3600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DE8A7319-3A72-485C-9338-DC888F47620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844063" y="3123345"/>
                <a:ext cx="612000" cy="71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216CE925-4A1B-4816-A799-2939B1338096}"/>
                  </a:ext>
                </a:extLst>
              </p14:cNvPr>
              <p14:cNvContentPartPr/>
              <p14:nvPr/>
            </p14:nvContentPartPr>
            <p14:xfrm>
              <a:off x="5066503" y="3001305"/>
              <a:ext cx="3396600" cy="500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216CE925-4A1B-4816-A799-2939B1338096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048863" y="2983665"/>
                <a:ext cx="343224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02" name="Group 101">
            <a:extLst>
              <a:ext uri="{FF2B5EF4-FFF2-40B4-BE49-F238E27FC236}">
                <a16:creationId xmlns:a16="http://schemas.microsoft.com/office/drawing/2014/main" id="{D236BA5E-4624-4A6C-8401-EFBA41C1751D}"/>
              </a:ext>
            </a:extLst>
          </p:cNvPr>
          <p:cNvGrpSpPr/>
          <p:nvPr/>
        </p:nvGrpSpPr>
        <p:grpSpPr>
          <a:xfrm>
            <a:off x="3765103" y="795225"/>
            <a:ext cx="5169960" cy="1289160"/>
            <a:chOff x="3765103" y="795225"/>
            <a:chExt cx="5169960" cy="128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6F109605-AE73-4515-A2FE-AF40D30AF18D}"/>
                    </a:ext>
                  </a:extLst>
                </p14:cNvPr>
                <p14:cNvContentPartPr/>
                <p14:nvPr/>
              </p14:nvContentPartPr>
              <p14:xfrm>
                <a:off x="3925303" y="844545"/>
                <a:ext cx="51480" cy="10699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6F109605-AE73-4515-A2FE-AF40D30AF18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907303" y="826545"/>
                  <a:ext cx="87120" cy="110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A12336EE-6F39-4FEB-A43E-327FBBE4055B}"/>
                    </a:ext>
                  </a:extLst>
                </p14:cNvPr>
                <p14:cNvContentPartPr/>
                <p14:nvPr/>
              </p14:nvContentPartPr>
              <p14:xfrm>
                <a:off x="3765103" y="795225"/>
                <a:ext cx="5169960" cy="128916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A12336EE-6F39-4FEB-A43E-327FBBE4055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747463" y="777225"/>
                  <a:ext cx="5205600" cy="13248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78302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, schematic&#10;&#10;Description automatically generated">
            <a:extLst>
              <a:ext uri="{FF2B5EF4-FFF2-40B4-BE49-F238E27FC236}">
                <a16:creationId xmlns:a16="http://schemas.microsoft.com/office/drawing/2014/main" id="{76A2FE8F-218D-45D4-8524-B1747C809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2" y="1686839"/>
            <a:ext cx="5897976" cy="3356501"/>
          </a:xfrm>
          <a:prstGeom prst="rect">
            <a:avLst/>
          </a:prstGeom>
        </p:spPr>
      </p:pic>
      <p:pic>
        <p:nvPicPr>
          <p:cNvPr id="6" name="Picture 5" descr="A picture containing text&#10;&#10;Description automatically generated">
            <a:extLst>
              <a:ext uri="{FF2B5EF4-FFF2-40B4-BE49-F238E27FC236}">
                <a16:creationId xmlns:a16="http://schemas.microsoft.com/office/drawing/2014/main" id="{1345C597-A0F1-4130-897A-532C9CA36D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2" y="721527"/>
            <a:ext cx="3815612" cy="561119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3555761-955C-427E-86F0-036D36BB8AC2}"/>
                  </a:ext>
                </a:extLst>
              </p14:cNvPr>
              <p14:cNvContentPartPr/>
              <p14:nvPr/>
            </p14:nvContentPartPr>
            <p14:xfrm>
              <a:off x="3377023" y="1893225"/>
              <a:ext cx="680760" cy="47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3555761-955C-427E-86F0-036D36BB8AC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323023" y="1785225"/>
                <a:ext cx="788400" cy="263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27DE60A0-FEEC-4F2C-ADC6-DFC924C4141D}"/>
              </a:ext>
            </a:extLst>
          </p:cNvPr>
          <p:cNvGrpSpPr/>
          <p:nvPr/>
        </p:nvGrpSpPr>
        <p:grpSpPr>
          <a:xfrm>
            <a:off x="6421183" y="1247385"/>
            <a:ext cx="676440" cy="883800"/>
            <a:chOff x="6421183" y="1247385"/>
            <a:chExt cx="676440" cy="88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CAF99AF-0E73-4616-A824-4897267F1961}"/>
                    </a:ext>
                  </a:extLst>
                </p14:cNvPr>
                <p14:cNvContentPartPr/>
                <p14:nvPr/>
              </p14:nvContentPartPr>
              <p14:xfrm>
                <a:off x="6598303" y="1402185"/>
                <a:ext cx="34560" cy="3042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CAF99AF-0E73-4616-A824-4897267F196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80303" y="1384185"/>
                  <a:ext cx="702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002967B-4F5A-43C3-8DBA-953A0DD44810}"/>
                    </a:ext>
                  </a:extLst>
                </p14:cNvPr>
                <p14:cNvContentPartPr/>
                <p14:nvPr/>
              </p14:nvContentPartPr>
              <p14:xfrm>
                <a:off x="6421183" y="1352505"/>
                <a:ext cx="435600" cy="6048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002967B-4F5A-43C3-8DBA-953A0DD4481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03543" y="1334505"/>
                  <a:ext cx="471240" cy="9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9B84EE4-94A0-43B3-BD17-28F78D19D48A}"/>
                    </a:ext>
                  </a:extLst>
                </p14:cNvPr>
                <p14:cNvContentPartPr/>
                <p14:nvPr/>
              </p14:nvContentPartPr>
              <p14:xfrm>
                <a:off x="6424063" y="1752465"/>
                <a:ext cx="376920" cy="360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9B84EE4-94A0-43B3-BD17-28F78D19D48A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406423" y="1734465"/>
                  <a:ext cx="4125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05A8BF7-2E27-4D5F-9414-65C2C1A82C75}"/>
                    </a:ext>
                  </a:extLst>
                </p14:cNvPr>
                <p14:cNvContentPartPr/>
                <p14:nvPr/>
              </p14:nvContentPartPr>
              <p14:xfrm>
                <a:off x="6723223" y="1676865"/>
                <a:ext cx="150840" cy="29988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C05A8BF7-2E27-4D5F-9414-65C2C1A82C7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6705223" y="1659225"/>
                  <a:ext cx="186480" cy="33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E106A3B-8FC4-479B-AB22-5B37B2A88CB1}"/>
                    </a:ext>
                  </a:extLst>
                </p14:cNvPr>
                <p14:cNvContentPartPr/>
                <p14:nvPr/>
              </p14:nvContentPartPr>
              <p14:xfrm>
                <a:off x="6969823" y="1901865"/>
                <a:ext cx="127800" cy="2293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E106A3B-8FC4-479B-AB22-5B37B2A88CB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6952183" y="1883865"/>
                  <a:ext cx="16344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2F0377FB-E022-41B1-BCD4-0D963A6867D5}"/>
                    </a:ext>
                  </a:extLst>
                </p14:cNvPr>
                <p14:cNvContentPartPr/>
                <p14:nvPr/>
              </p14:nvContentPartPr>
              <p14:xfrm>
                <a:off x="6458263" y="1247385"/>
                <a:ext cx="395280" cy="241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2F0377FB-E022-41B1-BCD4-0D963A6867D5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6440263" y="1229385"/>
                  <a:ext cx="43092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C75FAA-36D7-4922-AC5B-B48D697A010F}"/>
              </a:ext>
            </a:extLst>
          </p:cNvPr>
          <p:cNvGrpSpPr/>
          <p:nvPr/>
        </p:nvGrpSpPr>
        <p:grpSpPr>
          <a:xfrm>
            <a:off x="7299943" y="1213905"/>
            <a:ext cx="1645200" cy="748800"/>
            <a:chOff x="7299943" y="1213905"/>
            <a:chExt cx="1645200" cy="74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4285A84-4C55-4A8E-A877-C34214FCFC7E}"/>
                    </a:ext>
                  </a:extLst>
                </p14:cNvPr>
                <p14:cNvContentPartPr/>
                <p14:nvPr/>
              </p14:nvContentPartPr>
              <p14:xfrm>
                <a:off x="7330903" y="1608105"/>
                <a:ext cx="201960" cy="36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4285A84-4C55-4A8E-A877-C34214FCFC7E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7313263" y="1590105"/>
                  <a:ext cx="23760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031468C-76F9-4C0A-BB91-DEE3112CD872}"/>
                    </a:ext>
                  </a:extLst>
                </p14:cNvPr>
                <p14:cNvContentPartPr/>
                <p14:nvPr/>
              </p14:nvContentPartPr>
              <p14:xfrm>
                <a:off x="7299943" y="1515225"/>
                <a:ext cx="269280" cy="18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031468C-76F9-4C0A-BB91-DEE3112CD87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282303" y="1497225"/>
                  <a:ext cx="30492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3A90C09-F18C-4388-8834-6A9D1BA75289}"/>
                    </a:ext>
                  </a:extLst>
                </p14:cNvPr>
                <p14:cNvContentPartPr/>
                <p14:nvPr/>
              </p14:nvContentPartPr>
              <p14:xfrm>
                <a:off x="7837783" y="1277985"/>
                <a:ext cx="24120" cy="4237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3A90C09-F18C-4388-8834-6A9D1BA75289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19783" y="1260345"/>
                  <a:ext cx="59760" cy="45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F7432FB-8FC2-4CCE-A5DA-C4F56D30E8E5}"/>
                    </a:ext>
                  </a:extLst>
                </p14:cNvPr>
                <p14:cNvContentPartPr/>
                <p14:nvPr/>
              </p14:nvContentPartPr>
              <p14:xfrm>
                <a:off x="7697023" y="1239465"/>
                <a:ext cx="416520" cy="470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F7432FB-8FC2-4CCE-A5DA-C4F56D30E8E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679023" y="1221465"/>
                  <a:ext cx="452160" cy="50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F11FA3FF-2116-4077-BB15-E61B3960B0BF}"/>
                    </a:ext>
                  </a:extLst>
                </p14:cNvPr>
                <p14:cNvContentPartPr/>
                <p14:nvPr/>
              </p14:nvContentPartPr>
              <p14:xfrm>
                <a:off x="8217943" y="1642305"/>
                <a:ext cx="191880" cy="320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F11FA3FF-2116-4077-BB15-E61B3960B0BF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99943" y="1624665"/>
                  <a:ext cx="2275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8B14C85-291C-44AC-B7C9-A77BF32A0849}"/>
                    </a:ext>
                  </a:extLst>
                </p14:cNvPr>
                <p14:cNvContentPartPr/>
                <p14:nvPr/>
              </p14:nvContentPartPr>
              <p14:xfrm>
                <a:off x="8543743" y="1365105"/>
                <a:ext cx="207360" cy="3106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8B14C85-291C-44AC-B7C9-A77BF32A084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8526103" y="1347465"/>
                  <a:ext cx="2430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62D9F0F-8B35-4FE4-8D80-C6E04F484419}"/>
                    </a:ext>
                  </a:extLst>
                </p14:cNvPr>
                <p14:cNvContentPartPr/>
                <p14:nvPr/>
              </p14:nvContentPartPr>
              <p14:xfrm>
                <a:off x="8548063" y="1486785"/>
                <a:ext cx="217800" cy="561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62D9F0F-8B35-4FE4-8D80-C6E04F48441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530423" y="1468785"/>
                  <a:ext cx="2534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2BCBD26-406E-4B8A-8BED-6D73911B23B3}"/>
                    </a:ext>
                  </a:extLst>
                </p14:cNvPr>
                <p14:cNvContentPartPr/>
                <p14:nvPr/>
              </p14:nvContentPartPr>
              <p14:xfrm>
                <a:off x="8564983" y="1365105"/>
                <a:ext cx="256320" cy="860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2BCBD26-406E-4B8A-8BED-6D73911B23B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547343" y="1347465"/>
                  <a:ext cx="29196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0562251-4E5C-48C3-9D5D-6F351DBBFA1E}"/>
                    </a:ext>
                  </a:extLst>
                </p14:cNvPr>
                <p14:cNvContentPartPr/>
                <p14:nvPr/>
              </p14:nvContentPartPr>
              <p14:xfrm>
                <a:off x="8470663" y="1213905"/>
                <a:ext cx="474480" cy="504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0562251-4E5C-48C3-9D5D-6F351DBBFA1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453023" y="1195905"/>
                  <a:ext cx="510120" cy="8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AA6A49F7-24E7-41DA-BD2F-EDEA1BA4427C}"/>
              </a:ext>
            </a:extLst>
          </p:cNvPr>
          <p:cNvGrpSpPr/>
          <p:nvPr/>
        </p:nvGrpSpPr>
        <p:grpSpPr>
          <a:xfrm>
            <a:off x="9241423" y="1213905"/>
            <a:ext cx="1946160" cy="752040"/>
            <a:chOff x="9241423" y="1213905"/>
            <a:chExt cx="1946160" cy="752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0F6E175-0F50-428E-9DDD-5ABC7535B6A4}"/>
                    </a:ext>
                  </a:extLst>
                </p14:cNvPr>
                <p14:cNvContentPartPr/>
                <p14:nvPr/>
              </p14:nvContentPartPr>
              <p14:xfrm>
                <a:off x="9241423" y="1465905"/>
                <a:ext cx="380160" cy="2872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0F6E175-0F50-428E-9DDD-5ABC7535B6A4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9223423" y="1447905"/>
                  <a:ext cx="4158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DD80794-3B7D-4BE9-9F77-37BB1C039C63}"/>
                    </a:ext>
                  </a:extLst>
                </p14:cNvPr>
                <p14:cNvContentPartPr/>
                <p14:nvPr/>
              </p14:nvContentPartPr>
              <p14:xfrm>
                <a:off x="9840823" y="1489665"/>
                <a:ext cx="66600" cy="4762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DD80794-3B7D-4BE9-9F77-37BB1C039C63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9823183" y="1471665"/>
                  <a:ext cx="102240" cy="51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3845D23-3E1F-458B-A96D-928F8A4AA2CD}"/>
                    </a:ext>
                  </a:extLst>
                </p14:cNvPr>
                <p14:cNvContentPartPr/>
                <p14:nvPr/>
              </p14:nvContentPartPr>
              <p14:xfrm>
                <a:off x="9759823" y="1516305"/>
                <a:ext cx="306360" cy="27936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3845D23-3E1F-458B-A96D-928F8A4AA2C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9741823" y="1498305"/>
                  <a:ext cx="34200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C21EECDC-4F5A-4621-903E-97006B1BD0EA}"/>
                    </a:ext>
                  </a:extLst>
                </p14:cNvPr>
                <p14:cNvContentPartPr/>
                <p14:nvPr/>
              </p14:nvContentPartPr>
              <p14:xfrm>
                <a:off x="9972223" y="1213905"/>
                <a:ext cx="1215360" cy="4392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C21EECDC-4F5A-4621-903E-97006B1BD0EA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9954223" y="1195905"/>
                  <a:ext cx="1251000" cy="47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5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3B35B0F-41FB-4165-BB5B-03E4FABACA15}"/>
                  </a:ext>
                </a:extLst>
              </p14:cNvPr>
              <p14:cNvContentPartPr/>
              <p14:nvPr/>
            </p14:nvContentPartPr>
            <p14:xfrm>
              <a:off x="3667183" y="2795385"/>
              <a:ext cx="360" cy="3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3B35B0F-41FB-4165-BB5B-03E4FABACA15}"/>
                  </a:ext>
                </a:extLst>
              </p:cNvPr>
              <p:cNvPicPr/>
              <p:nvPr/>
            </p:nvPicPr>
            <p:blipFill>
              <a:blip r:embed="rId46"/>
              <a:stretch>
                <a:fillRect/>
              </a:stretch>
            </p:blipFill>
            <p:spPr>
              <a:xfrm>
                <a:off x="3649183" y="2777385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7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BC63EF6F-D3B1-4151-80B5-5FA4EB2AFD91}"/>
                  </a:ext>
                </a:extLst>
              </p14:cNvPr>
              <p14:cNvContentPartPr/>
              <p14:nvPr/>
            </p14:nvContentPartPr>
            <p14:xfrm>
              <a:off x="2090743" y="2688105"/>
              <a:ext cx="3375720" cy="2456280"/>
            </p14:xfrm>
          </p:contentPart>
        </mc:Choice>
        <mc:Fallback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BC63EF6F-D3B1-4151-80B5-5FA4EB2AFD91}"/>
                  </a:ext>
                </a:extLst>
              </p:cNvPr>
              <p:cNvPicPr/>
              <p:nvPr/>
            </p:nvPicPr>
            <p:blipFill>
              <a:blip r:embed="rId48"/>
              <a:stretch>
                <a:fillRect/>
              </a:stretch>
            </p:blipFill>
            <p:spPr>
              <a:xfrm>
                <a:off x="2072743" y="2670465"/>
                <a:ext cx="3411360" cy="249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DB00B600-81AB-4B87-B5D4-86CB4D7B8EB8}"/>
              </a:ext>
            </a:extLst>
          </p:cNvPr>
          <p:cNvGrpSpPr/>
          <p:nvPr/>
        </p:nvGrpSpPr>
        <p:grpSpPr>
          <a:xfrm>
            <a:off x="6301303" y="2352585"/>
            <a:ext cx="5125680" cy="1375920"/>
            <a:chOff x="6301303" y="2352585"/>
            <a:chExt cx="5125680" cy="1375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31B5893-CD93-48D0-9975-9B395A4DFFDD}"/>
                    </a:ext>
                  </a:extLst>
                </p14:cNvPr>
                <p14:cNvContentPartPr/>
                <p14:nvPr/>
              </p14:nvContentPartPr>
              <p14:xfrm>
                <a:off x="9294703" y="2675505"/>
                <a:ext cx="173160" cy="1854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31B5893-CD93-48D0-9975-9B395A4DFFDD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9276703" y="2657505"/>
                  <a:ext cx="2088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5DEAA54C-E61F-469E-8615-772175B5A57D}"/>
                    </a:ext>
                  </a:extLst>
                </p14:cNvPr>
                <p14:cNvContentPartPr/>
                <p14:nvPr/>
              </p14:nvContentPartPr>
              <p14:xfrm>
                <a:off x="9471823" y="2407305"/>
                <a:ext cx="299160" cy="4010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5DEAA54C-E61F-469E-8615-772175B5A57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9453823" y="2389665"/>
                  <a:ext cx="334800" cy="43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CA57969-8FBC-4A78-B7BE-55657A765F60}"/>
                    </a:ext>
                  </a:extLst>
                </p14:cNvPr>
                <p14:cNvContentPartPr/>
                <p14:nvPr/>
              </p14:nvContentPartPr>
              <p14:xfrm>
                <a:off x="9695743" y="2444025"/>
                <a:ext cx="360" cy="3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CA57969-8FBC-4A78-B7BE-55657A765F60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9678103" y="24260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EB36FCD7-DE13-425A-9C99-430D28360F5C}"/>
                    </a:ext>
                  </a:extLst>
                </p14:cNvPr>
                <p14:cNvContentPartPr/>
                <p14:nvPr/>
              </p14:nvContentPartPr>
              <p14:xfrm>
                <a:off x="9875023" y="2658225"/>
                <a:ext cx="113400" cy="4968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EB36FCD7-DE13-425A-9C99-430D28360F5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57023" y="2640225"/>
                  <a:ext cx="149040" cy="53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5686204-9D85-49DF-B758-325928EED245}"/>
                    </a:ext>
                  </a:extLst>
                </p14:cNvPr>
                <p14:cNvContentPartPr/>
                <p14:nvPr/>
              </p14:nvContentPartPr>
              <p14:xfrm>
                <a:off x="9832183" y="2694945"/>
                <a:ext cx="412200" cy="1951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5686204-9D85-49DF-B758-325928EED245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14543" y="2677305"/>
                  <a:ext cx="447840" cy="23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3E2C7C5-B6C8-4047-85C9-7EB9A2B4F9B7}"/>
                    </a:ext>
                  </a:extLst>
                </p14:cNvPr>
                <p14:cNvContentPartPr/>
                <p14:nvPr/>
              </p14:nvContentPartPr>
              <p14:xfrm>
                <a:off x="10041343" y="2548065"/>
                <a:ext cx="111240" cy="1004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3E2C7C5-B6C8-4047-85C9-7EB9A2B4F9B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23703" y="2530425"/>
                  <a:ext cx="14688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12176E3-FDAC-4EC4-90DF-DD8B53FE0652}"/>
                    </a:ext>
                  </a:extLst>
                </p14:cNvPr>
                <p14:cNvContentPartPr/>
                <p14:nvPr/>
              </p14:nvContentPartPr>
              <p14:xfrm>
                <a:off x="10258783" y="2395785"/>
                <a:ext cx="211680" cy="487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12176E3-FDAC-4EC4-90DF-DD8B53FE065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41143" y="2378145"/>
                  <a:ext cx="247320" cy="52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DCEF5DA-3F6D-4771-8A50-EBAF76151907}"/>
                    </a:ext>
                  </a:extLst>
                </p14:cNvPr>
                <p14:cNvContentPartPr/>
                <p14:nvPr/>
              </p14:nvContentPartPr>
              <p14:xfrm>
                <a:off x="10807423" y="2579745"/>
                <a:ext cx="66600" cy="3085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DCEF5DA-3F6D-4771-8A50-EBAF7615190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789423" y="2561745"/>
                  <a:ext cx="1022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968838FA-E36B-4FBC-84B7-3A67577EF8DF}"/>
                    </a:ext>
                  </a:extLst>
                </p14:cNvPr>
                <p14:cNvContentPartPr/>
                <p14:nvPr/>
              </p14:nvContentPartPr>
              <p14:xfrm>
                <a:off x="10702663" y="2428185"/>
                <a:ext cx="309600" cy="45360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968838FA-E36B-4FBC-84B7-3A67577EF8D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685023" y="2410185"/>
                  <a:ext cx="345240" cy="48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E9514ED-C90C-4ACB-819D-DB3CA2B1644D}"/>
                    </a:ext>
                  </a:extLst>
                </p14:cNvPr>
                <p14:cNvContentPartPr/>
                <p14:nvPr/>
              </p14:nvContentPartPr>
              <p14:xfrm>
                <a:off x="11101543" y="2472465"/>
                <a:ext cx="325440" cy="3985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E9514ED-C90C-4ACB-819D-DB3CA2B1644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83903" y="2454825"/>
                  <a:ext cx="36108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697ED9F-E5CE-4D18-BF8C-F4FB59E79DF0}"/>
                    </a:ext>
                  </a:extLst>
                </p14:cNvPr>
                <p14:cNvContentPartPr/>
                <p14:nvPr/>
              </p14:nvContentPartPr>
              <p14:xfrm>
                <a:off x="6301303" y="2491545"/>
                <a:ext cx="419040" cy="4060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697ED9F-E5CE-4D18-BF8C-F4FB59E79DF0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283303" y="2473905"/>
                  <a:ext cx="454680" cy="44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36C74A9-E133-43E0-9CB8-F32CA3A942FB}"/>
                    </a:ext>
                  </a:extLst>
                </p14:cNvPr>
                <p14:cNvContentPartPr/>
                <p14:nvPr/>
              </p14:nvContentPartPr>
              <p14:xfrm>
                <a:off x="6636823" y="2519625"/>
                <a:ext cx="360" cy="3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36C74A9-E133-43E0-9CB8-F32CA3A942FB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618823" y="25019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679B72F-C8A2-43F8-9104-6DF2C30E04C6}"/>
                    </a:ext>
                  </a:extLst>
                </p14:cNvPr>
                <p14:cNvContentPartPr/>
                <p14:nvPr/>
              </p14:nvContentPartPr>
              <p14:xfrm>
                <a:off x="6739063" y="2629425"/>
                <a:ext cx="196560" cy="2095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679B72F-C8A2-43F8-9104-6DF2C30E04C6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6721063" y="2611785"/>
                  <a:ext cx="2322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26B7F1A-17D5-40F0-9456-2F2021B9075C}"/>
                    </a:ext>
                  </a:extLst>
                </p14:cNvPr>
                <p14:cNvContentPartPr/>
                <p14:nvPr/>
              </p14:nvContentPartPr>
              <p14:xfrm>
                <a:off x="6919423" y="2648145"/>
                <a:ext cx="532440" cy="215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26B7F1A-17D5-40F0-9456-2F2021B9075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6901783" y="2630505"/>
                  <a:ext cx="56808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C179B868-3150-4725-84B8-A8E47CC4AF5A}"/>
                    </a:ext>
                  </a:extLst>
                </p14:cNvPr>
                <p14:cNvContentPartPr/>
                <p14:nvPr/>
              </p14:nvContentPartPr>
              <p14:xfrm>
                <a:off x="7455823" y="2498025"/>
                <a:ext cx="360" cy="36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C179B868-3150-4725-84B8-A8E47CC4AF5A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7438183" y="24803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540DE77-B72E-4252-B290-49D6477451BD}"/>
                    </a:ext>
                  </a:extLst>
                </p14:cNvPr>
                <p14:cNvContentPartPr/>
                <p14:nvPr/>
              </p14:nvContentPartPr>
              <p14:xfrm>
                <a:off x="7506943" y="2352585"/>
                <a:ext cx="177480" cy="4798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540DE77-B72E-4252-B290-49D6477451B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489303" y="2334585"/>
                  <a:ext cx="213120" cy="51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82FEDF43-7BBD-445F-B7BE-44921ADF0CF9}"/>
                    </a:ext>
                  </a:extLst>
                </p14:cNvPr>
                <p14:cNvContentPartPr/>
                <p14:nvPr/>
              </p14:nvContentPartPr>
              <p14:xfrm>
                <a:off x="7814383" y="2615745"/>
                <a:ext cx="392760" cy="266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82FEDF43-7BBD-445F-B7BE-44921ADF0CF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796383" y="2598105"/>
                  <a:ext cx="42840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F8C4E1E8-F4D9-4D80-8ED3-7C919B289F9B}"/>
                    </a:ext>
                  </a:extLst>
                </p14:cNvPr>
                <p14:cNvContentPartPr/>
                <p14:nvPr/>
              </p14:nvContentPartPr>
              <p14:xfrm>
                <a:off x="8415943" y="2595225"/>
                <a:ext cx="374760" cy="273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F8C4E1E8-F4D9-4D80-8ED3-7C919B289F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397943" y="2577585"/>
                  <a:ext cx="41040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EBBDA88-1374-4E28-8A1C-B955615ACDBC}"/>
                    </a:ext>
                  </a:extLst>
                </p14:cNvPr>
                <p14:cNvContentPartPr/>
                <p14:nvPr/>
              </p14:nvContentPartPr>
              <p14:xfrm>
                <a:off x="8780623" y="2465265"/>
                <a:ext cx="194400" cy="4053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EBBDA88-1374-4E28-8A1C-B955615ACD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762623" y="2447625"/>
                  <a:ext cx="230040" cy="44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A2E944A-ACE4-4FAF-B93E-49035CA62BF8}"/>
                    </a:ext>
                  </a:extLst>
                </p14:cNvPr>
                <p14:cNvContentPartPr/>
                <p14:nvPr/>
              </p14:nvContentPartPr>
              <p14:xfrm>
                <a:off x="6551503" y="3112185"/>
                <a:ext cx="32040" cy="341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A2E944A-ACE4-4FAF-B93E-49035CA62BF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533503" y="3094545"/>
                  <a:ext cx="676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6F3D986-FC21-4755-9DF8-65FD9C3BE47E}"/>
                    </a:ext>
                  </a:extLst>
                </p14:cNvPr>
                <p14:cNvContentPartPr/>
                <p14:nvPr/>
              </p14:nvContentPartPr>
              <p14:xfrm>
                <a:off x="6329383" y="3036225"/>
                <a:ext cx="467640" cy="394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6F3D986-FC21-4755-9DF8-65FD9C3BE47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11743" y="3018225"/>
                  <a:ext cx="503280" cy="42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0662A7E-971E-4AD5-A956-69D633217A76}"/>
                    </a:ext>
                  </a:extLst>
                </p14:cNvPr>
                <p14:cNvContentPartPr/>
                <p14:nvPr/>
              </p14:nvContentPartPr>
              <p14:xfrm>
                <a:off x="6837343" y="3384345"/>
                <a:ext cx="164520" cy="3132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0662A7E-971E-4AD5-A956-69D633217A7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19343" y="3366705"/>
                  <a:ext cx="20016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203D709-B1A1-40EE-AB13-B800A6C40DC8}"/>
                    </a:ext>
                  </a:extLst>
                </p14:cNvPr>
                <p14:cNvContentPartPr/>
                <p14:nvPr/>
              </p14:nvContentPartPr>
              <p14:xfrm>
                <a:off x="7172143" y="3008145"/>
                <a:ext cx="74880" cy="493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203D709-B1A1-40EE-AB13-B800A6C40DC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154143" y="2990505"/>
                  <a:ext cx="110520" cy="52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2680736-F0C7-4A8C-94BF-37E3134D3120}"/>
                    </a:ext>
                  </a:extLst>
                </p14:cNvPr>
                <p14:cNvContentPartPr/>
                <p14:nvPr/>
              </p14:nvContentPartPr>
              <p14:xfrm>
                <a:off x="7285903" y="2982585"/>
                <a:ext cx="87120" cy="557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2680736-F0C7-4A8C-94BF-37E3134D312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267903" y="2964585"/>
                  <a:ext cx="122760" cy="59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EA75F84-F7BF-460E-88F2-F0CB676E0F71}"/>
                    </a:ext>
                  </a:extLst>
                </p14:cNvPr>
                <p14:cNvContentPartPr/>
                <p14:nvPr/>
              </p14:nvContentPartPr>
              <p14:xfrm>
                <a:off x="7623223" y="3084105"/>
                <a:ext cx="214920" cy="5234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EA75F84-F7BF-460E-88F2-F0CB676E0F7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605223" y="3066105"/>
                  <a:ext cx="25056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2F5499BC-D0B9-4EB1-871E-E7B3D1B6B65C}"/>
                    </a:ext>
                  </a:extLst>
                </p14:cNvPr>
                <p14:cNvContentPartPr/>
                <p14:nvPr/>
              </p14:nvContentPartPr>
              <p14:xfrm>
                <a:off x="7853983" y="3153585"/>
                <a:ext cx="176040" cy="336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2F5499BC-D0B9-4EB1-871E-E7B3D1B6B65C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836343" y="3135585"/>
                  <a:ext cx="21168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38F478B3-488F-4D96-AC68-109E4B3AC7AC}"/>
                    </a:ext>
                  </a:extLst>
                </p14:cNvPr>
                <p14:cNvContentPartPr/>
                <p14:nvPr/>
              </p14:nvContentPartPr>
              <p14:xfrm>
                <a:off x="8134063" y="3375345"/>
                <a:ext cx="200880" cy="20196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38F478B3-488F-4D96-AC68-109E4B3AC7A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116423" y="3357705"/>
                  <a:ext cx="2365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95F3578D-15C9-41E9-AF2F-CEBE3866F22F}"/>
                    </a:ext>
                  </a:extLst>
                </p14:cNvPr>
                <p14:cNvContentPartPr/>
                <p14:nvPr/>
              </p14:nvContentPartPr>
              <p14:xfrm>
                <a:off x="8473543" y="3198225"/>
                <a:ext cx="36720" cy="29340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95F3578D-15C9-41E9-AF2F-CEBE3866F22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455543" y="3180585"/>
                  <a:ext cx="7236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ECFBDFA-3C1B-4D95-9096-DBE3E6665245}"/>
                    </a:ext>
                  </a:extLst>
                </p14:cNvPr>
                <p14:cNvContentPartPr/>
                <p14:nvPr/>
              </p14:nvContentPartPr>
              <p14:xfrm>
                <a:off x="8354023" y="3359865"/>
                <a:ext cx="277560" cy="61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ECFBDFA-3C1B-4D95-9096-DBE3E666524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36023" y="3341865"/>
                  <a:ext cx="313200" cy="4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9D3B5E2-D078-4BD3-8626-5AFF378C9037}"/>
                    </a:ext>
                  </a:extLst>
                </p14:cNvPr>
                <p14:cNvContentPartPr/>
                <p14:nvPr/>
              </p14:nvContentPartPr>
              <p14:xfrm>
                <a:off x="8638783" y="3238185"/>
                <a:ext cx="140040" cy="49032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9D3B5E2-D078-4BD3-8626-5AFF378C903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621143" y="3220545"/>
                  <a:ext cx="175680" cy="52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A6E80BE9-0A5C-46F2-8712-076AF8ACB942}"/>
                    </a:ext>
                  </a:extLst>
                </p14:cNvPr>
                <p14:cNvContentPartPr/>
                <p14:nvPr/>
              </p14:nvContentPartPr>
              <p14:xfrm>
                <a:off x="8706103" y="3028305"/>
                <a:ext cx="36720" cy="3888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A6E80BE9-0A5C-46F2-8712-076AF8ACB9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88103" y="3010305"/>
                  <a:ext cx="7236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812BEF30-F5A2-47C8-ABBE-8F005AF2CB90}"/>
                    </a:ext>
                  </a:extLst>
                </p14:cNvPr>
                <p14:cNvContentPartPr/>
                <p14:nvPr/>
              </p14:nvContentPartPr>
              <p14:xfrm>
                <a:off x="8869903" y="3278145"/>
                <a:ext cx="186120" cy="18612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812BEF30-F5A2-47C8-ABBE-8F005AF2CB9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852263" y="3260505"/>
                  <a:ext cx="2217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4B55991-A26B-4016-8723-15DA06064952}"/>
                    </a:ext>
                  </a:extLst>
                </p14:cNvPr>
                <p14:cNvContentPartPr/>
                <p14:nvPr/>
              </p14:nvContentPartPr>
              <p14:xfrm>
                <a:off x="9158263" y="3088425"/>
                <a:ext cx="160560" cy="34272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4B55991-A26B-4016-8723-15DA0606495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140263" y="3070425"/>
                  <a:ext cx="1962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59147D64-D769-4608-8CA9-CA6EEECBEC97}"/>
                    </a:ext>
                  </a:extLst>
                </p14:cNvPr>
                <p14:cNvContentPartPr/>
                <p14:nvPr/>
              </p14:nvContentPartPr>
              <p14:xfrm>
                <a:off x="9382183" y="3417825"/>
                <a:ext cx="187920" cy="21924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59147D64-D769-4608-8CA9-CA6EEECBEC97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364543" y="3400185"/>
                  <a:ext cx="22356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E246F12A-AC06-4005-93FF-BFAED5545C2E}"/>
                    </a:ext>
                  </a:extLst>
                </p14:cNvPr>
                <p14:cNvContentPartPr/>
                <p14:nvPr/>
              </p14:nvContentPartPr>
              <p14:xfrm>
                <a:off x="9702223" y="3209745"/>
                <a:ext cx="9000" cy="24048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E246F12A-AC06-4005-93FF-BFAED5545C2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684223" y="3191745"/>
                  <a:ext cx="4464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8C4E9A4E-9A09-4A63-8083-4937605D87F9}"/>
                    </a:ext>
                  </a:extLst>
                </p14:cNvPr>
                <p14:cNvContentPartPr/>
                <p14:nvPr/>
              </p14:nvContentPartPr>
              <p14:xfrm>
                <a:off x="9627703" y="3378225"/>
                <a:ext cx="232920" cy="900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8C4E9A4E-9A09-4A63-8083-4937605D87F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609703" y="3360585"/>
                  <a:ext cx="2685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C1BBC327-3F29-42FA-83DE-3B2D5175A87F}"/>
                    </a:ext>
                  </a:extLst>
                </p14:cNvPr>
                <p14:cNvContentPartPr/>
                <p14:nvPr/>
              </p14:nvContentPartPr>
              <p14:xfrm>
                <a:off x="9902023" y="3372465"/>
                <a:ext cx="186480" cy="32184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C1BBC327-3F29-42FA-83DE-3B2D5175A87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884383" y="3354825"/>
                  <a:ext cx="22212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D0B632C-EB9C-41C7-A253-347B198CBFDB}"/>
                    </a:ext>
                  </a:extLst>
                </p14:cNvPr>
                <p14:cNvContentPartPr/>
                <p14:nvPr/>
              </p14:nvContentPartPr>
              <p14:xfrm>
                <a:off x="9977263" y="3216945"/>
                <a:ext cx="25920" cy="4752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D0B632C-EB9C-41C7-A253-347B198CBF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959623" y="3198945"/>
                  <a:ext cx="6156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D4619AC-2FE8-44D1-94CE-2AFF650092B0}"/>
                    </a:ext>
                  </a:extLst>
                </p14:cNvPr>
                <p14:cNvContentPartPr/>
                <p14:nvPr/>
              </p14:nvContentPartPr>
              <p14:xfrm>
                <a:off x="10133143" y="3264105"/>
                <a:ext cx="260640" cy="197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D4619AC-2FE8-44D1-94CE-2AFF650092B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115143" y="3246105"/>
                  <a:ext cx="29628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1DE098F8-7A48-4455-917F-64DE741340E5}"/>
                    </a:ext>
                  </a:extLst>
                </p14:cNvPr>
                <p14:cNvContentPartPr/>
                <p14:nvPr/>
              </p14:nvContentPartPr>
              <p14:xfrm>
                <a:off x="10483063" y="3189585"/>
                <a:ext cx="156240" cy="25128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1DE098F8-7A48-4455-917F-64DE741340E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465063" y="3171945"/>
                  <a:ext cx="19188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51C0272-1D5D-4FD8-BF3A-FF2DABB83BD6}"/>
                    </a:ext>
                  </a:extLst>
                </p14:cNvPr>
                <p14:cNvContentPartPr/>
                <p14:nvPr/>
              </p14:nvContentPartPr>
              <p14:xfrm>
                <a:off x="10785823" y="3358785"/>
                <a:ext cx="117720" cy="19044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51C0272-1D5D-4FD8-BF3A-FF2DABB83BD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67823" y="3340785"/>
                  <a:ext cx="1533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89B5F70-31CD-4783-AD48-D7335EC30BDB}"/>
                    </a:ext>
                  </a:extLst>
                </p14:cNvPr>
                <p14:cNvContentPartPr/>
                <p14:nvPr/>
              </p14:nvContentPartPr>
              <p14:xfrm>
                <a:off x="11016223" y="2969625"/>
                <a:ext cx="177480" cy="6462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89B5F70-31CD-4783-AD48-D7335EC30BD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998583" y="2951985"/>
                  <a:ext cx="213120" cy="68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56700834-876B-4D79-9424-9C2742F0D081}"/>
              </a:ext>
            </a:extLst>
          </p:cNvPr>
          <p:cNvGrpSpPr/>
          <p:nvPr/>
        </p:nvGrpSpPr>
        <p:grpSpPr>
          <a:xfrm>
            <a:off x="6293023" y="4071225"/>
            <a:ext cx="1370160" cy="595080"/>
            <a:chOff x="6293023" y="4071225"/>
            <a:chExt cx="1370160" cy="595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7666D41-FDA2-487F-B355-43FFA2D1A68F}"/>
                    </a:ext>
                  </a:extLst>
                </p14:cNvPr>
                <p14:cNvContentPartPr/>
                <p14:nvPr/>
              </p14:nvContentPartPr>
              <p14:xfrm>
                <a:off x="6478783" y="4213425"/>
                <a:ext cx="11520" cy="2595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7666D41-FDA2-487F-B355-43FFA2D1A6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460783" y="4195425"/>
                  <a:ext cx="47160" cy="29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C77E0F4-A00F-42D5-8123-7AB163149D9D}"/>
                    </a:ext>
                  </a:extLst>
                </p14:cNvPr>
                <p14:cNvContentPartPr/>
                <p14:nvPr/>
              </p14:nvContentPartPr>
              <p14:xfrm>
                <a:off x="6310303" y="4240785"/>
                <a:ext cx="401400" cy="1512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C77E0F4-A00F-42D5-8123-7AB163149D9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292303" y="4222785"/>
                  <a:ext cx="43704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D76C9895-72DD-4B66-9342-60A6E4B355AA}"/>
                    </a:ext>
                  </a:extLst>
                </p14:cNvPr>
                <p14:cNvContentPartPr/>
                <p14:nvPr/>
              </p14:nvContentPartPr>
              <p14:xfrm>
                <a:off x="6363583" y="4534185"/>
                <a:ext cx="360720" cy="4680"/>
              </p14:xfrm>
            </p:contentPart>
          </mc:Choice>
          <mc:Fallback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D76C9895-72DD-4B66-9342-60A6E4B355AA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345943" y="4516185"/>
                  <a:ext cx="396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825D6B3D-99D7-435D-9C3F-AC31BFF9E892}"/>
                    </a:ext>
                  </a:extLst>
                </p14:cNvPr>
                <p14:cNvContentPartPr/>
                <p14:nvPr/>
              </p14:nvContentPartPr>
              <p14:xfrm>
                <a:off x="6777223" y="4461465"/>
                <a:ext cx="156240" cy="204840"/>
              </p14:xfrm>
            </p:contentPart>
          </mc:Choice>
          <mc:Fallback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825D6B3D-99D7-435D-9C3F-AC31BFF9E89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759583" y="4443465"/>
                  <a:ext cx="19188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5FFE0C4B-520E-449B-8AEC-707F7BB0045D}"/>
                    </a:ext>
                  </a:extLst>
                </p14:cNvPr>
                <p14:cNvContentPartPr/>
                <p14:nvPr/>
              </p14:nvContentPartPr>
              <p14:xfrm>
                <a:off x="6747703" y="4445625"/>
                <a:ext cx="222120" cy="133200"/>
              </p14:xfrm>
            </p:contentPart>
          </mc:Choice>
          <mc:Fallback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5FFE0C4B-520E-449B-8AEC-707F7BB0045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729703" y="4427625"/>
                  <a:ext cx="2577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91C05211-24A0-4727-BB85-7EE3E383143A}"/>
                    </a:ext>
                  </a:extLst>
                </p14:cNvPr>
                <p14:cNvContentPartPr/>
                <p14:nvPr/>
              </p14:nvContentPartPr>
              <p14:xfrm>
                <a:off x="6293023" y="4071225"/>
                <a:ext cx="563400" cy="1908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91C05211-24A0-4727-BB85-7EE3E383143A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6275383" y="4053585"/>
                  <a:ext cx="5990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D17F10AC-3ABA-4FF6-AC09-77387243CB8B}"/>
                    </a:ext>
                  </a:extLst>
                </p14:cNvPr>
                <p14:cNvContentPartPr/>
                <p14:nvPr/>
              </p14:nvContentPartPr>
              <p14:xfrm>
                <a:off x="7231543" y="4310985"/>
                <a:ext cx="431640" cy="274680"/>
              </p14:xfrm>
            </p:contentPart>
          </mc:Choice>
          <mc:Fallback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D17F10AC-3ABA-4FF6-AC09-77387243CB8B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213903" y="4292985"/>
                  <a:ext cx="467280" cy="310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3" name="Group 222">
            <a:extLst>
              <a:ext uri="{FF2B5EF4-FFF2-40B4-BE49-F238E27FC236}">
                <a16:creationId xmlns:a16="http://schemas.microsoft.com/office/drawing/2014/main" id="{671605BD-BAA1-4ECC-B6CF-438939CD3F16}"/>
              </a:ext>
            </a:extLst>
          </p:cNvPr>
          <p:cNvGrpSpPr/>
          <p:nvPr/>
        </p:nvGrpSpPr>
        <p:grpSpPr>
          <a:xfrm>
            <a:off x="7987183" y="4012905"/>
            <a:ext cx="2598480" cy="519840"/>
            <a:chOff x="7987183" y="4012905"/>
            <a:chExt cx="2598480" cy="519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D233BE17-6DFA-4096-89C6-D6C701C3B7E1}"/>
                    </a:ext>
                  </a:extLst>
                </p14:cNvPr>
                <p14:cNvContentPartPr/>
                <p14:nvPr/>
              </p14:nvContentPartPr>
              <p14:xfrm>
                <a:off x="7987183" y="4314945"/>
                <a:ext cx="299160" cy="16344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D233BE17-6DFA-4096-89C6-D6C701C3B7E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969183" y="4296945"/>
                  <a:ext cx="33480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05A7A42C-AB54-4A0B-B42A-0CF4A4883B0B}"/>
                    </a:ext>
                  </a:extLst>
                </p14:cNvPr>
                <p14:cNvContentPartPr/>
                <p14:nvPr/>
              </p14:nvContentPartPr>
              <p14:xfrm>
                <a:off x="8232343" y="4014345"/>
                <a:ext cx="109080" cy="45612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05A7A42C-AB54-4A0B-B42A-0CF4A4883B0B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214703" y="3996345"/>
                  <a:ext cx="144720" cy="49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B2F9DFA-EA75-4EE6-BF17-045C85B22B6F}"/>
                    </a:ext>
                  </a:extLst>
                </p14:cNvPr>
                <p14:cNvContentPartPr/>
                <p14:nvPr/>
              </p14:nvContentPartPr>
              <p14:xfrm>
                <a:off x="8266543" y="4265625"/>
                <a:ext cx="154080" cy="1620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B2F9DFA-EA75-4EE6-BF17-045C85B22B6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8248543" y="4247625"/>
                  <a:ext cx="18972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F457B78-37DD-4991-B5FD-61ECAF7E7ED4}"/>
                    </a:ext>
                  </a:extLst>
                </p14:cNvPr>
                <p14:cNvContentPartPr/>
                <p14:nvPr/>
              </p14:nvContentPartPr>
              <p14:xfrm>
                <a:off x="8422063" y="4012905"/>
                <a:ext cx="686520" cy="519840"/>
              </p14:xfrm>
            </p:contentPart>
          </mc:Choice>
          <mc:Fallback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F457B78-37DD-4991-B5FD-61ECAF7E7ED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8404423" y="3994905"/>
                  <a:ext cx="722160" cy="55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1FC11D3A-5A50-4512-8FF7-F3A32DF44A52}"/>
                    </a:ext>
                  </a:extLst>
                </p14:cNvPr>
                <p14:cNvContentPartPr/>
                <p14:nvPr/>
              </p14:nvContentPartPr>
              <p14:xfrm>
                <a:off x="9335383" y="4247985"/>
                <a:ext cx="644760" cy="26712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FC11D3A-5A50-4512-8FF7-F3A32DF44A5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317383" y="4230345"/>
                  <a:ext cx="68040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72C0A79A-AF55-4055-9212-30981657D6F5}"/>
                    </a:ext>
                  </a:extLst>
                </p14:cNvPr>
                <p14:cNvContentPartPr/>
                <p14:nvPr/>
              </p14:nvContentPartPr>
              <p14:xfrm>
                <a:off x="10284703" y="4204065"/>
                <a:ext cx="258480" cy="28152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72C0A79A-AF55-4055-9212-30981657D6F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0266703" y="4186425"/>
                  <a:ext cx="294120" cy="31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D7605FB3-12E2-402B-9F1B-F54E570B99CC}"/>
                    </a:ext>
                  </a:extLst>
                </p14:cNvPr>
                <p14:cNvContentPartPr/>
                <p14:nvPr/>
              </p14:nvContentPartPr>
              <p14:xfrm>
                <a:off x="10192903" y="4349865"/>
                <a:ext cx="290520" cy="4032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D7605FB3-12E2-402B-9F1B-F54E570B99C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0174903" y="4332225"/>
                  <a:ext cx="32616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0994C3D0-57E4-47CF-AB74-C78E629EF056}"/>
                    </a:ext>
                  </a:extLst>
                </p14:cNvPr>
                <p14:cNvContentPartPr/>
                <p14:nvPr/>
              </p14:nvContentPartPr>
              <p14:xfrm>
                <a:off x="10299463" y="4268505"/>
                <a:ext cx="209520" cy="756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0994C3D0-57E4-47CF-AB74-C78E629EF05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281823" y="4250505"/>
                  <a:ext cx="24516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66CD6A75-DB0D-4373-8CBB-036A6D7112FF}"/>
                    </a:ext>
                  </a:extLst>
                </p14:cNvPr>
                <p14:cNvContentPartPr/>
                <p14:nvPr/>
              </p14:nvContentPartPr>
              <p14:xfrm>
                <a:off x="10171663" y="4058265"/>
                <a:ext cx="414000" cy="10440"/>
              </p14:xfrm>
            </p:contentPart>
          </mc:Choice>
          <mc:Fallback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66CD6A75-DB0D-4373-8CBB-036A6D7112F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0153663" y="4040625"/>
                  <a:ext cx="44964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1" name="Group 250">
            <a:extLst>
              <a:ext uri="{FF2B5EF4-FFF2-40B4-BE49-F238E27FC236}">
                <a16:creationId xmlns:a16="http://schemas.microsoft.com/office/drawing/2014/main" id="{A69E7106-783D-4711-8671-44B950C1D8A3}"/>
              </a:ext>
            </a:extLst>
          </p:cNvPr>
          <p:cNvGrpSpPr/>
          <p:nvPr/>
        </p:nvGrpSpPr>
        <p:grpSpPr>
          <a:xfrm>
            <a:off x="6138943" y="4802745"/>
            <a:ext cx="1888920" cy="722880"/>
            <a:chOff x="6138943" y="4802745"/>
            <a:chExt cx="1888920" cy="722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83D31DA4-1C21-43B7-8067-5C24232A69CB}"/>
                    </a:ext>
                  </a:extLst>
                </p14:cNvPr>
                <p14:cNvContentPartPr/>
                <p14:nvPr/>
              </p14:nvContentPartPr>
              <p14:xfrm>
                <a:off x="6138943" y="4910745"/>
                <a:ext cx="227520" cy="322560"/>
              </p14:xfrm>
            </p:contentPart>
          </mc:Choice>
          <mc:Fallback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83D31DA4-1C21-43B7-8067-5C24232A69C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6121303" y="4892745"/>
                  <a:ext cx="2631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240" name="Ink 239">
                  <a:extLst>
                    <a:ext uri="{FF2B5EF4-FFF2-40B4-BE49-F238E27FC236}">
                      <a16:creationId xmlns:a16="http://schemas.microsoft.com/office/drawing/2014/main" id="{7BF05152-0157-48C2-91C4-AB5BC3BA00D9}"/>
                    </a:ext>
                  </a:extLst>
                </p14:cNvPr>
                <p14:cNvContentPartPr/>
                <p14:nvPr/>
              </p14:nvContentPartPr>
              <p14:xfrm>
                <a:off x="6433063" y="4912905"/>
                <a:ext cx="204480" cy="286200"/>
              </p14:xfrm>
            </p:contentPart>
          </mc:Choice>
          <mc:Fallback>
            <p:pic>
              <p:nvPicPr>
                <p:cNvPr id="240" name="Ink 239">
                  <a:extLst>
                    <a:ext uri="{FF2B5EF4-FFF2-40B4-BE49-F238E27FC236}">
                      <a16:creationId xmlns:a16="http://schemas.microsoft.com/office/drawing/2014/main" id="{7BF05152-0157-48C2-91C4-AB5BC3BA00D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415063" y="4894905"/>
                  <a:ext cx="2401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9FDBAFC3-77B9-435A-A088-939CCDBE9FD9}"/>
                    </a:ext>
                  </a:extLst>
                </p14:cNvPr>
                <p14:cNvContentPartPr/>
                <p14:nvPr/>
              </p14:nvContentPartPr>
              <p14:xfrm>
                <a:off x="6410383" y="5140065"/>
                <a:ext cx="237240" cy="175680"/>
              </p14:xfrm>
            </p:contentPart>
          </mc:Choice>
          <mc:Fallback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9FDBAFC3-77B9-435A-A088-939CCDBE9FD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6392743" y="5122065"/>
                  <a:ext cx="272880" cy="21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DFF09B30-6411-4736-932B-8BDB3E06E06A}"/>
                    </a:ext>
                  </a:extLst>
                </p14:cNvPr>
                <p14:cNvContentPartPr/>
                <p14:nvPr/>
              </p14:nvContentPartPr>
              <p14:xfrm>
                <a:off x="6806023" y="4870785"/>
                <a:ext cx="189360" cy="558720"/>
              </p14:xfrm>
            </p:contentPart>
          </mc:Choice>
          <mc:Fallback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DFF09B30-6411-4736-932B-8BDB3E06E06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788023" y="4853145"/>
                  <a:ext cx="22500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E05BFD10-5E25-429A-81D1-FD4E37410802}"/>
                    </a:ext>
                  </a:extLst>
                </p14:cNvPr>
                <p14:cNvContentPartPr/>
                <p14:nvPr/>
              </p14:nvContentPartPr>
              <p14:xfrm>
                <a:off x="7171783" y="4830105"/>
                <a:ext cx="167400" cy="387720"/>
              </p14:xfrm>
            </p:contentPart>
          </mc:Choice>
          <mc:Fallback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E05BFD10-5E25-429A-81D1-FD4E37410802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7153783" y="4812105"/>
                  <a:ext cx="203040" cy="42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F790BF14-07C1-47EB-AC65-1390014AD295}"/>
                    </a:ext>
                  </a:extLst>
                </p14:cNvPr>
                <p14:cNvContentPartPr/>
                <p14:nvPr/>
              </p14:nvContentPartPr>
              <p14:xfrm>
                <a:off x="7093303" y="5154105"/>
                <a:ext cx="235440" cy="206280"/>
              </p14:xfrm>
            </p:contentPart>
          </mc:Choice>
          <mc:Fallback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F790BF14-07C1-47EB-AC65-1390014AD295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7075303" y="5136465"/>
                  <a:ext cx="27108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247" name="Ink 246">
                  <a:extLst>
                    <a:ext uri="{FF2B5EF4-FFF2-40B4-BE49-F238E27FC236}">
                      <a16:creationId xmlns:a16="http://schemas.microsoft.com/office/drawing/2014/main" id="{08A97AF0-9D96-413F-BF5D-7C2D90CBBD1C}"/>
                    </a:ext>
                  </a:extLst>
                </p14:cNvPr>
                <p14:cNvContentPartPr/>
                <p14:nvPr/>
              </p14:nvContentPartPr>
              <p14:xfrm>
                <a:off x="7690543" y="4841265"/>
                <a:ext cx="11160" cy="191880"/>
              </p14:xfrm>
            </p:contentPart>
          </mc:Choice>
          <mc:Fallback>
            <p:pic>
              <p:nvPicPr>
                <p:cNvPr id="247" name="Ink 246">
                  <a:extLst>
                    <a:ext uri="{FF2B5EF4-FFF2-40B4-BE49-F238E27FC236}">
                      <a16:creationId xmlns:a16="http://schemas.microsoft.com/office/drawing/2014/main" id="{08A97AF0-9D96-413F-BF5D-7C2D90CBBD1C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672543" y="4823625"/>
                  <a:ext cx="4680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248" name="Ink 247">
                  <a:extLst>
                    <a:ext uri="{FF2B5EF4-FFF2-40B4-BE49-F238E27FC236}">
                      <a16:creationId xmlns:a16="http://schemas.microsoft.com/office/drawing/2014/main" id="{D1B07D08-48CC-4CC3-8BC7-970C9CEE2E32}"/>
                    </a:ext>
                  </a:extLst>
                </p14:cNvPr>
                <p14:cNvContentPartPr/>
                <p14:nvPr/>
              </p14:nvContentPartPr>
              <p14:xfrm>
                <a:off x="7581823" y="4802745"/>
                <a:ext cx="343080" cy="240480"/>
              </p14:xfrm>
            </p:contentPart>
          </mc:Choice>
          <mc:Fallback>
            <p:pic>
              <p:nvPicPr>
                <p:cNvPr id="248" name="Ink 247">
                  <a:extLst>
                    <a:ext uri="{FF2B5EF4-FFF2-40B4-BE49-F238E27FC236}">
                      <a16:creationId xmlns:a16="http://schemas.microsoft.com/office/drawing/2014/main" id="{D1B07D08-48CC-4CC3-8BC7-970C9CEE2E3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563823" y="4784745"/>
                  <a:ext cx="378720" cy="27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249" name="Ink 248">
                  <a:extLst>
                    <a:ext uri="{FF2B5EF4-FFF2-40B4-BE49-F238E27FC236}">
                      <a16:creationId xmlns:a16="http://schemas.microsoft.com/office/drawing/2014/main" id="{CBC82158-7CE1-4C9D-8395-7CF6BA75749C}"/>
                    </a:ext>
                  </a:extLst>
                </p14:cNvPr>
                <p14:cNvContentPartPr/>
                <p14:nvPr/>
              </p14:nvContentPartPr>
              <p14:xfrm>
                <a:off x="7652023" y="5108385"/>
                <a:ext cx="294840" cy="4680"/>
              </p14:xfrm>
            </p:contentPart>
          </mc:Choice>
          <mc:Fallback>
            <p:pic>
              <p:nvPicPr>
                <p:cNvPr id="249" name="Ink 248">
                  <a:extLst>
                    <a:ext uri="{FF2B5EF4-FFF2-40B4-BE49-F238E27FC236}">
                      <a16:creationId xmlns:a16="http://schemas.microsoft.com/office/drawing/2014/main" id="{CBC82158-7CE1-4C9D-8395-7CF6BA75749C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634383" y="5090745"/>
                  <a:ext cx="3304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250" name="Ink 249">
                  <a:extLst>
                    <a:ext uri="{FF2B5EF4-FFF2-40B4-BE49-F238E27FC236}">
                      <a16:creationId xmlns:a16="http://schemas.microsoft.com/office/drawing/2014/main" id="{2F0BF5E1-DD76-4AB7-9431-57B6F2841651}"/>
                    </a:ext>
                  </a:extLst>
                </p14:cNvPr>
                <p14:cNvContentPartPr/>
                <p14:nvPr/>
              </p14:nvContentPartPr>
              <p14:xfrm>
                <a:off x="7747063" y="5240865"/>
                <a:ext cx="280800" cy="284760"/>
              </p14:xfrm>
            </p:contentPart>
          </mc:Choice>
          <mc:Fallback>
            <p:pic>
              <p:nvPicPr>
                <p:cNvPr id="250" name="Ink 249">
                  <a:extLst>
                    <a:ext uri="{FF2B5EF4-FFF2-40B4-BE49-F238E27FC236}">
                      <a16:creationId xmlns:a16="http://schemas.microsoft.com/office/drawing/2014/main" id="{2F0BF5E1-DD76-4AB7-9431-57B6F284165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729423" y="5223225"/>
                  <a:ext cx="316440" cy="32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58" name="Group 257">
            <a:extLst>
              <a:ext uri="{FF2B5EF4-FFF2-40B4-BE49-F238E27FC236}">
                <a16:creationId xmlns:a16="http://schemas.microsoft.com/office/drawing/2014/main" id="{06C01368-548F-4E24-9E4F-2F5FB227F90E}"/>
              </a:ext>
            </a:extLst>
          </p:cNvPr>
          <p:cNvGrpSpPr/>
          <p:nvPr/>
        </p:nvGrpSpPr>
        <p:grpSpPr>
          <a:xfrm>
            <a:off x="2599063" y="2820945"/>
            <a:ext cx="2598480" cy="2128680"/>
            <a:chOff x="2599063" y="2820945"/>
            <a:chExt cx="2598480" cy="2128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04F24C0-C472-43D4-86E3-086591D89D79}"/>
                    </a:ext>
                  </a:extLst>
                </p14:cNvPr>
                <p14:cNvContentPartPr/>
                <p14:nvPr/>
              </p14:nvContentPartPr>
              <p14:xfrm>
                <a:off x="4763743" y="2820945"/>
                <a:ext cx="23760" cy="2062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04F24C0-C472-43D4-86E3-086591D89D79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4745743" y="2803305"/>
                  <a:ext cx="594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A778DF4E-E67F-41CC-8099-B338D6047088}"/>
                    </a:ext>
                  </a:extLst>
                </p14:cNvPr>
                <p14:cNvContentPartPr/>
                <p14:nvPr/>
              </p14:nvContentPartPr>
              <p14:xfrm>
                <a:off x="4605703" y="2828145"/>
                <a:ext cx="326520" cy="1620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A778DF4E-E67F-41CC-8099-B338D6047088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4588063" y="2810505"/>
                  <a:ext cx="362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27595CF-4738-4008-B9EF-01D937038AB7}"/>
                    </a:ext>
                  </a:extLst>
                </p14:cNvPr>
                <p14:cNvContentPartPr/>
                <p14:nvPr/>
              </p14:nvContentPartPr>
              <p14:xfrm>
                <a:off x="4635583" y="3056745"/>
                <a:ext cx="316080" cy="2196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27595CF-4738-4008-B9EF-01D937038AB7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617943" y="3039105"/>
                  <a:ext cx="35172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252" name="Ink 251">
                  <a:extLst>
                    <a:ext uri="{FF2B5EF4-FFF2-40B4-BE49-F238E27FC236}">
                      <a16:creationId xmlns:a16="http://schemas.microsoft.com/office/drawing/2014/main" id="{50626C7C-A3A6-487C-AD9D-ACDD92B3291A}"/>
                    </a:ext>
                  </a:extLst>
                </p14:cNvPr>
                <p14:cNvContentPartPr/>
                <p14:nvPr/>
              </p14:nvContentPartPr>
              <p14:xfrm>
                <a:off x="2599063" y="3136305"/>
                <a:ext cx="2598480" cy="1813320"/>
              </p14:xfrm>
            </p:contentPart>
          </mc:Choice>
          <mc:Fallback>
            <p:pic>
              <p:nvPicPr>
                <p:cNvPr id="252" name="Ink 251">
                  <a:extLst>
                    <a:ext uri="{FF2B5EF4-FFF2-40B4-BE49-F238E27FC236}">
                      <a16:creationId xmlns:a16="http://schemas.microsoft.com/office/drawing/2014/main" id="{50626C7C-A3A6-487C-AD9D-ACDD92B3291A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2581063" y="3118305"/>
                  <a:ext cx="2634120" cy="18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DACD5D7D-D38E-49DF-A30F-C876271CF20E}"/>
                    </a:ext>
                  </a:extLst>
                </p14:cNvPr>
                <p14:cNvContentPartPr/>
                <p14:nvPr/>
              </p14:nvContentPartPr>
              <p14:xfrm>
                <a:off x="4939063" y="3512505"/>
                <a:ext cx="25200" cy="213120"/>
              </p14:xfrm>
            </p:contentPart>
          </mc:Choice>
          <mc:Fallback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DACD5D7D-D38E-49DF-A30F-C876271CF20E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921423" y="3494865"/>
                  <a:ext cx="6084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255" name="Ink 254">
                  <a:extLst>
                    <a:ext uri="{FF2B5EF4-FFF2-40B4-BE49-F238E27FC236}">
                      <a16:creationId xmlns:a16="http://schemas.microsoft.com/office/drawing/2014/main" id="{2FEBC285-76A4-4270-83CA-923BE9150A17}"/>
                    </a:ext>
                  </a:extLst>
                </p14:cNvPr>
                <p14:cNvContentPartPr/>
                <p14:nvPr/>
              </p14:nvContentPartPr>
              <p14:xfrm>
                <a:off x="5002423" y="3484065"/>
                <a:ext cx="15480" cy="219240"/>
              </p14:xfrm>
            </p:contentPart>
          </mc:Choice>
          <mc:Fallback>
            <p:pic>
              <p:nvPicPr>
                <p:cNvPr id="255" name="Ink 254">
                  <a:extLst>
                    <a:ext uri="{FF2B5EF4-FFF2-40B4-BE49-F238E27FC236}">
                      <a16:creationId xmlns:a16="http://schemas.microsoft.com/office/drawing/2014/main" id="{2FEBC285-76A4-4270-83CA-923BE9150A17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4984423" y="3466065"/>
                  <a:ext cx="51120" cy="25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256" name="Ink 255">
                  <a:extLst>
                    <a:ext uri="{FF2B5EF4-FFF2-40B4-BE49-F238E27FC236}">
                      <a16:creationId xmlns:a16="http://schemas.microsoft.com/office/drawing/2014/main" id="{DEBA5045-961F-4AC9-89BE-E96E4897DB05}"/>
                    </a:ext>
                  </a:extLst>
                </p14:cNvPr>
                <p14:cNvContentPartPr/>
                <p14:nvPr/>
              </p14:nvContentPartPr>
              <p14:xfrm>
                <a:off x="4855183" y="3463905"/>
                <a:ext cx="309600" cy="23400"/>
              </p14:xfrm>
            </p:contentPart>
          </mc:Choice>
          <mc:Fallback>
            <p:pic>
              <p:nvPicPr>
                <p:cNvPr id="256" name="Ink 255">
                  <a:extLst>
                    <a:ext uri="{FF2B5EF4-FFF2-40B4-BE49-F238E27FC236}">
                      <a16:creationId xmlns:a16="http://schemas.microsoft.com/office/drawing/2014/main" id="{DEBA5045-961F-4AC9-89BE-E96E4897DB05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4837543" y="3446265"/>
                  <a:ext cx="34524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257" name="Ink 256">
                  <a:extLst>
                    <a:ext uri="{FF2B5EF4-FFF2-40B4-BE49-F238E27FC236}">
                      <a16:creationId xmlns:a16="http://schemas.microsoft.com/office/drawing/2014/main" id="{794BBB38-3220-44A2-AAE7-B5F0AE3E1577}"/>
                    </a:ext>
                  </a:extLst>
                </p14:cNvPr>
                <p14:cNvContentPartPr/>
                <p14:nvPr/>
              </p14:nvContentPartPr>
              <p14:xfrm>
                <a:off x="4869943" y="3659745"/>
                <a:ext cx="299520" cy="10440"/>
              </p14:xfrm>
            </p:contentPart>
          </mc:Choice>
          <mc:Fallback>
            <p:pic>
              <p:nvPicPr>
                <p:cNvPr id="257" name="Ink 256">
                  <a:extLst>
                    <a:ext uri="{FF2B5EF4-FFF2-40B4-BE49-F238E27FC236}">
                      <a16:creationId xmlns:a16="http://schemas.microsoft.com/office/drawing/2014/main" id="{794BBB38-3220-44A2-AAE7-B5F0AE3E1577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4851943" y="3642105"/>
                  <a:ext cx="335160" cy="46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7" name="Group 266">
            <a:extLst>
              <a:ext uri="{FF2B5EF4-FFF2-40B4-BE49-F238E27FC236}">
                <a16:creationId xmlns:a16="http://schemas.microsoft.com/office/drawing/2014/main" id="{81699CA6-48D5-48F2-8AB2-A959F7555F31}"/>
              </a:ext>
            </a:extLst>
          </p:cNvPr>
          <p:cNvGrpSpPr/>
          <p:nvPr/>
        </p:nvGrpSpPr>
        <p:grpSpPr>
          <a:xfrm>
            <a:off x="504943" y="5651625"/>
            <a:ext cx="2074680" cy="577080"/>
            <a:chOff x="504943" y="5651625"/>
            <a:chExt cx="2074680" cy="577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259" name="Ink 258">
                  <a:extLst>
                    <a:ext uri="{FF2B5EF4-FFF2-40B4-BE49-F238E27FC236}">
                      <a16:creationId xmlns:a16="http://schemas.microsoft.com/office/drawing/2014/main" id="{499B4717-8B9C-4977-9DFA-0FDB92FD752D}"/>
                    </a:ext>
                  </a:extLst>
                </p14:cNvPr>
                <p14:cNvContentPartPr/>
                <p14:nvPr/>
              </p14:nvContentPartPr>
              <p14:xfrm>
                <a:off x="504943" y="5809665"/>
                <a:ext cx="393480" cy="419040"/>
              </p14:xfrm>
            </p:contentPart>
          </mc:Choice>
          <mc:Fallback>
            <p:pic>
              <p:nvPicPr>
                <p:cNvPr id="259" name="Ink 258">
                  <a:extLst>
                    <a:ext uri="{FF2B5EF4-FFF2-40B4-BE49-F238E27FC236}">
                      <a16:creationId xmlns:a16="http://schemas.microsoft.com/office/drawing/2014/main" id="{499B4717-8B9C-4977-9DFA-0FDB92FD752D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487303" y="5791665"/>
                  <a:ext cx="42912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1196A42B-0362-4485-8B83-4A64B84EB7C4}"/>
                    </a:ext>
                  </a:extLst>
                </p14:cNvPr>
                <p14:cNvContentPartPr/>
                <p14:nvPr/>
              </p14:nvContentPartPr>
              <p14:xfrm>
                <a:off x="827863" y="5873025"/>
                <a:ext cx="360" cy="360"/>
              </p14:xfrm>
            </p:contentPart>
          </mc:Choice>
          <mc:Fallback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1196A42B-0362-4485-8B83-4A64B84EB7C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09863" y="585502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1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B10E98BF-64C4-47DF-BEC0-16705F9218B4}"/>
                    </a:ext>
                  </a:extLst>
                </p14:cNvPr>
                <p14:cNvContentPartPr/>
                <p14:nvPr/>
              </p14:nvContentPartPr>
              <p14:xfrm>
                <a:off x="944503" y="5992905"/>
                <a:ext cx="192960" cy="147600"/>
              </p14:xfrm>
            </p:contentPart>
          </mc:Choice>
          <mc:Fallback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B10E98BF-64C4-47DF-BEC0-16705F9218B4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926863" y="5974905"/>
                  <a:ext cx="22860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3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2F2364E7-4B03-4C75-812E-77E45E1B6BBC}"/>
                    </a:ext>
                  </a:extLst>
                </p14:cNvPr>
                <p14:cNvContentPartPr/>
                <p14:nvPr/>
              </p14:nvContentPartPr>
              <p14:xfrm>
                <a:off x="1143943" y="5968785"/>
                <a:ext cx="522360" cy="190440"/>
              </p14:xfrm>
            </p:contentPart>
          </mc:Choice>
          <mc:Fallback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2F2364E7-4B03-4C75-812E-77E45E1B6BBC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1126303" y="5950785"/>
                  <a:ext cx="55800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5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D95E6BAB-CAFE-4AD9-AA7A-622A33010693}"/>
                    </a:ext>
                  </a:extLst>
                </p14:cNvPr>
                <p14:cNvContentPartPr/>
                <p14:nvPr/>
              </p14:nvContentPartPr>
              <p14:xfrm>
                <a:off x="1565863" y="5788785"/>
                <a:ext cx="360" cy="360"/>
              </p14:xfrm>
            </p:contentPart>
          </mc:Choice>
          <mc:Fallback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D95E6BAB-CAFE-4AD9-AA7A-622A33010693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1547863" y="577078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264" name="Ink 263">
                  <a:extLst>
                    <a:ext uri="{FF2B5EF4-FFF2-40B4-BE49-F238E27FC236}">
                      <a16:creationId xmlns:a16="http://schemas.microsoft.com/office/drawing/2014/main" id="{170163BE-FB3B-46CB-BDFE-C1D7A580A2EF}"/>
                    </a:ext>
                  </a:extLst>
                </p14:cNvPr>
                <p14:cNvContentPartPr/>
                <p14:nvPr/>
              </p14:nvContentPartPr>
              <p14:xfrm>
                <a:off x="1687543" y="5651625"/>
                <a:ext cx="205200" cy="457560"/>
              </p14:xfrm>
            </p:contentPart>
          </mc:Choice>
          <mc:Fallback>
            <p:pic>
              <p:nvPicPr>
                <p:cNvPr id="264" name="Ink 263">
                  <a:extLst>
                    <a:ext uri="{FF2B5EF4-FFF2-40B4-BE49-F238E27FC236}">
                      <a16:creationId xmlns:a16="http://schemas.microsoft.com/office/drawing/2014/main" id="{170163BE-FB3B-46CB-BDFE-C1D7A580A2E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669543" y="5633625"/>
                  <a:ext cx="24084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50439CE4-8AD7-44D8-A809-A524022128AE}"/>
                    </a:ext>
                  </a:extLst>
                </p14:cNvPr>
                <p14:cNvContentPartPr/>
                <p14:nvPr/>
              </p14:nvContentPartPr>
              <p14:xfrm>
                <a:off x="2009023" y="5888145"/>
                <a:ext cx="226800" cy="252360"/>
              </p14:xfrm>
            </p:contentPart>
          </mc:Choice>
          <mc:Fallback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50439CE4-8AD7-44D8-A809-A524022128AE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991383" y="5870145"/>
                  <a:ext cx="26244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0">
              <p14:nvContentPartPr>
                <p14:cNvPr id="266" name="Ink 265">
                  <a:extLst>
                    <a:ext uri="{FF2B5EF4-FFF2-40B4-BE49-F238E27FC236}">
                      <a16:creationId xmlns:a16="http://schemas.microsoft.com/office/drawing/2014/main" id="{F996137E-1119-4447-93A4-0410A9B4B4FC}"/>
                    </a:ext>
                  </a:extLst>
                </p14:cNvPr>
                <p14:cNvContentPartPr/>
                <p14:nvPr/>
              </p14:nvContentPartPr>
              <p14:xfrm>
                <a:off x="2542903" y="5935665"/>
                <a:ext cx="36720" cy="160560"/>
              </p14:xfrm>
            </p:contentPart>
          </mc:Choice>
          <mc:Fallback>
            <p:pic>
              <p:nvPicPr>
                <p:cNvPr id="266" name="Ink 265">
                  <a:extLst>
                    <a:ext uri="{FF2B5EF4-FFF2-40B4-BE49-F238E27FC236}">
                      <a16:creationId xmlns:a16="http://schemas.microsoft.com/office/drawing/2014/main" id="{F996137E-1119-4447-93A4-0410A9B4B4FC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524903" y="5918025"/>
                  <a:ext cx="72360" cy="19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923AA67D-E05B-4096-BAF0-CBBBFAB7D736}"/>
              </a:ext>
            </a:extLst>
          </p:cNvPr>
          <p:cNvGrpSpPr/>
          <p:nvPr/>
        </p:nvGrpSpPr>
        <p:grpSpPr>
          <a:xfrm>
            <a:off x="2887063" y="5661705"/>
            <a:ext cx="4660920" cy="1122120"/>
            <a:chOff x="2887063" y="5661705"/>
            <a:chExt cx="4660920" cy="1122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12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0AEF430E-861E-4F23-A905-F7683FA8E259}"/>
                    </a:ext>
                  </a:extLst>
                </p14:cNvPr>
                <p14:cNvContentPartPr/>
                <p14:nvPr/>
              </p14:nvContentPartPr>
              <p14:xfrm>
                <a:off x="3125383" y="5833065"/>
                <a:ext cx="36720" cy="290520"/>
              </p14:xfrm>
            </p:contentPart>
          </mc:Choice>
          <mc:Fallback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0AEF430E-861E-4F23-A905-F7683FA8E259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107383" y="5815065"/>
                  <a:ext cx="72360" cy="32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4">
              <p14:nvContentPartPr>
                <p14:cNvPr id="269" name="Ink 268">
                  <a:extLst>
                    <a:ext uri="{FF2B5EF4-FFF2-40B4-BE49-F238E27FC236}">
                      <a16:creationId xmlns:a16="http://schemas.microsoft.com/office/drawing/2014/main" id="{F206740C-3792-404B-9FB8-436776167260}"/>
                    </a:ext>
                  </a:extLst>
                </p14:cNvPr>
                <p14:cNvContentPartPr/>
                <p14:nvPr/>
              </p14:nvContentPartPr>
              <p14:xfrm>
                <a:off x="2887063" y="5768625"/>
                <a:ext cx="490320" cy="20520"/>
              </p14:xfrm>
            </p:contentPart>
          </mc:Choice>
          <mc:Fallback>
            <p:pic>
              <p:nvPicPr>
                <p:cNvPr id="269" name="Ink 268">
                  <a:extLst>
                    <a:ext uri="{FF2B5EF4-FFF2-40B4-BE49-F238E27FC236}">
                      <a16:creationId xmlns:a16="http://schemas.microsoft.com/office/drawing/2014/main" id="{F206740C-3792-404B-9FB8-43677616726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869063" y="5750625"/>
                  <a:ext cx="5259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73FE4E64-BA53-4F5C-9004-796D5AF943D4}"/>
                    </a:ext>
                  </a:extLst>
                </p14:cNvPr>
                <p14:cNvContentPartPr/>
                <p14:nvPr/>
              </p14:nvContentPartPr>
              <p14:xfrm>
                <a:off x="2984623" y="6182985"/>
                <a:ext cx="416520" cy="10440"/>
              </p14:xfrm>
            </p:contentPart>
          </mc:Choice>
          <mc:Fallback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73FE4E64-BA53-4F5C-9004-796D5AF943D4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66623" y="6164985"/>
                  <a:ext cx="45216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8">
              <p14:nvContentPartPr>
                <p14:cNvPr id="271" name="Ink 270">
                  <a:extLst>
                    <a:ext uri="{FF2B5EF4-FFF2-40B4-BE49-F238E27FC236}">
                      <a16:creationId xmlns:a16="http://schemas.microsoft.com/office/drawing/2014/main" id="{686A1562-20D2-42E6-A036-00C4C8AAC8F5}"/>
                    </a:ext>
                  </a:extLst>
                </p14:cNvPr>
                <p14:cNvContentPartPr/>
                <p14:nvPr/>
              </p14:nvContentPartPr>
              <p14:xfrm>
                <a:off x="3353263" y="6050865"/>
                <a:ext cx="187920" cy="279000"/>
              </p14:xfrm>
            </p:contentPart>
          </mc:Choice>
          <mc:Fallback>
            <p:pic>
              <p:nvPicPr>
                <p:cNvPr id="271" name="Ink 270">
                  <a:extLst>
                    <a:ext uri="{FF2B5EF4-FFF2-40B4-BE49-F238E27FC236}">
                      <a16:creationId xmlns:a16="http://schemas.microsoft.com/office/drawing/2014/main" id="{686A1562-20D2-42E6-A036-00C4C8AAC8F5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335263" y="6033225"/>
                  <a:ext cx="22356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0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30A27C56-5A77-4A33-9E6B-EE476851966B}"/>
                    </a:ext>
                  </a:extLst>
                </p14:cNvPr>
                <p14:cNvContentPartPr/>
                <p14:nvPr/>
              </p14:nvContentPartPr>
              <p14:xfrm>
                <a:off x="3600943" y="6034305"/>
                <a:ext cx="183960" cy="239040"/>
              </p14:xfrm>
            </p:contentPart>
          </mc:Choice>
          <mc:Fallback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30A27C56-5A77-4A33-9E6B-EE476851966B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583303" y="6016665"/>
                  <a:ext cx="21960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2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1D461714-11B8-41AC-8FF6-252D3C91455F}"/>
                    </a:ext>
                  </a:extLst>
                </p14:cNvPr>
                <p14:cNvContentPartPr/>
                <p14:nvPr/>
              </p14:nvContentPartPr>
              <p14:xfrm>
                <a:off x="2937463" y="5685825"/>
                <a:ext cx="409320" cy="51840"/>
              </p14:xfrm>
            </p:contentPart>
          </mc:Choice>
          <mc:Fallback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1D461714-11B8-41AC-8FF6-252D3C91455F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2919823" y="5667825"/>
                  <a:ext cx="44496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80F7C795-518A-4C1B-821F-5A898A7F77CC}"/>
                    </a:ext>
                  </a:extLst>
                </p14:cNvPr>
                <p14:cNvContentPartPr/>
                <p14:nvPr/>
              </p14:nvContentPartPr>
              <p14:xfrm>
                <a:off x="3963103" y="5895705"/>
                <a:ext cx="395640" cy="303120"/>
              </p14:xfrm>
            </p:contentPart>
          </mc:Choice>
          <mc:Fallback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80F7C795-518A-4C1B-821F-5A898A7F77C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3945103" y="5878065"/>
                  <a:ext cx="4312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6">
              <p14:nvContentPartPr>
                <p14:cNvPr id="276" name="Ink 275">
                  <a:extLst>
                    <a:ext uri="{FF2B5EF4-FFF2-40B4-BE49-F238E27FC236}">
                      <a16:creationId xmlns:a16="http://schemas.microsoft.com/office/drawing/2014/main" id="{B6D81BF3-09E3-420C-B715-130BDC60CA09}"/>
                    </a:ext>
                  </a:extLst>
                </p14:cNvPr>
                <p14:cNvContentPartPr/>
                <p14:nvPr/>
              </p14:nvContentPartPr>
              <p14:xfrm>
                <a:off x="4477903" y="5987865"/>
                <a:ext cx="386640" cy="185040"/>
              </p14:xfrm>
            </p:contentPart>
          </mc:Choice>
          <mc:Fallback>
            <p:pic>
              <p:nvPicPr>
                <p:cNvPr id="276" name="Ink 275">
                  <a:extLst>
                    <a:ext uri="{FF2B5EF4-FFF2-40B4-BE49-F238E27FC236}">
                      <a16:creationId xmlns:a16="http://schemas.microsoft.com/office/drawing/2014/main" id="{B6D81BF3-09E3-420C-B715-130BDC60CA09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4459903" y="5970225"/>
                  <a:ext cx="422280" cy="22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8">
              <p14:nvContentPartPr>
                <p14:cNvPr id="277" name="Ink 276">
                  <a:extLst>
                    <a:ext uri="{FF2B5EF4-FFF2-40B4-BE49-F238E27FC236}">
                      <a16:creationId xmlns:a16="http://schemas.microsoft.com/office/drawing/2014/main" id="{418AB362-EF08-4C49-A8D9-6852F1AC5F18}"/>
                    </a:ext>
                  </a:extLst>
                </p14:cNvPr>
                <p14:cNvContentPartPr/>
                <p14:nvPr/>
              </p14:nvContentPartPr>
              <p14:xfrm>
                <a:off x="4832503" y="5749905"/>
                <a:ext cx="108360" cy="397440"/>
              </p14:xfrm>
            </p:contentPart>
          </mc:Choice>
          <mc:Fallback>
            <p:pic>
              <p:nvPicPr>
                <p:cNvPr id="277" name="Ink 276">
                  <a:extLst>
                    <a:ext uri="{FF2B5EF4-FFF2-40B4-BE49-F238E27FC236}">
                      <a16:creationId xmlns:a16="http://schemas.microsoft.com/office/drawing/2014/main" id="{418AB362-EF08-4C49-A8D9-6852F1AC5F18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4814863" y="5732265"/>
                  <a:ext cx="144000" cy="43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0">
              <p14:nvContentPartPr>
                <p14:cNvPr id="278" name="Ink 277">
                  <a:extLst>
                    <a:ext uri="{FF2B5EF4-FFF2-40B4-BE49-F238E27FC236}">
                      <a16:creationId xmlns:a16="http://schemas.microsoft.com/office/drawing/2014/main" id="{89FE2095-5390-4C43-9259-7A5FD686199F}"/>
                    </a:ext>
                  </a:extLst>
                </p14:cNvPr>
                <p14:cNvContentPartPr/>
                <p14:nvPr/>
              </p14:nvContentPartPr>
              <p14:xfrm>
                <a:off x="4833943" y="5921625"/>
                <a:ext cx="162360" cy="50400"/>
              </p14:xfrm>
            </p:contentPart>
          </mc:Choice>
          <mc:Fallback>
            <p:pic>
              <p:nvPicPr>
                <p:cNvPr id="278" name="Ink 277">
                  <a:extLst>
                    <a:ext uri="{FF2B5EF4-FFF2-40B4-BE49-F238E27FC236}">
                      <a16:creationId xmlns:a16="http://schemas.microsoft.com/office/drawing/2014/main" id="{89FE2095-5390-4C43-9259-7A5FD686199F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4816303" y="5903625"/>
                  <a:ext cx="1980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2">
              <p14:nvContentPartPr>
                <p14:cNvPr id="279" name="Ink 278">
                  <a:extLst>
                    <a:ext uri="{FF2B5EF4-FFF2-40B4-BE49-F238E27FC236}">
                      <a16:creationId xmlns:a16="http://schemas.microsoft.com/office/drawing/2014/main" id="{4ADF6BC3-6CE8-4AB6-A5BF-042F89983320}"/>
                    </a:ext>
                  </a:extLst>
                </p14:cNvPr>
                <p14:cNvContentPartPr/>
                <p14:nvPr/>
              </p14:nvContentPartPr>
              <p14:xfrm>
                <a:off x="4944823" y="6004065"/>
                <a:ext cx="190440" cy="147240"/>
              </p14:xfrm>
            </p:contentPart>
          </mc:Choice>
          <mc:Fallback>
            <p:pic>
              <p:nvPicPr>
                <p:cNvPr id="279" name="Ink 278">
                  <a:extLst>
                    <a:ext uri="{FF2B5EF4-FFF2-40B4-BE49-F238E27FC236}">
                      <a16:creationId xmlns:a16="http://schemas.microsoft.com/office/drawing/2014/main" id="{4ADF6BC3-6CE8-4AB6-A5BF-042F89983320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4927183" y="5986065"/>
                  <a:ext cx="226080" cy="18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4">
              <p14:nvContentPartPr>
                <p14:cNvPr id="280" name="Ink 279">
                  <a:extLst>
                    <a:ext uri="{FF2B5EF4-FFF2-40B4-BE49-F238E27FC236}">
                      <a16:creationId xmlns:a16="http://schemas.microsoft.com/office/drawing/2014/main" id="{2833B5AB-8526-4AE5-8616-3A7AEBBBDA9E}"/>
                    </a:ext>
                  </a:extLst>
                </p14:cNvPr>
                <p14:cNvContentPartPr/>
                <p14:nvPr/>
              </p14:nvContentPartPr>
              <p14:xfrm>
                <a:off x="5134903" y="5950425"/>
                <a:ext cx="467640" cy="182880"/>
              </p14:xfrm>
            </p:contentPart>
          </mc:Choice>
          <mc:Fallback>
            <p:pic>
              <p:nvPicPr>
                <p:cNvPr id="280" name="Ink 279">
                  <a:extLst>
                    <a:ext uri="{FF2B5EF4-FFF2-40B4-BE49-F238E27FC236}">
                      <a16:creationId xmlns:a16="http://schemas.microsoft.com/office/drawing/2014/main" id="{2833B5AB-8526-4AE5-8616-3A7AEBBBDA9E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5116903" y="5932785"/>
                  <a:ext cx="50328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6">
              <p14:nvContentPartPr>
                <p14:cNvPr id="281" name="Ink 280">
                  <a:extLst>
                    <a:ext uri="{FF2B5EF4-FFF2-40B4-BE49-F238E27FC236}">
                      <a16:creationId xmlns:a16="http://schemas.microsoft.com/office/drawing/2014/main" id="{C28A2897-F992-42AE-8EB5-86F825911801}"/>
                    </a:ext>
                  </a:extLst>
                </p14:cNvPr>
                <p14:cNvContentPartPr/>
                <p14:nvPr/>
              </p14:nvContentPartPr>
              <p14:xfrm>
                <a:off x="5600023" y="5661705"/>
                <a:ext cx="113400" cy="441360"/>
              </p14:xfrm>
            </p:contentPart>
          </mc:Choice>
          <mc:Fallback>
            <p:pic>
              <p:nvPicPr>
                <p:cNvPr id="281" name="Ink 280">
                  <a:extLst>
                    <a:ext uri="{FF2B5EF4-FFF2-40B4-BE49-F238E27FC236}">
                      <a16:creationId xmlns:a16="http://schemas.microsoft.com/office/drawing/2014/main" id="{C28A2897-F992-42AE-8EB5-86F82591180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582023" y="5644065"/>
                  <a:ext cx="14904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8">
              <p14:nvContentPartPr>
                <p14:cNvPr id="282" name="Ink 281">
                  <a:extLst>
                    <a:ext uri="{FF2B5EF4-FFF2-40B4-BE49-F238E27FC236}">
                      <a16:creationId xmlns:a16="http://schemas.microsoft.com/office/drawing/2014/main" id="{92C692D9-8C56-4B86-B804-90EF781414C4}"/>
                    </a:ext>
                  </a:extLst>
                </p14:cNvPr>
                <p14:cNvContentPartPr/>
                <p14:nvPr/>
              </p14:nvContentPartPr>
              <p14:xfrm>
                <a:off x="6094663" y="5901825"/>
                <a:ext cx="695880" cy="300960"/>
              </p14:xfrm>
            </p:contentPart>
          </mc:Choice>
          <mc:Fallback>
            <p:pic>
              <p:nvPicPr>
                <p:cNvPr id="282" name="Ink 281">
                  <a:extLst>
                    <a:ext uri="{FF2B5EF4-FFF2-40B4-BE49-F238E27FC236}">
                      <a16:creationId xmlns:a16="http://schemas.microsoft.com/office/drawing/2014/main" id="{92C692D9-8C56-4B86-B804-90EF781414C4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6077023" y="5883825"/>
                  <a:ext cx="731520" cy="33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0">
              <p14:nvContentPartPr>
                <p14:cNvPr id="283" name="Ink 282">
                  <a:extLst>
                    <a:ext uri="{FF2B5EF4-FFF2-40B4-BE49-F238E27FC236}">
                      <a16:creationId xmlns:a16="http://schemas.microsoft.com/office/drawing/2014/main" id="{30734531-A8D3-478C-87E9-F95F12D938F5}"/>
                    </a:ext>
                  </a:extLst>
                </p14:cNvPr>
                <p14:cNvContentPartPr/>
                <p14:nvPr/>
              </p14:nvContentPartPr>
              <p14:xfrm>
                <a:off x="7099063" y="5881665"/>
                <a:ext cx="209880" cy="350640"/>
              </p14:xfrm>
            </p:contentPart>
          </mc:Choice>
          <mc:Fallback>
            <p:pic>
              <p:nvPicPr>
                <p:cNvPr id="283" name="Ink 282">
                  <a:extLst>
                    <a:ext uri="{FF2B5EF4-FFF2-40B4-BE49-F238E27FC236}">
                      <a16:creationId xmlns:a16="http://schemas.microsoft.com/office/drawing/2014/main" id="{30734531-A8D3-478C-87E9-F95F12D938F5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081423" y="5863665"/>
                  <a:ext cx="2455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2">
              <p14:nvContentPartPr>
                <p14:cNvPr id="284" name="Ink 283">
                  <a:extLst>
                    <a:ext uri="{FF2B5EF4-FFF2-40B4-BE49-F238E27FC236}">
                      <a16:creationId xmlns:a16="http://schemas.microsoft.com/office/drawing/2014/main" id="{BFF82BB2-2180-4A31-8F49-897D2B7963DD}"/>
                    </a:ext>
                  </a:extLst>
                </p14:cNvPr>
                <p14:cNvContentPartPr/>
                <p14:nvPr/>
              </p14:nvContentPartPr>
              <p14:xfrm>
                <a:off x="7061263" y="6034305"/>
                <a:ext cx="243720" cy="66240"/>
              </p14:xfrm>
            </p:contentPart>
          </mc:Choice>
          <mc:Fallback>
            <p:pic>
              <p:nvPicPr>
                <p:cNvPr id="284" name="Ink 283">
                  <a:extLst>
                    <a:ext uri="{FF2B5EF4-FFF2-40B4-BE49-F238E27FC236}">
                      <a16:creationId xmlns:a16="http://schemas.microsoft.com/office/drawing/2014/main" id="{BFF82BB2-2180-4A31-8F49-897D2B7963DD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7043263" y="6016665"/>
                  <a:ext cx="27936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4">
              <p14:nvContentPartPr>
                <p14:cNvPr id="285" name="Ink 284">
                  <a:extLst>
                    <a:ext uri="{FF2B5EF4-FFF2-40B4-BE49-F238E27FC236}">
                      <a16:creationId xmlns:a16="http://schemas.microsoft.com/office/drawing/2014/main" id="{2CC49844-9ECE-455A-A326-940EB7BBC517}"/>
                    </a:ext>
                  </a:extLst>
                </p14:cNvPr>
                <p14:cNvContentPartPr/>
                <p14:nvPr/>
              </p14:nvContentPartPr>
              <p14:xfrm>
                <a:off x="7027063" y="5724345"/>
                <a:ext cx="520920" cy="236160"/>
              </p14:xfrm>
            </p:contentPart>
          </mc:Choice>
          <mc:Fallback>
            <p:pic>
              <p:nvPicPr>
                <p:cNvPr id="285" name="Ink 284">
                  <a:extLst>
                    <a:ext uri="{FF2B5EF4-FFF2-40B4-BE49-F238E27FC236}">
                      <a16:creationId xmlns:a16="http://schemas.microsoft.com/office/drawing/2014/main" id="{2CC49844-9ECE-455A-A326-940EB7BBC517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009063" y="5706345"/>
                  <a:ext cx="55656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6">
              <p14:nvContentPartPr>
                <p14:cNvPr id="288" name="Ink 287">
                  <a:extLst>
                    <a:ext uri="{FF2B5EF4-FFF2-40B4-BE49-F238E27FC236}">
                      <a16:creationId xmlns:a16="http://schemas.microsoft.com/office/drawing/2014/main" id="{298566CB-8061-4630-B2C0-BBDB572F8780}"/>
                    </a:ext>
                  </a:extLst>
                </p14:cNvPr>
                <p14:cNvContentPartPr/>
                <p14:nvPr/>
              </p14:nvContentPartPr>
              <p14:xfrm>
                <a:off x="3710743" y="6555945"/>
                <a:ext cx="172440" cy="153360"/>
              </p14:xfrm>
            </p:contentPart>
          </mc:Choice>
          <mc:Fallback>
            <p:pic>
              <p:nvPicPr>
                <p:cNvPr id="288" name="Ink 287">
                  <a:extLst>
                    <a:ext uri="{FF2B5EF4-FFF2-40B4-BE49-F238E27FC236}">
                      <a16:creationId xmlns:a16="http://schemas.microsoft.com/office/drawing/2014/main" id="{298566CB-8061-4630-B2C0-BBDB572F8780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3692743" y="6537945"/>
                  <a:ext cx="2080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8">
              <p14:nvContentPartPr>
                <p14:cNvPr id="289" name="Ink 288">
                  <a:extLst>
                    <a:ext uri="{FF2B5EF4-FFF2-40B4-BE49-F238E27FC236}">
                      <a16:creationId xmlns:a16="http://schemas.microsoft.com/office/drawing/2014/main" id="{A36DB7B4-6E4C-4DFF-9201-FE144CD61A12}"/>
                    </a:ext>
                  </a:extLst>
                </p14:cNvPr>
                <p14:cNvContentPartPr/>
                <p14:nvPr/>
              </p14:nvContentPartPr>
              <p14:xfrm>
                <a:off x="3878143" y="6384585"/>
                <a:ext cx="295200" cy="347400"/>
              </p14:xfrm>
            </p:contentPart>
          </mc:Choice>
          <mc:Fallback>
            <p:pic>
              <p:nvPicPr>
                <p:cNvPr id="289" name="Ink 288">
                  <a:extLst>
                    <a:ext uri="{FF2B5EF4-FFF2-40B4-BE49-F238E27FC236}">
                      <a16:creationId xmlns:a16="http://schemas.microsoft.com/office/drawing/2014/main" id="{A36DB7B4-6E4C-4DFF-9201-FE144CD61A12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60143" y="6366585"/>
                  <a:ext cx="33084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0">
              <p14:nvContentPartPr>
                <p14:cNvPr id="290" name="Ink 289">
                  <a:extLst>
                    <a:ext uri="{FF2B5EF4-FFF2-40B4-BE49-F238E27FC236}">
                      <a16:creationId xmlns:a16="http://schemas.microsoft.com/office/drawing/2014/main" id="{0A850A46-A1B8-44C2-902F-F76395AEA321}"/>
                    </a:ext>
                  </a:extLst>
                </p14:cNvPr>
                <p14:cNvContentPartPr/>
                <p14:nvPr/>
              </p14:nvContentPartPr>
              <p14:xfrm>
                <a:off x="4720903" y="6460185"/>
                <a:ext cx="207720" cy="182880"/>
              </p14:xfrm>
            </p:contentPart>
          </mc:Choice>
          <mc:Fallback>
            <p:pic>
              <p:nvPicPr>
                <p:cNvPr id="290" name="Ink 289">
                  <a:extLst>
                    <a:ext uri="{FF2B5EF4-FFF2-40B4-BE49-F238E27FC236}">
                      <a16:creationId xmlns:a16="http://schemas.microsoft.com/office/drawing/2014/main" id="{0A850A46-A1B8-44C2-902F-F76395AEA321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4702903" y="6442185"/>
                  <a:ext cx="2433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2">
              <p14:nvContentPartPr>
                <p14:cNvPr id="291" name="Ink 290">
                  <a:extLst>
                    <a:ext uri="{FF2B5EF4-FFF2-40B4-BE49-F238E27FC236}">
                      <a16:creationId xmlns:a16="http://schemas.microsoft.com/office/drawing/2014/main" id="{3E01B8CA-AC66-4133-B027-0AB56636E24F}"/>
                    </a:ext>
                  </a:extLst>
                </p14:cNvPr>
                <p14:cNvContentPartPr/>
                <p14:nvPr/>
              </p14:nvContentPartPr>
              <p14:xfrm>
                <a:off x="5162623" y="6368745"/>
                <a:ext cx="177480" cy="271800"/>
              </p14:xfrm>
            </p:contentPart>
          </mc:Choice>
          <mc:Fallback>
            <p:pic>
              <p:nvPicPr>
                <p:cNvPr id="291" name="Ink 290">
                  <a:extLst>
                    <a:ext uri="{FF2B5EF4-FFF2-40B4-BE49-F238E27FC236}">
                      <a16:creationId xmlns:a16="http://schemas.microsoft.com/office/drawing/2014/main" id="{3E01B8CA-AC66-4133-B027-0AB56636E24F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5144623" y="6350745"/>
                  <a:ext cx="21312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4">
              <p14:nvContentPartPr>
                <p14:cNvPr id="292" name="Ink 291">
                  <a:extLst>
                    <a:ext uri="{FF2B5EF4-FFF2-40B4-BE49-F238E27FC236}">
                      <a16:creationId xmlns:a16="http://schemas.microsoft.com/office/drawing/2014/main" id="{67886566-5B48-4821-A84D-16648F9A8B0F}"/>
                    </a:ext>
                  </a:extLst>
                </p14:cNvPr>
                <p14:cNvContentPartPr/>
                <p14:nvPr/>
              </p14:nvContentPartPr>
              <p14:xfrm>
                <a:off x="5151823" y="6615705"/>
                <a:ext cx="221400" cy="108720"/>
              </p14:xfrm>
            </p:contentPart>
          </mc:Choice>
          <mc:Fallback>
            <p:pic>
              <p:nvPicPr>
                <p:cNvPr id="292" name="Ink 291">
                  <a:extLst>
                    <a:ext uri="{FF2B5EF4-FFF2-40B4-BE49-F238E27FC236}">
                      <a16:creationId xmlns:a16="http://schemas.microsoft.com/office/drawing/2014/main" id="{67886566-5B48-4821-A84D-16648F9A8B0F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134183" y="6598065"/>
                  <a:ext cx="25704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6">
              <p14:nvContentPartPr>
                <p14:cNvPr id="293" name="Ink 292">
                  <a:extLst>
                    <a:ext uri="{FF2B5EF4-FFF2-40B4-BE49-F238E27FC236}">
                      <a16:creationId xmlns:a16="http://schemas.microsoft.com/office/drawing/2014/main" id="{92C9E3E6-47F2-49F3-BFA7-C5CEB517BD13}"/>
                    </a:ext>
                  </a:extLst>
                </p14:cNvPr>
                <p14:cNvContentPartPr/>
                <p14:nvPr/>
              </p14:nvContentPartPr>
              <p14:xfrm>
                <a:off x="5625583" y="6304305"/>
                <a:ext cx="254160" cy="427680"/>
              </p14:xfrm>
            </p:contentPart>
          </mc:Choice>
          <mc:Fallback>
            <p:pic>
              <p:nvPicPr>
                <p:cNvPr id="293" name="Ink 292">
                  <a:extLst>
                    <a:ext uri="{FF2B5EF4-FFF2-40B4-BE49-F238E27FC236}">
                      <a16:creationId xmlns:a16="http://schemas.microsoft.com/office/drawing/2014/main" id="{92C9E3E6-47F2-49F3-BFA7-C5CEB517BD13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607583" y="6286665"/>
                  <a:ext cx="289800" cy="46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58">
              <p14:nvContentPartPr>
                <p14:cNvPr id="294" name="Ink 293">
                  <a:extLst>
                    <a:ext uri="{FF2B5EF4-FFF2-40B4-BE49-F238E27FC236}">
                      <a16:creationId xmlns:a16="http://schemas.microsoft.com/office/drawing/2014/main" id="{A2ED4890-2B0E-4C7F-99BF-1A9BAAEAB5C5}"/>
                    </a:ext>
                  </a:extLst>
                </p14:cNvPr>
                <p14:cNvContentPartPr/>
                <p14:nvPr/>
              </p14:nvContentPartPr>
              <p14:xfrm>
                <a:off x="5945623" y="6118545"/>
                <a:ext cx="30240" cy="193320"/>
              </p14:xfrm>
            </p:contentPart>
          </mc:Choice>
          <mc:Fallback>
            <p:pic>
              <p:nvPicPr>
                <p:cNvPr id="294" name="Ink 293">
                  <a:extLst>
                    <a:ext uri="{FF2B5EF4-FFF2-40B4-BE49-F238E27FC236}">
                      <a16:creationId xmlns:a16="http://schemas.microsoft.com/office/drawing/2014/main" id="{A2ED4890-2B0E-4C7F-99BF-1A9BAAEAB5C5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927623" y="6100905"/>
                  <a:ext cx="6588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0">
              <p14:nvContentPartPr>
                <p14:cNvPr id="296" name="Ink 295">
                  <a:extLst>
                    <a:ext uri="{FF2B5EF4-FFF2-40B4-BE49-F238E27FC236}">
                      <a16:creationId xmlns:a16="http://schemas.microsoft.com/office/drawing/2014/main" id="{49F1CD9D-1026-409B-B419-69847E3C0017}"/>
                    </a:ext>
                  </a:extLst>
                </p14:cNvPr>
                <p14:cNvContentPartPr/>
                <p14:nvPr/>
              </p14:nvContentPartPr>
              <p14:xfrm>
                <a:off x="6135343" y="6315825"/>
                <a:ext cx="209520" cy="336600"/>
              </p14:xfrm>
            </p:contentPart>
          </mc:Choice>
          <mc:Fallback>
            <p:pic>
              <p:nvPicPr>
                <p:cNvPr id="296" name="Ink 295">
                  <a:extLst>
                    <a:ext uri="{FF2B5EF4-FFF2-40B4-BE49-F238E27FC236}">
                      <a16:creationId xmlns:a16="http://schemas.microsoft.com/office/drawing/2014/main" id="{49F1CD9D-1026-409B-B419-69847E3C0017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117343" y="6298185"/>
                  <a:ext cx="245160" cy="37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2">
              <p14:nvContentPartPr>
                <p14:cNvPr id="297" name="Ink 296">
                  <a:extLst>
                    <a:ext uri="{FF2B5EF4-FFF2-40B4-BE49-F238E27FC236}">
                      <a16:creationId xmlns:a16="http://schemas.microsoft.com/office/drawing/2014/main" id="{2F177C73-8815-43F3-859D-714A385337DF}"/>
                    </a:ext>
                  </a:extLst>
                </p14:cNvPr>
                <p14:cNvContentPartPr/>
                <p14:nvPr/>
              </p14:nvContentPartPr>
              <p14:xfrm>
                <a:off x="6116263" y="6640185"/>
                <a:ext cx="211680" cy="118800"/>
              </p14:xfrm>
            </p:contentPart>
          </mc:Choice>
          <mc:Fallback>
            <p:pic>
              <p:nvPicPr>
                <p:cNvPr id="297" name="Ink 296">
                  <a:extLst>
                    <a:ext uri="{FF2B5EF4-FFF2-40B4-BE49-F238E27FC236}">
                      <a16:creationId xmlns:a16="http://schemas.microsoft.com/office/drawing/2014/main" id="{2F177C73-8815-43F3-859D-714A385337DF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098263" y="6622185"/>
                  <a:ext cx="2473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4">
              <p14:nvContentPartPr>
                <p14:cNvPr id="298" name="Ink 297">
                  <a:extLst>
                    <a:ext uri="{FF2B5EF4-FFF2-40B4-BE49-F238E27FC236}">
                      <a16:creationId xmlns:a16="http://schemas.microsoft.com/office/drawing/2014/main" id="{2F119C30-BCCE-4018-8FBD-962B567D3737}"/>
                    </a:ext>
                  </a:extLst>
                </p14:cNvPr>
                <p14:cNvContentPartPr/>
                <p14:nvPr/>
              </p14:nvContentPartPr>
              <p14:xfrm>
                <a:off x="6716023" y="6311505"/>
                <a:ext cx="23400" cy="164520"/>
              </p14:xfrm>
            </p:contentPart>
          </mc:Choice>
          <mc:Fallback>
            <p:pic>
              <p:nvPicPr>
                <p:cNvPr id="298" name="Ink 297">
                  <a:extLst>
                    <a:ext uri="{FF2B5EF4-FFF2-40B4-BE49-F238E27FC236}">
                      <a16:creationId xmlns:a16="http://schemas.microsoft.com/office/drawing/2014/main" id="{2F119C30-BCCE-4018-8FBD-962B567D3737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698383" y="6293865"/>
                  <a:ext cx="590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6">
              <p14:nvContentPartPr>
                <p14:cNvPr id="299" name="Ink 298">
                  <a:extLst>
                    <a:ext uri="{FF2B5EF4-FFF2-40B4-BE49-F238E27FC236}">
                      <a16:creationId xmlns:a16="http://schemas.microsoft.com/office/drawing/2014/main" id="{EDACDBAA-9AD6-4FDB-AF6B-5D1EA2096439}"/>
                    </a:ext>
                  </a:extLst>
                </p14:cNvPr>
                <p14:cNvContentPartPr/>
                <p14:nvPr/>
              </p14:nvContentPartPr>
              <p14:xfrm>
                <a:off x="6591823" y="6275505"/>
                <a:ext cx="299880" cy="179280"/>
              </p14:xfrm>
            </p:contentPart>
          </mc:Choice>
          <mc:Fallback>
            <p:pic>
              <p:nvPicPr>
                <p:cNvPr id="299" name="Ink 298">
                  <a:extLst>
                    <a:ext uri="{FF2B5EF4-FFF2-40B4-BE49-F238E27FC236}">
                      <a16:creationId xmlns:a16="http://schemas.microsoft.com/office/drawing/2014/main" id="{EDACDBAA-9AD6-4FDB-AF6B-5D1EA2096439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574183" y="6257505"/>
                  <a:ext cx="3355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8">
              <p14:nvContentPartPr>
                <p14:cNvPr id="300" name="Ink 299">
                  <a:extLst>
                    <a:ext uri="{FF2B5EF4-FFF2-40B4-BE49-F238E27FC236}">
                      <a16:creationId xmlns:a16="http://schemas.microsoft.com/office/drawing/2014/main" id="{F282EB84-DF92-4E67-8D89-8ADA541D1D46}"/>
                    </a:ext>
                  </a:extLst>
                </p14:cNvPr>
                <p14:cNvContentPartPr/>
                <p14:nvPr/>
              </p14:nvContentPartPr>
              <p14:xfrm>
                <a:off x="6618103" y="6544425"/>
                <a:ext cx="344880" cy="46080"/>
              </p14:xfrm>
            </p:contentPart>
          </mc:Choice>
          <mc:Fallback>
            <p:pic>
              <p:nvPicPr>
                <p:cNvPr id="300" name="Ink 299">
                  <a:extLst>
                    <a:ext uri="{FF2B5EF4-FFF2-40B4-BE49-F238E27FC236}">
                      <a16:creationId xmlns:a16="http://schemas.microsoft.com/office/drawing/2014/main" id="{F282EB84-DF92-4E67-8D89-8ADA541D1D46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00463" y="6526785"/>
                  <a:ext cx="3805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0">
              <p14:nvContentPartPr>
                <p14:cNvPr id="301" name="Ink 300">
                  <a:extLst>
                    <a:ext uri="{FF2B5EF4-FFF2-40B4-BE49-F238E27FC236}">
                      <a16:creationId xmlns:a16="http://schemas.microsoft.com/office/drawing/2014/main" id="{BFB25821-580E-4CAE-BB86-B65F18FA38C4}"/>
                    </a:ext>
                  </a:extLst>
                </p14:cNvPr>
                <p14:cNvContentPartPr/>
                <p14:nvPr/>
              </p14:nvContentPartPr>
              <p14:xfrm>
                <a:off x="6759223" y="6630105"/>
                <a:ext cx="240480" cy="153720"/>
              </p14:xfrm>
            </p:contentPart>
          </mc:Choice>
          <mc:Fallback>
            <p:pic>
              <p:nvPicPr>
                <p:cNvPr id="301" name="Ink 300">
                  <a:extLst>
                    <a:ext uri="{FF2B5EF4-FFF2-40B4-BE49-F238E27FC236}">
                      <a16:creationId xmlns:a16="http://schemas.microsoft.com/office/drawing/2014/main" id="{BFB25821-580E-4CAE-BB86-B65F18FA38C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741223" y="6612105"/>
                  <a:ext cx="276120" cy="189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303" name="Ink 302">
                <a:extLst>
                  <a:ext uri="{FF2B5EF4-FFF2-40B4-BE49-F238E27FC236}">
                    <a16:creationId xmlns:a16="http://schemas.microsoft.com/office/drawing/2014/main" id="{E9B686BD-35F7-42B9-9277-9A4491946CE6}"/>
                  </a:ext>
                </a:extLst>
              </p14:cNvPr>
              <p14:cNvContentPartPr/>
              <p14:nvPr/>
            </p14:nvContentPartPr>
            <p14:xfrm>
              <a:off x="2308183" y="3638145"/>
              <a:ext cx="86040" cy="120960"/>
            </p14:xfrm>
          </p:contentPart>
        </mc:Choice>
        <mc:Fallback>
          <p:pic>
            <p:nvPicPr>
              <p:cNvPr id="303" name="Ink 302">
                <a:extLst>
                  <a:ext uri="{FF2B5EF4-FFF2-40B4-BE49-F238E27FC236}">
                    <a16:creationId xmlns:a16="http://schemas.microsoft.com/office/drawing/2014/main" id="{E9B686BD-35F7-42B9-9277-9A4491946CE6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2290183" y="3620145"/>
                <a:ext cx="121680" cy="15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304" name="Ink 303">
                <a:extLst>
                  <a:ext uri="{FF2B5EF4-FFF2-40B4-BE49-F238E27FC236}">
                    <a16:creationId xmlns:a16="http://schemas.microsoft.com/office/drawing/2014/main" id="{DFD6BB0E-B1D0-43C8-9ECF-D55B786C3AAE}"/>
                  </a:ext>
                </a:extLst>
              </p14:cNvPr>
              <p14:cNvContentPartPr/>
              <p14:nvPr/>
            </p14:nvContentPartPr>
            <p14:xfrm>
              <a:off x="2017663" y="3099945"/>
              <a:ext cx="316440" cy="191520"/>
            </p14:xfrm>
          </p:contentPart>
        </mc:Choice>
        <mc:Fallback>
          <p:pic>
            <p:nvPicPr>
              <p:cNvPr id="304" name="Ink 303">
                <a:extLst>
                  <a:ext uri="{FF2B5EF4-FFF2-40B4-BE49-F238E27FC236}">
                    <a16:creationId xmlns:a16="http://schemas.microsoft.com/office/drawing/2014/main" id="{DFD6BB0E-B1D0-43C8-9ECF-D55B786C3AAE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2000023" y="3082305"/>
                <a:ext cx="35208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305" name="Ink 304">
                <a:extLst>
                  <a:ext uri="{FF2B5EF4-FFF2-40B4-BE49-F238E27FC236}">
                    <a16:creationId xmlns:a16="http://schemas.microsoft.com/office/drawing/2014/main" id="{1F542915-E551-4A07-B1AF-A785D2169282}"/>
                  </a:ext>
                </a:extLst>
              </p14:cNvPr>
              <p14:cNvContentPartPr/>
              <p14:nvPr/>
            </p14:nvContentPartPr>
            <p14:xfrm>
              <a:off x="4015663" y="3742905"/>
              <a:ext cx="1214280" cy="1166040"/>
            </p14:xfrm>
          </p:contentPart>
        </mc:Choice>
        <mc:Fallback>
          <p:pic>
            <p:nvPicPr>
              <p:cNvPr id="305" name="Ink 304">
                <a:extLst>
                  <a:ext uri="{FF2B5EF4-FFF2-40B4-BE49-F238E27FC236}">
                    <a16:creationId xmlns:a16="http://schemas.microsoft.com/office/drawing/2014/main" id="{1F542915-E551-4A07-B1AF-A785D2169282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3997663" y="3725265"/>
                <a:ext cx="1249920" cy="120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268665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50A85BB4-A1F5-42A4-B3E8-2B84C7DFCABA}"/>
              </a:ext>
            </a:extLst>
          </p:cNvPr>
          <p:cNvGrpSpPr/>
          <p:nvPr/>
        </p:nvGrpSpPr>
        <p:grpSpPr>
          <a:xfrm>
            <a:off x="750823" y="1149465"/>
            <a:ext cx="1230840" cy="592920"/>
            <a:chOff x="750823" y="1149465"/>
            <a:chExt cx="1230840" cy="59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CED7ECC-5C09-46FC-B000-0F09D0422C3B}"/>
                    </a:ext>
                  </a:extLst>
                </p14:cNvPr>
                <p14:cNvContentPartPr/>
                <p14:nvPr/>
              </p14:nvContentPartPr>
              <p14:xfrm>
                <a:off x="992023" y="1155225"/>
                <a:ext cx="57960" cy="4917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CED7ECC-5C09-46FC-B000-0F09D0422C3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74023" y="1137225"/>
                  <a:ext cx="93600" cy="52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E7ABB36E-57B7-4E6A-AC70-63971BABD12B}"/>
                    </a:ext>
                  </a:extLst>
                </p14:cNvPr>
                <p14:cNvContentPartPr/>
                <p14:nvPr/>
              </p14:nvContentPartPr>
              <p14:xfrm>
                <a:off x="750823" y="1149465"/>
                <a:ext cx="451080" cy="1918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E7ABB36E-57B7-4E6A-AC70-63971BABD12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3183" y="1131465"/>
                  <a:ext cx="4867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702765F7-9014-40A5-A90D-ECA15E832EF3}"/>
                    </a:ext>
                  </a:extLst>
                </p14:cNvPr>
                <p14:cNvContentPartPr/>
                <p14:nvPr/>
              </p14:nvContentPartPr>
              <p14:xfrm>
                <a:off x="1246543" y="1198065"/>
                <a:ext cx="238680" cy="525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702765F7-9014-40A5-A90D-ECA15E832EF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28543" y="1180065"/>
                  <a:ext cx="274320" cy="56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9703D46-D92D-4852-9F29-A18156F4D04D}"/>
                    </a:ext>
                  </a:extLst>
                </p14:cNvPr>
                <p14:cNvContentPartPr/>
                <p14:nvPr/>
              </p14:nvContentPartPr>
              <p14:xfrm>
                <a:off x="1584943" y="1299585"/>
                <a:ext cx="55800" cy="3412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9703D46-D92D-4852-9F29-A18156F4D04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67303" y="1281585"/>
                  <a:ext cx="9144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0325BEB-EC9E-43F1-9CD4-D504D727FB98}"/>
                    </a:ext>
                  </a:extLst>
                </p14:cNvPr>
                <p14:cNvContentPartPr/>
                <p14:nvPr/>
              </p14:nvContentPartPr>
              <p14:xfrm>
                <a:off x="1546783" y="1261065"/>
                <a:ext cx="434880" cy="330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0325BEB-EC9E-43F1-9CD4-D504D727FB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28783" y="1243065"/>
                  <a:ext cx="47052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343B27F3-247D-4FC0-964D-3F7ECA75445B}"/>
                    </a:ext>
                  </a:extLst>
                </p14:cNvPr>
                <p14:cNvContentPartPr/>
                <p14:nvPr/>
              </p14:nvContentPartPr>
              <p14:xfrm>
                <a:off x="1738663" y="1425225"/>
                <a:ext cx="236520" cy="317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343B27F3-247D-4FC0-964D-3F7ECA75445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20663" y="1407225"/>
                  <a:ext cx="272160" cy="352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B72F306-13D3-4FA4-84FD-F8317CC011A1}"/>
                  </a:ext>
                </a:extLst>
              </p14:cNvPr>
              <p14:cNvContentPartPr/>
              <p14:nvPr/>
            </p14:nvContentPartPr>
            <p14:xfrm>
              <a:off x="2372263" y="1443225"/>
              <a:ext cx="446040" cy="24516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B72F306-13D3-4FA4-84FD-F8317CC011A1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354263" y="1425225"/>
                <a:ext cx="481680" cy="28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BD4A0C3-0D99-45D5-A057-772CAC5F4BF8}"/>
                  </a:ext>
                </a:extLst>
              </p14:cNvPr>
              <p14:cNvContentPartPr/>
              <p14:nvPr/>
            </p14:nvContentPartPr>
            <p14:xfrm>
              <a:off x="3163543" y="1390305"/>
              <a:ext cx="270000" cy="29412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BD4A0C3-0D99-45D5-A057-772CAC5F4BF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145903" y="1372665"/>
                <a:ext cx="305640" cy="32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1F87540-04FB-4AE5-93AA-960C510E7300}"/>
                  </a:ext>
                </a:extLst>
              </p14:cNvPr>
              <p14:cNvContentPartPr/>
              <p14:nvPr/>
            </p14:nvContentPartPr>
            <p14:xfrm>
              <a:off x="3933943" y="1508025"/>
              <a:ext cx="4680" cy="331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1F87540-04FB-4AE5-93AA-960C510E730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915943" y="1490385"/>
                <a:ext cx="40320" cy="6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1AE274F-49D8-4BAA-8142-D052EF5D9437}"/>
                  </a:ext>
                </a:extLst>
              </p14:cNvPr>
              <p14:cNvContentPartPr/>
              <p14:nvPr/>
            </p14:nvContentPartPr>
            <p14:xfrm>
              <a:off x="3942223" y="1718265"/>
              <a:ext cx="360" cy="3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1AE274F-49D8-4BAA-8142-D052EF5D943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3924583" y="170026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14E42393-6FDF-413B-AEBF-61E8EBB0D373}"/>
              </a:ext>
            </a:extLst>
          </p:cNvPr>
          <p:cNvGrpSpPr/>
          <p:nvPr/>
        </p:nvGrpSpPr>
        <p:grpSpPr>
          <a:xfrm>
            <a:off x="4546663" y="1102305"/>
            <a:ext cx="4139280" cy="863280"/>
            <a:chOff x="4546663" y="1102305"/>
            <a:chExt cx="4139280" cy="863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B151E19-09D8-4D3B-9B99-BDD46CEB4F3D}"/>
                    </a:ext>
                  </a:extLst>
                </p14:cNvPr>
                <p14:cNvContentPartPr/>
                <p14:nvPr/>
              </p14:nvContentPartPr>
              <p14:xfrm>
                <a:off x="4765903" y="1366545"/>
                <a:ext cx="25920" cy="304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B151E19-09D8-4D3B-9B99-BDD46CEB4F3D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747903" y="1348905"/>
                  <a:ext cx="6156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DE83386F-20B0-4F53-BC96-226203C493DD}"/>
                    </a:ext>
                  </a:extLst>
                </p14:cNvPr>
                <p14:cNvContentPartPr/>
                <p14:nvPr/>
              </p14:nvContentPartPr>
              <p14:xfrm>
                <a:off x="4642063" y="1280865"/>
                <a:ext cx="343800" cy="38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DE83386F-20B0-4F53-BC96-226203C493D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624063" y="1263225"/>
                  <a:ext cx="37944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FB28137-7796-43E0-A094-59E27198B7FC}"/>
                    </a:ext>
                  </a:extLst>
                </p14:cNvPr>
                <p14:cNvContentPartPr/>
                <p14:nvPr/>
              </p14:nvContentPartPr>
              <p14:xfrm>
                <a:off x="4603543" y="1679385"/>
                <a:ext cx="303120" cy="1476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FB28137-7796-43E0-A094-59E27198B7F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585903" y="1661745"/>
                  <a:ext cx="33876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8BFE583-9BF4-40E1-BE6A-58671B3C067E}"/>
                    </a:ext>
                  </a:extLst>
                </p14:cNvPr>
                <p14:cNvContentPartPr/>
                <p14:nvPr/>
              </p14:nvContentPartPr>
              <p14:xfrm>
                <a:off x="5017543" y="1652385"/>
                <a:ext cx="209520" cy="2437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8BFE583-9BF4-40E1-BE6A-58671B3C067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999543" y="1634385"/>
                  <a:ext cx="24516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092A48F-6183-411A-A069-18206314FEC8}"/>
                    </a:ext>
                  </a:extLst>
                </p14:cNvPr>
                <p14:cNvContentPartPr/>
                <p14:nvPr/>
              </p14:nvContentPartPr>
              <p14:xfrm>
                <a:off x="5021863" y="1758225"/>
                <a:ext cx="154080" cy="38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092A48F-6183-411A-A069-18206314FEC8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03863" y="1740225"/>
                  <a:ext cx="18972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C45C8D-6052-4414-A854-C2879499406D}"/>
                    </a:ext>
                  </a:extLst>
                </p14:cNvPr>
                <p14:cNvContentPartPr/>
                <p14:nvPr/>
              </p14:nvContentPartPr>
              <p14:xfrm>
                <a:off x="4974703" y="1626825"/>
                <a:ext cx="219960" cy="316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C45C8D-6052-4414-A854-C2879499406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957063" y="1608825"/>
                  <a:ext cx="255600" cy="6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AAECE72-BC4F-4F24-A1D4-FE94215574B8}"/>
                    </a:ext>
                  </a:extLst>
                </p14:cNvPr>
                <p14:cNvContentPartPr/>
                <p14:nvPr/>
              </p14:nvContentPartPr>
              <p14:xfrm>
                <a:off x="4546663" y="1102305"/>
                <a:ext cx="481320" cy="223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8AAECE72-BC4F-4F24-A1D4-FE94215574B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4529023" y="1084665"/>
                  <a:ext cx="51696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5C310BB-1D53-4F7D-9D78-1BB91109C1AB}"/>
                    </a:ext>
                  </a:extLst>
                </p14:cNvPr>
                <p14:cNvContentPartPr/>
                <p14:nvPr/>
              </p14:nvContentPartPr>
              <p14:xfrm>
                <a:off x="5516503" y="1598025"/>
                <a:ext cx="226440" cy="1188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5C310BB-1D53-4F7D-9D78-1BB91109C1AB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98863" y="1580385"/>
                  <a:ext cx="2620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98207DE-A540-4255-8991-FA55A35A7AD5}"/>
                    </a:ext>
                  </a:extLst>
                </p14:cNvPr>
                <p14:cNvContentPartPr/>
                <p14:nvPr/>
              </p14:nvContentPartPr>
              <p14:xfrm>
                <a:off x="5518663" y="1689465"/>
                <a:ext cx="254160" cy="417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98207DE-A540-4255-8991-FA55A35A7AD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01023" y="1671825"/>
                  <a:ext cx="28980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968D425A-B15F-40B5-9145-FD533D85EB63}"/>
                    </a:ext>
                  </a:extLst>
                </p14:cNvPr>
                <p14:cNvContentPartPr/>
                <p14:nvPr/>
              </p14:nvContentPartPr>
              <p14:xfrm>
                <a:off x="6152263" y="1329465"/>
                <a:ext cx="360" cy="3117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968D425A-B15F-40B5-9145-FD533D85EB6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134623" y="1311825"/>
                  <a:ext cx="3600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2802D3C-F0FE-4742-887A-0AB8D39C3775}"/>
                    </a:ext>
                  </a:extLst>
                </p14:cNvPr>
                <p14:cNvContentPartPr/>
                <p14:nvPr/>
              </p14:nvContentPartPr>
              <p14:xfrm>
                <a:off x="5934823" y="1265025"/>
                <a:ext cx="463320" cy="420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2802D3C-F0FE-4742-887A-0AB8D39C377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916823" y="1247385"/>
                  <a:ext cx="49896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5ED073A-74EE-4845-ACDC-C0232A261999}"/>
                    </a:ext>
                  </a:extLst>
                </p14:cNvPr>
                <p14:cNvContentPartPr/>
                <p14:nvPr/>
              </p14:nvContentPartPr>
              <p14:xfrm>
                <a:off x="6444223" y="1549425"/>
                <a:ext cx="147960" cy="321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5ED073A-74EE-4845-ACDC-C0232A26199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426223" y="1531425"/>
                  <a:ext cx="1836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0541B47-D237-4952-8742-05E3E593CF24}"/>
                    </a:ext>
                  </a:extLst>
                </p14:cNvPr>
                <p14:cNvContentPartPr/>
                <p14:nvPr/>
              </p14:nvContentPartPr>
              <p14:xfrm>
                <a:off x="6714943" y="1779465"/>
                <a:ext cx="203760" cy="17064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0541B47-D237-4952-8742-05E3E593CF2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696943" y="1761465"/>
                  <a:ext cx="239400" cy="20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3B32CA31-D831-427B-9C3B-3EB889C61BBC}"/>
                    </a:ext>
                  </a:extLst>
                </p14:cNvPr>
                <p14:cNvContentPartPr/>
                <p14:nvPr/>
              </p14:nvContentPartPr>
              <p14:xfrm>
                <a:off x="5851663" y="1127865"/>
                <a:ext cx="540000" cy="360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3B32CA31-D831-427B-9C3B-3EB889C61BB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833663" y="1110225"/>
                  <a:ext cx="5756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D239494E-9D3A-4F82-9DC2-74A1DB2D1428}"/>
                    </a:ext>
                  </a:extLst>
                </p14:cNvPr>
                <p14:cNvContentPartPr/>
                <p14:nvPr/>
              </p14:nvContentPartPr>
              <p14:xfrm>
                <a:off x="7206343" y="1543665"/>
                <a:ext cx="13320" cy="2707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D239494E-9D3A-4F82-9DC2-74A1DB2D142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88343" y="1526025"/>
                  <a:ext cx="4896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62E3BB6-D3BA-420A-83A9-18CE1CF60B12}"/>
                    </a:ext>
                  </a:extLst>
                </p14:cNvPr>
                <p14:cNvContentPartPr/>
                <p14:nvPr/>
              </p14:nvContentPartPr>
              <p14:xfrm>
                <a:off x="7084663" y="1649505"/>
                <a:ext cx="294840" cy="4176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62E3BB6-D3BA-420A-83A9-18CE1CF60B1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066663" y="1631865"/>
                  <a:ext cx="33048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3341C4ED-00AC-4078-B732-868DB26DFFAD}"/>
                    </a:ext>
                  </a:extLst>
                </p14:cNvPr>
                <p14:cNvContentPartPr/>
                <p14:nvPr/>
              </p14:nvContentPartPr>
              <p14:xfrm>
                <a:off x="7743823" y="1293465"/>
                <a:ext cx="51480" cy="284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3341C4ED-00AC-4078-B732-868DB26DFF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726183" y="1275465"/>
                  <a:ext cx="871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A6AC426-A702-42F0-B83F-45F7EE08E13A}"/>
                    </a:ext>
                  </a:extLst>
                </p14:cNvPr>
                <p14:cNvContentPartPr/>
                <p14:nvPr/>
              </p14:nvContentPartPr>
              <p14:xfrm>
                <a:off x="7564543" y="1240905"/>
                <a:ext cx="491040" cy="259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A6AC426-A702-42F0-B83F-45F7EE08E13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546903" y="1222905"/>
                  <a:ext cx="526680" cy="6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AF99A02-E510-49D8-9B8B-F79CD38BC897}"/>
                    </a:ext>
                  </a:extLst>
                </p14:cNvPr>
                <p14:cNvContentPartPr/>
                <p14:nvPr/>
              </p14:nvContentPartPr>
              <p14:xfrm>
                <a:off x="7622143" y="1686585"/>
                <a:ext cx="420480" cy="547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AF99A02-E510-49D8-9B8B-F79CD38BC89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04503" y="1668945"/>
                  <a:ext cx="45612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051F147-5ED2-45C2-9E6C-C15B43EC578B}"/>
                    </a:ext>
                  </a:extLst>
                </p14:cNvPr>
                <p14:cNvContentPartPr/>
                <p14:nvPr/>
              </p14:nvContentPartPr>
              <p14:xfrm>
                <a:off x="7502623" y="1168185"/>
                <a:ext cx="490320" cy="176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051F147-5ED2-45C2-9E6C-C15B43EC578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484983" y="1150545"/>
                  <a:ext cx="52596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48666F5-6E0E-47A4-BC1C-4FD5C1239E48}"/>
                    </a:ext>
                  </a:extLst>
                </p14:cNvPr>
                <p14:cNvContentPartPr/>
                <p14:nvPr/>
              </p14:nvContentPartPr>
              <p14:xfrm>
                <a:off x="8185543" y="1666065"/>
                <a:ext cx="179640" cy="299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48666F5-6E0E-47A4-BC1C-4FD5C1239E4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67543" y="1648425"/>
                  <a:ext cx="2152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7E37D4E-7AB3-426B-AAC3-AD029F5D9A97}"/>
                    </a:ext>
                  </a:extLst>
                </p14:cNvPr>
                <p14:cNvContentPartPr/>
                <p14:nvPr/>
              </p14:nvContentPartPr>
              <p14:xfrm>
                <a:off x="8513143" y="1612425"/>
                <a:ext cx="172800" cy="3448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7E37D4E-7AB3-426B-AAC3-AD029F5D9A9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495143" y="1594425"/>
                  <a:ext cx="208440" cy="380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A904D061-E171-4384-A9E6-3A90B1DB8364}"/>
                  </a:ext>
                </a:extLst>
              </p14:cNvPr>
              <p14:cNvContentPartPr/>
              <p14:nvPr/>
            </p14:nvContentPartPr>
            <p14:xfrm>
              <a:off x="9222343" y="1675065"/>
              <a:ext cx="6840" cy="1800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A904D061-E171-4384-A9E6-3A90B1DB8364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9204343" y="1657425"/>
                <a:ext cx="4248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BB17B655-CF6D-488B-80FC-2C0EB2EEDED7}"/>
                  </a:ext>
                </a:extLst>
              </p14:cNvPr>
              <p14:cNvContentPartPr/>
              <p14:nvPr/>
            </p14:nvContentPartPr>
            <p14:xfrm>
              <a:off x="1040983" y="2562465"/>
              <a:ext cx="79200" cy="3502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BB17B655-CF6D-488B-80FC-2C0EB2EEDED7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1023343" y="2544825"/>
                <a:ext cx="11484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D026E72-A302-48F6-B6B8-D046ADDE98BB}"/>
                  </a:ext>
                </a:extLst>
              </p14:cNvPr>
              <p14:cNvContentPartPr/>
              <p14:nvPr/>
            </p14:nvContentPartPr>
            <p14:xfrm>
              <a:off x="787183" y="2525025"/>
              <a:ext cx="518760" cy="7344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D026E72-A302-48F6-B6B8-D046ADDE98B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769183" y="2507385"/>
                <a:ext cx="55440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60C4FF98-C543-4EDF-B430-B9874774A8C9}"/>
                  </a:ext>
                </a:extLst>
              </p14:cNvPr>
              <p14:cNvContentPartPr/>
              <p14:nvPr/>
            </p14:nvContentPartPr>
            <p14:xfrm>
              <a:off x="827863" y="2922465"/>
              <a:ext cx="475920" cy="69120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60C4FF98-C543-4EDF-B430-B9874774A8C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09863" y="2904825"/>
                <a:ext cx="511560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7C19CF5C-B334-46DE-AB9A-2DB64F8E5FC9}"/>
                  </a:ext>
                </a:extLst>
              </p14:cNvPr>
              <p14:cNvContentPartPr/>
              <p14:nvPr/>
            </p14:nvContentPartPr>
            <p14:xfrm>
              <a:off x="1256263" y="2812665"/>
              <a:ext cx="188640" cy="2898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7C19CF5C-B334-46DE-AB9A-2DB64F8E5FC9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1238263" y="2795025"/>
                <a:ext cx="22428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C98E754F-F903-4E45-B82E-0A008A46371F}"/>
                  </a:ext>
                </a:extLst>
              </p14:cNvPr>
              <p14:cNvContentPartPr/>
              <p14:nvPr/>
            </p14:nvContentPartPr>
            <p14:xfrm>
              <a:off x="1538143" y="2825265"/>
              <a:ext cx="194760" cy="39168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C98E754F-F903-4E45-B82E-0A008A46371F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1520143" y="2807625"/>
                <a:ext cx="230400" cy="42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79605191-17D6-4095-9D06-5DBDA15A1A7A}"/>
                  </a:ext>
                </a:extLst>
              </p14:cNvPr>
              <p14:cNvContentPartPr/>
              <p14:nvPr/>
            </p14:nvContentPartPr>
            <p14:xfrm>
              <a:off x="868183" y="2442585"/>
              <a:ext cx="501840" cy="4032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79605191-17D6-4095-9D06-5DBDA15A1A7A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50543" y="2424585"/>
                <a:ext cx="537480" cy="75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C6CBDB8F-3230-4E1A-9435-A59687AEF57D}"/>
                  </a:ext>
                </a:extLst>
              </p14:cNvPr>
              <p14:cNvContentPartPr/>
              <p14:nvPr/>
            </p14:nvContentPartPr>
            <p14:xfrm>
              <a:off x="2033143" y="2628345"/>
              <a:ext cx="523080" cy="27216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C6CBDB8F-3230-4E1A-9435-A59687AEF57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015143" y="2610345"/>
                <a:ext cx="558720" cy="30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9A25F318-9D13-4C62-8C4C-810781555AE1}"/>
                  </a:ext>
                </a:extLst>
              </p14:cNvPr>
              <p14:cNvContentPartPr/>
              <p14:nvPr/>
            </p14:nvContentPartPr>
            <p14:xfrm>
              <a:off x="2883823" y="2341425"/>
              <a:ext cx="610920" cy="557280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9A25F318-9D13-4C62-8C4C-810781555AE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2866183" y="2323425"/>
                <a:ext cx="646560" cy="5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82D148A3-8413-49C7-93C0-B588D7919764}"/>
                  </a:ext>
                </a:extLst>
              </p14:cNvPr>
              <p14:cNvContentPartPr/>
              <p14:nvPr/>
            </p14:nvContentPartPr>
            <p14:xfrm>
              <a:off x="3364063" y="2562465"/>
              <a:ext cx="232920" cy="8748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82D148A3-8413-49C7-93C0-B588D7919764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346423" y="2544825"/>
                <a:ext cx="2685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3A8E0B6B-CAFB-4AB0-B1C6-4DD1E7B847DD}"/>
                  </a:ext>
                </a:extLst>
              </p14:cNvPr>
              <p14:cNvContentPartPr/>
              <p14:nvPr/>
            </p14:nvContentPartPr>
            <p14:xfrm>
              <a:off x="3536863" y="2598105"/>
              <a:ext cx="792000" cy="2343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3A8E0B6B-CAFB-4AB0-B1C6-4DD1E7B847DD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519223" y="2580465"/>
                <a:ext cx="82764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DC95D234-126F-46EE-8158-065DEDF2626A}"/>
                  </a:ext>
                </a:extLst>
              </p14:cNvPr>
              <p14:cNvContentPartPr/>
              <p14:nvPr/>
            </p14:nvContentPartPr>
            <p14:xfrm>
              <a:off x="4358023" y="2328465"/>
              <a:ext cx="113760" cy="45144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DC95D234-126F-46EE-8158-065DEDF2626A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4340023" y="2310465"/>
                <a:ext cx="149400" cy="48708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AA1A8529-FC19-429A-9F98-86391E82141D}"/>
              </a:ext>
            </a:extLst>
          </p:cNvPr>
          <p:cNvGrpSpPr/>
          <p:nvPr/>
        </p:nvGrpSpPr>
        <p:grpSpPr>
          <a:xfrm>
            <a:off x="4828903" y="2410905"/>
            <a:ext cx="2356560" cy="858240"/>
            <a:chOff x="4828903" y="2410905"/>
            <a:chExt cx="2356560" cy="858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081BE212-6F4B-49E4-BF52-FE49CBF6FCEB}"/>
                    </a:ext>
                  </a:extLst>
                </p14:cNvPr>
                <p14:cNvContentPartPr/>
                <p14:nvPr/>
              </p14:nvContentPartPr>
              <p14:xfrm>
                <a:off x="4828903" y="2693865"/>
                <a:ext cx="191160" cy="17676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081BE212-6F4B-49E4-BF52-FE49CBF6FCE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811263" y="2676225"/>
                  <a:ext cx="226800" cy="2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7C54321-684F-4588-9E9E-9194C0D52236}"/>
                    </a:ext>
                  </a:extLst>
                </p14:cNvPr>
                <p14:cNvContentPartPr/>
                <p14:nvPr/>
              </p14:nvContentPartPr>
              <p14:xfrm>
                <a:off x="5035903" y="2415585"/>
                <a:ext cx="340200" cy="4089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7C54321-684F-4588-9E9E-9194C0D5223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18263" y="2397585"/>
                  <a:ext cx="375840" cy="44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7861E97-FE0D-4501-A68B-847ECDC6EF08}"/>
                    </a:ext>
                  </a:extLst>
                </p14:cNvPr>
                <p14:cNvContentPartPr/>
                <p14:nvPr/>
              </p14:nvContentPartPr>
              <p14:xfrm>
                <a:off x="5602183" y="2432505"/>
                <a:ext cx="28080" cy="2631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7861E97-FE0D-4501-A68B-847ECDC6EF0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584183" y="2414505"/>
                  <a:ext cx="6372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5CF5940-12CF-4992-BF3F-02647E119DCA}"/>
                    </a:ext>
                  </a:extLst>
                </p14:cNvPr>
                <p14:cNvContentPartPr/>
                <p14:nvPr/>
              </p14:nvContentPartPr>
              <p14:xfrm>
                <a:off x="5399503" y="2410905"/>
                <a:ext cx="420480" cy="439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5CF5940-12CF-4992-BF3F-02647E119DC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381503" y="2393265"/>
                  <a:ext cx="45612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343C919-5AF3-4D4D-95EA-8CA623D2D6FF}"/>
                    </a:ext>
                  </a:extLst>
                </p14:cNvPr>
                <p14:cNvContentPartPr/>
                <p14:nvPr/>
              </p14:nvContentPartPr>
              <p14:xfrm>
                <a:off x="5685343" y="2948025"/>
                <a:ext cx="284040" cy="32112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343C919-5AF3-4D4D-95EA-8CA623D2D6F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667343" y="2930385"/>
                  <a:ext cx="31968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0DE459A3-931C-4D9C-B17C-5C68A673B1E9}"/>
                    </a:ext>
                  </a:extLst>
                </p14:cNvPr>
                <p14:cNvContentPartPr/>
                <p14:nvPr/>
              </p14:nvContentPartPr>
              <p14:xfrm>
                <a:off x="6282583" y="2567145"/>
                <a:ext cx="902880" cy="353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0DE459A3-931C-4D9C-B17C-5C68A673B1E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264583" y="2549505"/>
                  <a:ext cx="938520" cy="38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6DFB30A5-DBD9-4F78-A824-A2C7A4F76621}"/>
              </a:ext>
            </a:extLst>
          </p:cNvPr>
          <p:cNvGrpSpPr/>
          <p:nvPr/>
        </p:nvGrpSpPr>
        <p:grpSpPr>
          <a:xfrm>
            <a:off x="7522063" y="2333865"/>
            <a:ext cx="889920" cy="836640"/>
            <a:chOff x="7522063" y="2333865"/>
            <a:chExt cx="889920" cy="83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8CB4DA7-EBB5-4E61-8448-2E87F72EFC57}"/>
                    </a:ext>
                  </a:extLst>
                </p14:cNvPr>
                <p14:cNvContentPartPr/>
                <p14:nvPr/>
              </p14:nvContentPartPr>
              <p14:xfrm>
                <a:off x="7609543" y="2438265"/>
                <a:ext cx="341640" cy="4878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8CB4DA7-EBB5-4E61-8448-2E87F72EFC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591543" y="2420625"/>
                  <a:ext cx="377280" cy="52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28D3BE95-52C7-4891-B669-8EA1FB64055B}"/>
                    </a:ext>
                  </a:extLst>
                </p14:cNvPr>
                <p14:cNvContentPartPr/>
                <p14:nvPr/>
              </p14:nvContentPartPr>
              <p14:xfrm>
                <a:off x="7995463" y="2709705"/>
                <a:ext cx="175680" cy="297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28D3BE95-52C7-4891-B669-8EA1FB64055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977463" y="2691705"/>
                  <a:ext cx="2113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E2324F1-F5C1-426D-8728-8D58A568110D}"/>
                    </a:ext>
                  </a:extLst>
                </p14:cNvPr>
                <p14:cNvContentPartPr/>
                <p14:nvPr/>
              </p14:nvContentPartPr>
              <p14:xfrm>
                <a:off x="8268703" y="2932905"/>
                <a:ext cx="143280" cy="2376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E2324F1-F5C1-426D-8728-8D58A56811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250703" y="2915265"/>
                  <a:ext cx="178920" cy="27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DF43FD3-B81E-49A3-B1C5-A4834760BEC0}"/>
                    </a:ext>
                  </a:extLst>
                </p14:cNvPr>
                <p14:cNvContentPartPr/>
                <p14:nvPr/>
              </p14:nvContentPartPr>
              <p14:xfrm>
                <a:off x="7522063" y="2333865"/>
                <a:ext cx="585720" cy="2736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DF43FD3-B81E-49A3-B1C5-A4834760BEC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504063" y="2316225"/>
                  <a:ext cx="62136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104CAA9-0063-4417-9D16-0262329936D3}"/>
              </a:ext>
            </a:extLst>
          </p:cNvPr>
          <p:cNvGrpSpPr/>
          <p:nvPr/>
        </p:nvGrpSpPr>
        <p:grpSpPr>
          <a:xfrm>
            <a:off x="876463" y="3710865"/>
            <a:ext cx="1225080" cy="396720"/>
            <a:chOff x="876463" y="3710865"/>
            <a:chExt cx="1225080" cy="396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07E34A9-FA8C-4000-AB6F-2818797164DE}"/>
                    </a:ext>
                  </a:extLst>
                </p14:cNvPr>
                <p14:cNvContentPartPr/>
                <p14:nvPr/>
              </p14:nvContentPartPr>
              <p14:xfrm>
                <a:off x="876463" y="3710865"/>
                <a:ext cx="233280" cy="396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07E34A9-FA8C-4000-AB6F-2818797164D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58823" y="3693225"/>
                  <a:ext cx="268920" cy="43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EDC4C227-C679-479A-941B-0D214F6648CA}"/>
                    </a:ext>
                  </a:extLst>
                </p14:cNvPr>
                <p14:cNvContentPartPr/>
                <p14:nvPr/>
              </p14:nvContentPartPr>
              <p14:xfrm>
                <a:off x="1211623" y="3756945"/>
                <a:ext cx="217800" cy="2966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EDC4C227-C679-479A-941B-0D214F6648C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93983" y="3738945"/>
                  <a:ext cx="25344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F0BA40EB-093F-4BE1-870E-10FAE34557D8}"/>
                    </a:ext>
                  </a:extLst>
                </p14:cNvPr>
                <p14:cNvContentPartPr/>
                <p14:nvPr/>
              </p14:nvContentPartPr>
              <p14:xfrm>
                <a:off x="1561543" y="3764145"/>
                <a:ext cx="28080" cy="244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F0BA40EB-093F-4BE1-870E-10FAE34557D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543903" y="3746145"/>
                  <a:ext cx="637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39154F3-D7C0-42F7-BA68-041C60E484B2}"/>
                    </a:ext>
                  </a:extLst>
                </p14:cNvPr>
                <p14:cNvContentPartPr/>
                <p14:nvPr/>
              </p14:nvContentPartPr>
              <p14:xfrm>
                <a:off x="1576663" y="3712665"/>
                <a:ext cx="222120" cy="2246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39154F3-D7C0-42F7-BA68-041C60E484B2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558663" y="3694665"/>
                  <a:ext cx="257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EEA8DECA-6AA6-4487-946A-3F8552502B86}"/>
                    </a:ext>
                  </a:extLst>
                </p14:cNvPr>
                <p14:cNvContentPartPr/>
                <p14:nvPr/>
              </p14:nvContentPartPr>
              <p14:xfrm>
                <a:off x="1665943" y="3831105"/>
                <a:ext cx="418320" cy="213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EEA8DECA-6AA6-4487-946A-3F8552502B8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648303" y="3813465"/>
                  <a:ext cx="45396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4E848A1-06E1-4CC9-B10E-BF82C2E93890}"/>
                    </a:ext>
                  </a:extLst>
                </p14:cNvPr>
                <p14:cNvContentPartPr/>
                <p14:nvPr/>
              </p14:nvContentPartPr>
              <p14:xfrm>
                <a:off x="2101183" y="3989865"/>
                <a:ext cx="360" cy="36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4E848A1-06E1-4CC9-B10E-BF82C2E9389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083543" y="39718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A974A098-4957-47C6-BC27-F67E59E0267C}"/>
              </a:ext>
            </a:extLst>
          </p:cNvPr>
          <p:cNvGrpSpPr/>
          <p:nvPr/>
        </p:nvGrpSpPr>
        <p:grpSpPr>
          <a:xfrm>
            <a:off x="3161383" y="3351225"/>
            <a:ext cx="4062240" cy="906120"/>
            <a:chOff x="3161383" y="3351225"/>
            <a:chExt cx="4062240" cy="90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EB51A23-D976-4E23-8A76-8B2207F6CC52}"/>
                    </a:ext>
                  </a:extLst>
                </p14:cNvPr>
                <p14:cNvContentPartPr/>
                <p14:nvPr/>
              </p14:nvContentPartPr>
              <p14:xfrm>
                <a:off x="3189103" y="3715545"/>
                <a:ext cx="216000" cy="260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EB51A23-D976-4E23-8A76-8B2207F6CC5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171463" y="3697545"/>
                  <a:ext cx="25164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8158B61-EFB1-4DB5-87F8-5AA835A0892D}"/>
                    </a:ext>
                  </a:extLst>
                </p14:cNvPr>
                <p14:cNvContentPartPr/>
                <p14:nvPr/>
              </p14:nvContentPartPr>
              <p14:xfrm>
                <a:off x="3195583" y="3815625"/>
                <a:ext cx="141120" cy="11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8158B61-EFB1-4DB5-87F8-5AA835A0892D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177943" y="3797625"/>
                  <a:ext cx="1767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6A7E2F4-E042-4DC3-A6E8-AED44C3BAC20}"/>
                    </a:ext>
                  </a:extLst>
                </p14:cNvPr>
                <p14:cNvContentPartPr/>
                <p14:nvPr/>
              </p14:nvContentPartPr>
              <p14:xfrm>
                <a:off x="3161383" y="3559665"/>
                <a:ext cx="337320" cy="26748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6A7E2F4-E042-4DC3-A6E8-AED44C3BAC2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143743" y="3542025"/>
                  <a:ext cx="37296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E346CB6-AEED-47DB-9108-BA64A03A97DB}"/>
                    </a:ext>
                  </a:extLst>
                </p14:cNvPr>
                <p14:cNvContentPartPr/>
                <p14:nvPr/>
              </p14:nvContentPartPr>
              <p14:xfrm>
                <a:off x="3788863" y="3871065"/>
                <a:ext cx="207360" cy="32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E346CB6-AEED-47DB-9108-BA64A03A97DB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70863" y="3853425"/>
                  <a:ext cx="243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B5B09E6-B845-4984-A6F0-804FA1646673}"/>
                    </a:ext>
                  </a:extLst>
                </p14:cNvPr>
                <p14:cNvContentPartPr/>
                <p14:nvPr/>
              </p14:nvContentPartPr>
              <p14:xfrm>
                <a:off x="3761143" y="3975465"/>
                <a:ext cx="316080" cy="46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B5B09E6-B845-4984-A6F0-804FA164667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3743143" y="3957825"/>
                  <a:ext cx="3517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109559F-3C81-4CCB-B256-6099B554D865}"/>
                    </a:ext>
                  </a:extLst>
                </p14:cNvPr>
                <p14:cNvContentPartPr/>
                <p14:nvPr/>
              </p14:nvContentPartPr>
              <p14:xfrm>
                <a:off x="4642783" y="3524025"/>
                <a:ext cx="334440" cy="5547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109559F-3C81-4CCB-B256-6099B554D86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624783" y="3506385"/>
                  <a:ext cx="370080" cy="59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8BBB03CF-9B22-40CF-8A98-FBDCEFFE6F2C}"/>
                    </a:ext>
                  </a:extLst>
                </p14:cNvPr>
                <p14:cNvContentPartPr/>
                <p14:nvPr/>
              </p14:nvContentPartPr>
              <p14:xfrm>
                <a:off x="4994143" y="3908505"/>
                <a:ext cx="232920" cy="34848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8BBB03CF-9B22-40CF-8A98-FBDCEFFE6F2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976143" y="3890865"/>
                  <a:ext cx="268560" cy="38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1E6A71D3-0CBB-44DA-85AF-AE782A301B31}"/>
                    </a:ext>
                  </a:extLst>
                </p14:cNvPr>
                <p14:cNvContentPartPr/>
                <p14:nvPr/>
              </p14:nvContentPartPr>
              <p14:xfrm>
                <a:off x="5307703" y="3955665"/>
                <a:ext cx="155520" cy="3016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1E6A71D3-0CBB-44DA-85AF-AE782A301B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289703" y="3938025"/>
                  <a:ext cx="191160" cy="33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1DE461-7101-41B5-898F-CA1CCE20C7A7}"/>
                    </a:ext>
                  </a:extLst>
                </p14:cNvPr>
                <p14:cNvContentPartPr/>
                <p14:nvPr/>
              </p14:nvContentPartPr>
              <p14:xfrm>
                <a:off x="4405183" y="3351225"/>
                <a:ext cx="676440" cy="190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1DE461-7101-41B5-898F-CA1CCE20C7A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387543" y="3333225"/>
                  <a:ext cx="71208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5AB64E1-36BD-41FE-9874-1788BBFA7D7D}"/>
                    </a:ext>
                  </a:extLst>
                </p14:cNvPr>
                <p14:cNvContentPartPr/>
                <p14:nvPr/>
              </p14:nvContentPartPr>
              <p14:xfrm>
                <a:off x="5866423" y="3861345"/>
                <a:ext cx="17280" cy="3488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5AB64E1-36BD-41FE-9874-1788BBFA7D7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48783" y="3843345"/>
                  <a:ext cx="52920" cy="38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E367A39-C657-4362-81DB-292D5ED19B9E}"/>
                    </a:ext>
                  </a:extLst>
                </p14:cNvPr>
                <p14:cNvContentPartPr/>
                <p14:nvPr/>
              </p14:nvContentPartPr>
              <p14:xfrm>
                <a:off x="5770663" y="4041345"/>
                <a:ext cx="297000" cy="75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E367A39-C657-4362-81DB-292D5ED19B9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752663" y="4023345"/>
                  <a:ext cx="33264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4F1C82AA-3E7F-435E-9451-57B2FFC64822}"/>
                    </a:ext>
                  </a:extLst>
                </p14:cNvPr>
                <p14:cNvContentPartPr/>
                <p14:nvPr/>
              </p14:nvContentPartPr>
              <p14:xfrm>
                <a:off x="6284743" y="3582345"/>
                <a:ext cx="319320" cy="444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4F1C82AA-3E7F-435E-9451-57B2FFC64822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266743" y="3564705"/>
                  <a:ext cx="354960" cy="47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967A0CA-A551-4E4A-AB2E-7707AC03C796}"/>
                    </a:ext>
                  </a:extLst>
                </p14:cNvPr>
                <p14:cNvContentPartPr/>
                <p14:nvPr/>
              </p14:nvContentPartPr>
              <p14:xfrm>
                <a:off x="6665263" y="3795465"/>
                <a:ext cx="261720" cy="3333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967A0CA-A551-4E4A-AB2E-7707AC03C79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647263" y="3777825"/>
                  <a:ext cx="297360" cy="36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633865F4-FD40-4F34-A3C3-A90AE090D60F}"/>
                    </a:ext>
                  </a:extLst>
                </p14:cNvPr>
                <p14:cNvContentPartPr/>
                <p14:nvPr/>
              </p14:nvContentPartPr>
              <p14:xfrm>
                <a:off x="6986383" y="3976545"/>
                <a:ext cx="237240" cy="2293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633865F4-FD40-4F34-A3C3-A90AE090D60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968743" y="3958545"/>
                  <a:ext cx="2728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D52ED68-8249-4C11-A5C7-9323DAC8C5C3}"/>
                    </a:ext>
                  </a:extLst>
                </p14:cNvPr>
                <p14:cNvContentPartPr/>
                <p14:nvPr/>
              </p14:nvContentPartPr>
              <p14:xfrm>
                <a:off x="6182143" y="3416745"/>
                <a:ext cx="648720" cy="3456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D52ED68-8249-4C11-A5C7-9323DAC8C5C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64503" y="3399105"/>
                  <a:ext cx="684360" cy="70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1626550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7F1BA8B-787D-45F6-A504-6C9DEA631BB9}"/>
                  </a:ext>
                </a:extLst>
              </p14:cNvPr>
              <p14:cNvContentPartPr/>
              <p14:nvPr/>
            </p14:nvContentPartPr>
            <p14:xfrm>
              <a:off x="3344983" y="1476705"/>
              <a:ext cx="360" cy="4521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7F1BA8B-787D-45F6-A504-6C9DEA631BB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26983" y="1458705"/>
                <a:ext cx="36000" cy="455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831831B-3482-4B47-B869-A1892ED2700D}"/>
                  </a:ext>
                </a:extLst>
              </p14:cNvPr>
              <p14:cNvContentPartPr/>
              <p14:nvPr/>
            </p14:nvContentPartPr>
            <p14:xfrm>
              <a:off x="2692303" y="4040625"/>
              <a:ext cx="6936840" cy="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831831B-3482-4B47-B869-A1892ED2700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74303" y="4022625"/>
                <a:ext cx="697248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12D5061-48F5-4CD0-8B4D-B1CAE476F50A}"/>
                  </a:ext>
                </a:extLst>
              </p14:cNvPr>
              <p14:cNvContentPartPr/>
              <p14:nvPr/>
            </p14:nvContentPartPr>
            <p14:xfrm>
              <a:off x="3208903" y="1446105"/>
              <a:ext cx="315360" cy="28620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12D5061-48F5-4CD0-8B4D-B1CAE476F50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90903" y="1428105"/>
                <a:ext cx="351000" cy="32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A5AC443-B6FC-4D16-87D9-FDEF01275A3F}"/>
                  </a:ext>
                </a:extLst>
              </p14:cNvPr>
              <p14:cNvContentPartPr/>
              <p14:nvPr/>
            </p14:nvContentPartPr>
            <p14:xfrm>
              <a:off x="9403423" y="3849825"/>
              <a:ext cx="249480" cy="3686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A5AC443-B6FC-4D16-87D9-FDEF01275A3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85783" y="3831825"/>
                <a:ext cx="285120" cy="40428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D0E5359D-A403-4167-9DF2-BCD94E6E7AB6}"/>
              </a:ext>
            </a:extLst>
          </p:cNvPr>
          <p:cNvGrpSpPr/>
          <p:nvPr/>
        </p:nvGrpSpPr>
        <p:grpSpPr>
          <a:xfrm>
            <a:off x="9951343" y="3915345"/>
            <a:ext cx="502200" cy="460440"/>
            <a:chOff x="9951343" y="3915345"/>
            <a:chExt cx="502200" cy="460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9C5D044-DC77-4EEA-B5BA-0990712E0754}"/>
                    </a:ext>
                  </a:extLst>
                </p14:cNvPr>
                <p14:cNvContentPartPr/>
                <p14:nvPr/>
              </p14:nvContentPartPr>
              <p14:xfrm>
                <a:off x="9951343" y="3915345"/>
                <a:ext cx="216360" cy="4604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9C5D044-DC77-4EEA-B5BA-0990712E075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933703" y="3897705"/>
                  <a:ext cx="25200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5C782BC-C282-41A6-8D06-3573355C4BF8}"/>
                    </a:ext>
                  </a:extLst>
                </p14:cNvPr>
                <p14:cNvContentPartPr/>
                <p14:nvPr/>
              </p14:nvContentPartPr>
              <p14:xfrm>
                <a:off x="10197223" y="4181385"/>
                <a:ext cx="256320" cy="1728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5C782BC-C282-41A6-8D06-3573355C4BF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179223" y="4163385"/>
                  <a:ext cx="291960" cy="20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2570FDA-8BC3-4656-AC00-DF6659DA483D}"/>
              </a:ext>
            </a:extLst>
          </p:cNvPr>
          <p:cNvGrpSpPr/>
          <p:nvPr/>
        </p:nvGrpSpPr>
        <p:grpSpPr>
          <a:xfrm>
            <a:off x="533383" y="329385"/>
            <a:ext cx="6478200" cy="1200600"/>
            <a:chOff x="533383" y="329385"/>
            <a:chExt cx="6478200" cy="120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725E250-7AEC-4336-BACF-E96A60990AD1}"/>
                    </a:ext>
                  </a:extLst>
                </p14:cNvPr>
                <p14:cNvContentPartPr/>
                <p14:nvPr/>
              </p14:nvContentPartPr>
              <p14:xfrm>
                <a:off x="2694463" y="1103745"/>
                <a:ext cx="25920" cy="3225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725E250-7AEC-4336-BACF-E96A60990AD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76463" y="1085745"/>
                  <a:ext cx="6156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F46519E-9077-4682-BAC4-5F7F464863C3}"/>
                    </a:ext>
                  </a:extLst>
                </p14:cNvPr>
                <p14:cNvContentPartPr/>
                <p14:nvPr/>
              </p14:nvContentPartPr>
              <p14:xfrm>
                <a:off x="2444623" y="1092225"/>
                <a:ext cx="431280" cy="475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F46519E-9077-4682-BAC4-5F7F464863C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26983" y="1074585"/>
                  <a:ext cx="46692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3233562-AEC9-4EA9-94E3-2FBAA9FDF77C}"/>
                    </a:ext>
                  </a:extLst>
                </p14:cNvPr>
                <p14:cNvContentPartPr/>
                <p14:nvPr/>
              </p14:nvContentPartPr>
              <p14:xfrm>
                <a:off x="2589703" y="1492185"/>
                <a:ext cx="232920" cy="37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3233562-AEC9-4EA9-94E3-2FBAA9FDF77C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72063" y="1474545"/>
                  <a:ext cx="26856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A446762-B580-4A1D-89DE-F313FCAC0040}"/>
                    </a:ext>
                  </a:extLst>
                </p14:cNvPr>
                <p14:cNvContentPartPr/>
                <p14:nvPr/>
              </p14:nvContentPartPr>
              <p14:xfrm>
                <a:off x="2815783" y="1327305"/>
                <a:ext cx="341640" cy="194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A446762-B580-4A1D-89DE-F313FCAC004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98143" y="1309665"/>
                  <a:ext cx="37728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CF1DB50-F678-496A-8083-751226AA73B3}"/>
                    </a:ext>
                  </a:extLst>
                </p14:cNvPr>
                <p14:cNvContentPartPr/>
                <p14:nvPr/>
              </p14:nvContentPartPr>
              <p14:xfrm>
                <a:off x="827503" y="369345"/>
                <a:ext cx="17640" cy="4359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CF1DB50-F678-496A-8083-751226AA73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09503" y="351705"/>
                  <a:ext cx="5328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F26AE11-6DED-4405-A17F-50FBA3E8236C}"/>
                    </a:ext>
                  </a:extLst>
                </p14:cNvPr>
                <p14:cNvContentPartPr/>
                <p14:nvPr/>
              </p14:nvContentPartPr>
              <p14:xfrm>
                <a:off x="650743" y="329385"/>
                <a:ext cx="461520" cy="541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F26AE11-6DED-4405-A17F-50FBA3E8236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32743" y="311385"/>
                  <a:ext cx="4971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66713FC-BCC9-49F9-950C-2A5329C59612}"/>
                    </a:ext>
                  </a:extLst>
                </p14:cNvPr>
                <p14:cNvContentPartPr/>
                <p14:nvPr/>
              </p14:nvContentPartPr>
              <p14:xfrm>
                <a:off x="1220983" y="613785"/>
                <a:ext cx="63360" cy="2185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66713FC-BCC9-49F9-950C-2A5329C5961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203343" y="595785"/>
                  <a:ext cx="99000" cy="25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6D775055-8BA2-4431-845B-0F386720BA25}"/>
                    </a:ext>
                  </a:extLst>
                </p14:cNvPr>
                <p14:cNvContentPartPr/>
                <p14:nvPr/>
              </p14:nvContentPartPr>
              <p14:xfrm>
                <a:off x="1209463" y="410745"/>
                <a:ext cx="11160" cy="1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6D775055-8BA2-4431-845B-0F386720BA2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191823" y="393105"/>
                  <a:ext cx="468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F0385CD-A05E-4B1D-A22C-148BB81C5C70}"/>
                    </a:ext>
                  </a:extLst>
                </p14:cNvPr>
                <p14:cNvContentPartPr/>
                <p14:nvPr/>
              </p14:nvContentPartPr>
              <p14:xfrm>
                <a:off x="1325743" y="601545"/>
                <a:ext cx="699120" cy="67212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F0385CD-A05E-4B1D-A22C-148BB81C5C7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307743" y="583905"/>
                  <a:ext cx="734760" cy="70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CC9F3E92-76C4-490A-8A1A-371088D5DDD3}"/>
                    </a:ext>
                  </a:extLst>
                </p14:cNvPr>
                <p14:cNvContentPartPr/>
                <p14:nvPr/>
              </p14:nvContentPartPr>
              <p14:xfrm>
                <a:off x="1989943" y="669225"/>
                <a:ext cx="177840" cy="2178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CC9F3E92-76C4-490A-8A1A-371088D5DDD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972303" y="651585"/>
                  <a:ext cx="213480" cy="25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9EB2A87-FB26-4251-A708-D52A9E7EB8F3}"/>
                    </a:ext>
                  </a:extLst>
                </p14:cNvPr>
                <p14:cNvContentPartPr/>
                <p14:nvPr/>
              </p14:nvContentPartPr>
              <p14:xfrm>
                <a:off x="2103343" y="610905"/>
                <a:ext cx="1139400" cy="297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9EB2A87-FB26-4251-A708-D52A9E7EB8F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85703" y="592905"/>
                  <a:ext cx="1175040" cy="33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F146AA39-19D9-455B-AD10-64CA43F261A8}"/>
                    </a:ext>
                  </a:extLst>
                </p14:cNvPr>
                <p14:cNvContentPartPr/>
                <p14:nvPr/>
              </p14:nvContentPartPr>
              <p14:xfrm>
                <a:off x="3590143" y="447105"/>
                <a:ext cx="674640" cy="477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F146AA39-19D9-455B-AD10-64CA43F261A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572143" y="429465"/>
                  <a:ext cx="710280" cy="51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D301346-F7DF-495E-89FA-A0EFEFEDF699}"/>
                    </a:ext>
                  </a:extLst>
                </p14:cNvPr>
                <p14:cNvContentPartPr/>
                <p14:nvPr/>
              </p14:nvContentPartPr>
              <p14:xfrm>
                <a:off x="4503463" y="334785"/>
                <a:ext cx="1990800" cy="7538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D301346-F7DF-495E-89FA-A0EFEFEDF699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485463" y="316785"/>
                  <a:ext cx="202644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BF1AC74-ED6B-44B8-90EC-75B380CD3F1F}"/>
                    </a:ext>
                  </a:extLst>
                </p14:cNvPr>
                <p14:cNvContentPartPr/>
                <p14:nvPr/>
              </p14:nvContentPartPr>
              <p14:xfrm>
                <a:off x="6869023" y="882345"/>
                <a:ext cx="360" cy="36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BF1AC74-ED6B-44B8-90EC-75B380CD3F1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51383" y="86434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0F4D81C-43DB-4790-9572-3BB39DED3D1F}"/>
                    </a:ext>
                  </a:extLst>
                </p14:cNvPr>
                <p14:cNvContentPartPr/>
                <p14:nvPr/>
              </p14:nvContentPartPr>
              <p14:xfrm>
                <a:off x="533383" y="1005105"/>
                <a:ext cx="6478200" cy="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0F4D81C-43DB-4790-9572-3BB39DED3D1F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515383" y="987105"/>
                  <a:ext cx="651384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4E0C5799-BF34-442D-B3D7-EAE7076D7D41}"/>
                  </a:ext>
                </a:extLst>
              </p14:cNvPr>
              <p14:cNvContentPartPr/>
              <p14:nvPr/>
            </p14:nvContentPartPr>
            <p14:xfrm>
              <a:off x="3361903" y="4040625"/>
              <a:ext cx="4681800" cy="36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4E0C5799-BF34-442D-B3D7-EAE7076D7D4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344263" y="4022625"/>
                <a:ext cx="471744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901F9C8A-F4CA-475F-BFB6-7E4CD11B99F5}"/>
                  </a:ext>
                </a:extLst>
              </p14:cNvPr>
              <p14:cNvContentPartPr/>
              <p14:nvPr/>
            </p14:nvContentPartPr>
            <p14:xfrm>
              <a:off x="3432463" y="4094265"/>
              <a:ext cx="360" cy="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901F9C8A-F4CA-475F-BFB6-7E4CD11B99F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3414463" y="4076265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4" name="Group 153">
            <a:extLst>
              <a:ext uri="{FF2B5EF4-FFF2-40B4-BE49-F238E27FC236}">
                <a16:creationId xmlns:a16="http://schemas.microsoft.com/office/drawing/2014/main" id="{05A57CFE-933A-4CD1-96F4-835A6B562186}"/>
              </a:ext>
            </a:extLst>
          </p:cNvPr>
          <p:cNvGrpSpPr/>
          <p:nvPr/>
        </p:nvGrpSpPr>
        <p:grpSpPr>
          <a:xfrm>
            <a:off x="7759663" y="3841185"/>
            <a:ext cx="483840" cy="900720"/>
            <a:chOff x="7759663" y="3841185"/>
            <a:chExt cx="483840" cy="900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A036424-4228-47C8-9904-FA865261E704}"/>
                    </a:ext>
                  </a:extLst>
                </p14:cNvPr>
                <p14:cNvContentPartPr/>
                <p14:nvPr/>
              </p14:nvContentPartPr>
              <p14:xfrm>
                <a:off x="7759663" y="3841185"/>
                <a:ext cx="262080" cy="411480"/>
              </p14:xfrm>
            </p:contentPart>
          </mc:Choice>
          <mc:Fallback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A036424-4228-47C8-9904-FA865261E70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741663" y="3823545"/>
                  <a:ext cx="29772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D996B26C-9747-442D-9E83-FDB42A863F1E}"/>
                    </a:ext>
                  </a:extLst>
                </p14:cNvPr>
                <p14:cNvContentPartPr/>
                <p14:nvPr/>
              </p14:nvContentPartPr>
              <p14:xfrm>
                <a:off x="7875943" y="4471185"/>
                <a:ext cx="174960" cy="270720"/>
              </p14:xfrm>
            </p:contentPart>
          </mc:Choice>
          <mc:Fallback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D996B26C-9747-442D-9E83-FDB42A863F1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858303" y="4453545"/>
                  <a:ext cx="2106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30DFF36F-F347-4BF5-89BE-11900C3681E3}"/>
                    </a:ext>
                  </a:extLst>
                </p14:cNvPr>
                <p14:cNvContentPartPr/>
                <p14:nvPr/>
              </p14:nvContentPartPr>
              <p14:xfrm>
                <a:off x="7865503" y="4609425"/>
                <a:ext cx="162360" cy="45360"/>
              </p14:xfrm>
            </p:contentPart>
          </mc:Choice>
          <mc:Fallback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30DFF36F-F347-4BF5-89BE-11900C3681E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847503" y="4591425"/>
                  <a:ext cx="198000" cy="8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9AF8F477-7367-46CF-B7C6-6244D34ADB92}"/>
                    </a:ext>
                  </a:extLst>
                </p14:cNvPr>
                <p14:cNvContentPartPr/>
                <p14:nvPr/>
              </p14:nvContentPartPr>
              <p14:xfrm>
                <a:off x="7867663" y="4504305"/>
                <a:ext cx="226440" cy="61920"/>
              </p14:xfrm>
            </p:contentPart>
          </mc:Choice>
          <mc:Fallback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9AF8F477-7367-46CF-B7C6-6244D34ADB9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849663" y="4486305"/>
                  <a:ext cx="262080" cy="9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DF77C0A0-06BF-49F2-89CF-B9BCDD327F02}"/>
                    </a:ext>
                  </a:extLst>
                </p14:cNvPr>
                <p14:cNvContentPartPr/>
                <p14:nvPr/>
              </p14:nvContentPartPr>
              <p14:xfrm>
                <a:off x="7814383" y="4338345"/>
                <a:ext cx="429120" cy="34200"/>
              </p14:xfrm>
            </p:contentPart>
          </mc:Choice>
          <mc:Fallback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DF77C0A0-06BF-49F2-89CF-B9BCDD327F0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96383" y="4320705"/>
                  <a:ext cx="464760" cy="69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421F9EEE-DB30-49FE-81A2-41E8804DEC86}"/>
                  </a:ext>
                </a:extLst>
              </p14:cNvPr>
              <p14:cNvContentPartPr/>
              <p14:nvPr/>
            </p14:nvContentPartPr>
            <p14:xfrm>
              <a:off x="3324103" y="4032705"/>
              <a:ext cx="1243440" cy="177552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421F9EEE-DB30-49FE-81A2-41E8804DEC86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3306103" y="4014705"/>
                <a:ext cx="1279080" cy="181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1BFBC6E5-E0F1-4951-BFCE-FD5CD7AAB42B}"/>
                  </a:ext>
                </a:extLst>
              </p14:cNvPr>
              <p14:cNvContentPartPr/>
              <p14:nvPr/>
            </p14:nvContentPartPr>
            <p14:xfrm>
              <a:off x="4379263" y="5591505"/>
              <a:ext cx="277920" cy="21600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1BFBC6E5-E0F1-4951-BFCE-FD5CD7AAB42B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4361623" y="5573505"/>
                <a:ext cx="313560" cy="251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3" name="Group 172">
            <a:extLst>
              <a:ext uri="{FF2B5EF4-FFF2-40B4-BE49-F238E27FC236}">
                <a16:creationId xmlns:a16="http://schemas.microsoft.com/office/drawing/2014/main" id="{C0A8FB06-7CBF-40D7-A31F-0A04B0F6263F}"/>
              </a:ext>
            </a:extLst>
          </p:cNvPr>
          <p:cNvGrpSpPr/>
          <p:nvPr/>
        </p:nvGrpSpPr>
        <p:grpSpPr>
          <a:xfrm>
            <a:off x="4338943" y="6098745"/>
            <a:ext cx="926280" cy="543240"/>
            <a:chOff x="4338943" y="6098745"/>
            <a:chExt cx="926280" cy="54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005C6B8-7652-4653-9BBC-BCC9A94262B5}"/>
                    </a:ext>
                  </a:extLst>
                </p14:cNvPr>
                <p14:cNvContentPartPr/>
                <p14:nvPr/>
              </p14:nvContentPartPr>
              <p14:xfrm>
                <a:off x="4548103" y="6111345"/>
                <a:ext cx="32400" cy="231480"/>
              </p14:xfrm>
            </p:contentPart>
          </mc:Choice>
          <mc:Fallback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005C6B8-7652-4653-9BBC-BCC9A94262B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530463" y="6093705"/>
                  <a:ext cx="6804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FBF4FD30-B895-470F-A0D9-3B659AA76650}"/>
                    </a:ext>
                  </a:extLst>
                </p14:cNvPr>
                <p14:cNvContentPartPr/>
                <p14:nvPr/>
              </p14:nvContentPartPr>
              <p14:xfrm>
                <a:off x="4367023" y="6098745"/>
                <a:ext cx="379800" cy="36000"/>
              </p14:xfrm>
            </p:contentPart>
          </mc:Choice>
          <mc:Fallback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FBF4FD30-B895-470F-A0D9-3B659AA7665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49383" y="6080745"/>
                  <a:ext cx="41544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B7B4911C-38C6-4020-913D-5D977C356A01}"/>
                    </a:ext>
                  </a:extLst>
                </p14:cNvPr>
                <p14:cNvContentPartPr/>
                <p14:nvPr/>
              </p14:nvContentPartPr>
              <p14:xfrm>
                <a:off x="4338943" y="6389985"/>
                <a:ext cx="399240" cy="50400"/>
              </p14:xfrm>
            </p:contentPart>
          </mc:Choice>
          <mc:Fallback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B7B4911C-38C6-4020-913D-5D977C356A0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321303" y="6372345"/>
                  <a:ext cx="43488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13A35D4E-A781-4537-B7E4-D751FB0FBC91}"/>
                    </a:ext>
                  </a:extLst>
                </p14:cNvPr>
                <p14:cNvContentPartPr/>
                <p14:nvPr/>
              </p14:nvContentPartPr>
              <p14:xfrm>
                <a:off x="4801543" y="6297105"/>
                <a:ext cx="187200" cy="243720"/>
              </p14:xfrm>
            </p:contentPart>
          </mc:Choice>
          <mc:Fallback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13A35D4E-A781-4537-B7E4-D751FB0FBC91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783903" y="6279465"/>
                  <a:ext cx="22284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DC18A3A9-39A3-412A-B4AC-5932B4608F1F}"/>
                    </a:ext>
                  </a:extLst>
                </p14:cNvPr>
                <p14:cNvContentPartPr/>
                <p14:nvPr/>
              </p14:nvContentPartPr>
              <p14:xfrm>
                <a:off x="5111503" y="6511665"/>
                <a:ext cx="153720" cy="130320"/>
              </p14:xfrm>
            </p:contentPart>
          </mc:Choice>
          <mc:Fallback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DC18A3A9-39A3-412A-B4AC-5932B4608F1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093503" y="6493665"/>
                  <a:ext cx="189360" cy="165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1B28DDE5-E567-4C87-AD0C-591C7DE7F78B}"/>
                  </a:ext>
                </a:extLst>
              </p14:cNvPr>
              <p14:cNvContentPartPr/>
              <p14:nvPr/>
            </p14:nvContentPartPr>
            <p14:xfrm>
              <a:off x="3314743" y="3979785"/>
              <a:ext cx="1709640" cy="7848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1B28DDE5-E567-4C87-AD0C-591C7DE7F78B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3296743" y="3961785"/>
                <a:ext cx="174528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246980CC-FEFF-4FB9-8D19-117C388E7CB5}"/>
                  </a:ext>
                </a:extLst>
              </p14:cNvPr>
              <p14:cNvContentPartPr/>
              <p14:nvPr/>
            </p14:nvContentPartPr>
            <p14:xfrm>
              <a:off x="4895143" y="3962505"/>
              <a:ext cx="306000" cy="19620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246980CC-FEFF-4FB9-8D19-117C388E7CB5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4877143" y="3944865"/>
                <a:ext cx="3416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158" name="Ink 157">
                <a:extLst>
                  <a:ext uri="{FF2B5EF4-FFF2-40B4-BE49-F238E27FC236}">
                    <a16:creationId xmlns:a16="http://schemas.microsoft.com/office/drawing/2014/main" id="{0A640F79-66FC-4C26-BAD3-7238A8C5D781}"/>
                  </a:ext>
                </a:extLst>
              </p14:cNvPr>
              <p14:cNvContentPartPr/>
              <p14:nvPr/>
            </p14:nvContentPartPr>
            <p14:xfrm>
              <a:off x="5341903" y="3678465"/>
              <a:ext cx="360" cy="141840"/>
            </p14:xfrm>
          </p:contentPart>
        </mc:Choice>
        <mc:Fallback>
          <p:pic>
            <p:nvPicPr>
              <p:cNvPr id="158" name="Ink 157">
                <a:extLst>
                  <a:ext uri="{FF2B5EF4-FFF2-40B4-BE49-F238E27FC236}">
                    <a16:creationId xmlns:a16="http://schemas.microsoft.com/office/drawing/2014/main" id="{0A640F79-66FC-4C26-BAD3-7238A8C5D781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323903" y="3660465"/>
                <a:ext cx="36000" cy="17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DE1E5D91-43F4-4075-BD6D-F0691C3936A5}"/>
                  </a:ext>
                </a:extLst>
              </p14:cNvPr>
              <p14:cNvContentPartPr/>
              <p14:nvPr/>
            </p14:nvContentPartPr>
            <p14:xfrm>
              <a:off x="5218063" y="3595305"/>
              <a:ext cx="277920" cy="3168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DE1E5D91-43F4-4075-BD6D-F0691C3936A5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5200063" y="3577665"/>
                <a:ext cx="313560" cy="6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E8C34E6-3BD5-4405-AF07-9C7A30DB19CC}"/>
                  </a:ext>
                </a:extLst>
              </p14:cNvPr>
              <p14:cNvContentPartPr/>
              <p14:nvPr/>
            </p14:nvContentPartPr>
            <p14:xfrm>
              <a:off x="5202943" y="3819945"/>
              <a:ext cx="303120" cy="6336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E8C34E6-3BD5-4405-AF07-9C7A30DB19CC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185303" y="3801945"/>
                <a:ext cx="33876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B0119D11-CCE0-4A1D-BFDA-5460269DC0E7}"/>
                  </a:ext>
                </a:extLst>
              </p14:cNvPr>
              <p14:cNvContentPartPr/>
              <p14:nvPr/>
            </p14:nvContentPartPr>
            <p14:xfrm>
              <a:off x="5499583" y="3662625"/>
              <a:ext cx="130320" cy="22356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B0119D11-CCE0-4A1D-BFDA-5460269DC0E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481583" y="3644625"/>
                <a:ext cx="16596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1387DF38-735C-46C4-BE9C-F254CA2A4C87}"/>
                  </a:ext>
                </a:extLst>
              </p14:cNvPr>
              <p14:cNvContentPartPr/>
              <p14:nvPr/>
            </p14:nvContentPartPr>
            <p14:xfrm>
              <a:off x="5685343" y="3777825"/>
              <a:ext cx="138960" cy="16380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1387DF38-735C-46C4-BE9C-F254CA2A4C8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667343" y="3760185"/>
                <a:ext cx="174600" cy="19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63" name="Ink 162">
                <a:extLst>
                  <a:ext uri="{FF2B5EF4-FFF2-40B4-BE49-F238E27FC236}">
                    <a16:creationId xmlns:a16="http://schemas.microsoft.com/office/drawing/2014/main" id="{4ECD955E-A22D-4AEA-8BF4-09A0F996966F}"/>
                  </a:ext>
                </a:extLst>
              </p14:cNvPr>
              <p14:cNvContentPartPr/>
              <p14:nvPr/>
            </p14:nvContentPartPr>
            <p14:xfrm>
              <a:off x="5171263" y="3491265"/>
              <a:ext cx="420840" cy="53640"/>
            </p14:xfrm>
          </p:contentPart>
        </mc:Choice>
        <mc:Fallback>
          <p:pic>
            <p:nvPicPr>
              <p:cNvPr id="163" name="Ink 162">
                <a:extLst>
                  <a:ext uri="{FF2B5EF4-FFF2-40B4-BE49-F238E27FC236}">
                    <a16:creationId xmlns:a16="http://schemas.microsoft.com/office/drawing/2014/main" id="{4ECD955E-A22D-4AEA-8BF4-09A0F996966F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153263" y="3473265"/>
                <a:ext cx="45648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8CBC3B1C-6D52-43D1-BF8D-ABD6CED4DD17}"/>
                  </a:ext>
                </a:extLst>
              </p14:cNvPr>
              <p14:cNvContentPartPr/>
              <p14:nvPr/>
            </p14:nvContentPartPr>
            <p14:xfrm>
              <a:off x="3351823" y="4018665"/>
              <a:ext cx="2898000" cy="174132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8CBC3B1C-6D52-43D1-BF8D-ABD6CED4DD17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333823" y="4000665"/>
                <a:ext cx="2933640" cy="1776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4" name="Group 183">
            <a:extLst>
              <a:ext uri="{FF2B5EF4-FFF2-40B4-BE49-F238E27FC236}">
                <a16:creationId xmlns:a16="http://schemas.microsoft.com/office/drawing/2014/main" id="{28E32BAB-565E-4BB3-B90E-8E585725407C}"/>
              </a:ext>
            </a:extLst>
          </p:cNvPr>
          <p:cNvGrpSpPr/>
          <p:nvPr/>
        </p:nvGrpSpPr>
        <p:grpSpPr>
          <a:xfrm>
            <a:off x="4812703" y="5547945"/>
            <a:ext cx="1523880" cy="281160"/>
            <a:chOff x="4812703" y="5547945"/>
            <a:chExt cx="1523880" cy="281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9A045D1-2370-4E59-AC19-A3F2E720899F}"/>
                    </a:ext>
                  </a:extLst>
                </p14:cNvPr>
                <p14:cNvContentPartPr/>
                <p14:nvPr/>
              </p14:nvContentPartPr>
              <p14:xfrm>
                <a:off x="4812703" y="5813625"/>
                <a:ext cx="15120" cy="360"/>
              </p14:xfrm>
            </p:contentPart>
          </mc:Choice>
          <mc:Fallback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9A045D1-2370-4E59-AC19-A3F2E720899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794703" y="5795625"/>
                  <a:ext cx="507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FA2F51A6-CA86-4C7B-907F-846083A20C18}"/>
                    </a:ext>
                  </a:extLst>
                </p14:cNvPr>
                <p14:cNvContentPartPr/>
                <p14:nvPr/>
              </p14:nvContentPartPr>
              <p14:xfrm>
                <a:off x="5096383" y="5813625"/>
                <a:ext cx="13320" cy="360"/>
              </p14:xfrm>
            </p:contentPart>
          </mc:Choice>
          <mc:Fallback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FA2F51A6-CA86-4C7B-907F-846083A20C18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078743" y="5795625"/>
                  <a:ext cx="4896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BF2F2FE2-4361-4F56-97DD-42DD33452C09}"/>
                    </a:ext>
                  </a:extLst>
                </p14:cNvPr>
                <p14:cNvContentPartPr/>
                <p14:nvPr/>
              </p14:nvContentPartPr>
              <p14:xfrm>
                <a:off x="5375743" y="5813625"/>
                <a:ext cx="32400" cy="360"/>
              </p14:xfrm>
            </p:contentPart>
          </mc:Choice>
          <mc:Fallback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BF2F2FE2-4361-4F56-97DD-42DD33452C09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358103" y="5795625"/>
                  <a:ext cx="68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E895928-DC3A-4549-A98C-41BFBA62E93F}"/>
                    </a:ext>
                  </a:extLst>
                </p14:cNvPr>
                <p14:cNvContentPartPr/>
                <p14:nvPr/>
              </p14:nvContentPartPr>
              <p14:xfrm>
                <a:off x="5602183" y="5813625"/>
                <a:ext cx="47160" cy="360"/>
              </p14:xfrm>
            </p:contentPart>
          </mc:Choice>
          <mc:Fallback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5E895928-DC3A-4549-A98C-41BFBA62E93F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584183" y="5795625"/>
                  <a:ext cx="82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34E158C6-149E-4E3F-B067-2CBD1ECC8604}"/>
                    </a:ext>
                  </a:extLst>
                </p14:cNvPr>
                <p14:cNvContentPartPr/>
                <p14:nvPr/>
              </p14:nvContentPartPr>
              <p14:xfrm>
                <a:off x="5843023" y="5813625"/>
                <a:ext cx="47160" cy="360"/>
              </p14:xfrm>
            </p:contentPart>
          </mc:Choice>
          <mc:Fallback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34E158C6-149E-4E3F-B067-2CBD1ECC8604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825383" y="5795625"/>
                  <a:ext cx="8280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B833D485-6BB2-4FED-AE4F-A1607AE65E77}"/>
                    </a:ext>
                  </a:extLst>
                </p14:cNvPr>
                <p14:cNvContentPartPr/>
                <p14:nvPr/>
              </p14:nvContentPartPr>
              <p14:xfrm>
                <a:off x="6094663" y="5813625"/>
                <a:ext cx="239400" cy="360"/>
              </p14:xfrm>
            </p:contentPart>
          </mc:Choice>
          <mc:Fallback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B833D485-6BB2-4FED-AE4F-A1607AE65E7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077023" y="5795625"/>
                  <a:ext cx="27504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1F363CB2-4EBA-4984-A7B2-9E0D31FE84FA}"/>
                    </a:ext>
                  </a:extLst>
                </p14:cNvPr>
                <p14:cNvContentPartPr/>
                <p14:nvPr/>
              </p14:nvContentPartPr>
              <p14:xfrm>
                <a:off x="6041383" y="5547945"/>
                <a:ext cx="295200" cy="281160"/>
              </p14:xfrm>
            </p:contentPart>
          </mc:Choice>
          <mc:Fallback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1F363CB2-4EBA-4984-A7B2-9E0D31FE84F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6023743" y="5530305"/>
                  <a:ext cx="330840" cy="31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262E3367-48AA-43A7-B8A3-D35CF9DA181B}"/>
              </a:ext>
            </a:extLst>
          </p:cNvPr>
          <p:cNvGrpSpPr/>
          <p:nvPr/>
        </p:nvGrpSpPr>
        <p:grpSpPr>
          <a:xfrm>
            <a:off x="6044983" y="6190185"/>
            <a:ext cx="496080" cy="396360"/>
            <a:chOff x="6044983" y="6190185"/>
            <a:chExt cx="496080" cy="396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22E05D12-0A7E-4718-9ECD-27F1D2E1420D}"/>
                    </a:ext>
                  </a:extLst>
                </p14:cNvPr>
                <p14:cNvContentPartPr/>
                <p14:nvPr/>
              </p14:nvContentPartPr>
              <p14:xfrm>
                <a:off x="6201583" y="6243105"/>
                <a:ext cx="21600" cy="211680"/>
              </p14:xfrm>
            </p:contentPart>
          </mc:Choice>
          <mc:Fallback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22E05D12-0A7E-4718-9ECD-27F1D2E1420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83583" y="6225105"/>
                  <a:ext cx="5724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6241D8DE-CF49-4B00-BC22-30B92112B93E}"/>
                    </a:ext>
                  </a:extLst>
                </p14:cNvPr>
                <p14:cNvContentPartPr/>
                <p14:nvPr/>
              </p14:nvContentPartPr>
              <p14:xfrm>
                <a:off x="6044983" y="6190185"/>
                <a:ext cx="304200" cy="100440"/>
              </p14:xfrm>
            </p:contentPart>
          </mc:Choice>
          <mc:Fallback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6241D8DE-CF49-4B00-BC22-30B92112B93E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027343" y="6172185"/>
                  <a:ext cx="33984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C3CBF3A7-E74B-489E-9312-CF4F46DFF31F}"/>
                    </a:ext>
                  </a:extLst>
                </p14:cNvPr>
                <p14:cNvContentPartPr/>
                <p14:nvPr/>
              </p14:nvContentPartPr>
              <p14:xfrm>
                <a:off x="6050383" y="6463065"/>
                <a:ext cx="322200" cy="59040"/>
              </p14:xfrm>
            </p:contentPart>
          </mc:Choice>
          <mc:Fallback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C3CBF3A7-E74B-489E-9312-CF4F46DFF31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032383" y="6445065"/>
                  <a:ext cx="3578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FDD93D5-E0F3-4686-B38A-2708606063B9}"/>
                    </a:ext>
                  </a:extLst>
                </p14:cNvPr>
                <p14:cNvContentPartPr/>
                <p14:nvPr/>
              </p14:nvContentPartPr>
              <p14:xfrm>
                <a:off x="6354943" y="6425985"/>
                <a:ext cx="186120" cy="160560"/>
              </p14:xfrm>
            </p:contentPart>
          </mc:Choice>
          <mc:Fallback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FDD93D5-E0F3-4686-B38A-2708606063B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337303" y="6407985"/>
                  <a:ext cx="221760" cy="19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8FC28DF7-9B24-46A7-8345-5F60564C683B}"/>
                    </a:ext>
                  </a:extLst>
                </p14:cNvPr>
                <p14:cNvContentPartPr/>
                <p14:nvPr/>
              </p14:nvContentPartPr>
              <p14:xfrm>
                <a:off x="6346663" y="6398625"/>
                <a:ext cx="149760" cy="124560"/>
              </p14:xfrm>
            </p:contentPart>
          </mc:Choice>
          <mc:Fallback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FC28DF7-9B24-46A7-8345-5F60564C683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328663" y="6380985"/>
                  <a:ext cx="185400" cy="160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1BC47B34-694E-4041-9237-267F822DA268}"/>
                  </a:ext>
                </a:extLst>
              </p14:cNvPr>
              <p14:cNvContentPartPr/>
              <p14:nvPr/>
            </p14:nvContentPartPr>
            <p14:xfrm>
              <a:off x="5958223" y="5992185"/>
              <a:ext cx="456840" cy="7092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1BC47B34-694E-4041-9237-267F822DA26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940583" y="5974545"/>
                <a:ext cx="492480" cy="10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BC7C5A14-C567-4ED5-AEE5-BD2F4ED973D8}"/>
                  </a:ext>
                </a:extLst>
              </p14:cNvPr>
              <p14:cNvContentPartPr/>
              <p14:nvPr/>
            </p14:nvContentPartPr>
            <p14:xfrm>
              <a:off x="3362983" y="2578305"/>
              <a:ext cx="2005560" cy="145728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BC7C5A14-C567-4ED5-AEE5-BD2F4ED973D8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3344983" y="2560665"/>
                <a:ext cx="2041200" cy="149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EC7A220A-AA92-49F9-93E2-C8FC78B2594D}"/>
                  </a:ext>
                </a:extLst>
              </p14:cNvPr>
              <p14:cNvContentPartPr/>
              <p14:nvPr/>
            </p14:nvContentPartPr>
            <p14:xfrm>
              <a:off x="3441463" y="3869985"/>
              <a:ext cx="177120" cy="40176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EC7A220A-AA92-49F9-93E2-C8FC78B2594D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3423463" y="3851985"/>
                <a:ext cx="212760" cy="437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D8BCBB5C-960A-45EC-9576-4C0FC057820C}"/>
              </a:ext>
            </a:extLst>
          </p:cNvPr>
          <p:cNvGrpSpPr/>
          <p:nvPr/>
        </p:nvGrpSpPr>
        <p:grpSpPr>
          <a:xfrm>
            <a:off x="4633423" y="1699545"/>
            <a:ext cx="1327320" cy="1213560"/>
            <a:chOff x="4633423" y="1699545"/>
            <a:chExt cx="1327320" cy="12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F2088BA-63FD-4E64-8AE2-90827FB08E03}"/>
                    </a:ext>
                  </a:extLst>
                </p14:cNvPr>
                <p14:cNvContentPartPr/>
                <p14:nvPr/>
              </p14:nvContentPartPr>
              <p14:xfrm>
                <a:off x="5040943" y="2589465"/>
                <a:ext cx="316080" cy="315720"/>
              </p14:xfrm>
            </p:contentPart>
          </mc:Choice>
          <mc:Fallback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F2088BA-63FD-4E64-8AE2-90827FB08E03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023303" y="2571825"/>
                  <a:ext cx="3517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3B8A1F75-B1C9-4383-970D-ADE21420B2AF}"/>
                    </a:ext>
                  </a:extLst>
                </p14:cNvPr>
                <p14:cNvContentPartPr/>
                <p14:nvPr/>
              </p14:nvContentPartPr>
              <p14:xfrm>
                <a:off x="4761583" y="1835265"/>
                <a:ext cx="316080" cy="474480"/>
              </p14:xfrm>
            </p:contentPart>
          </mc:Choice>
          <mc:Fallback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3B8A1F75-B1C9-4383-970D-ADE21420B2A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743583" y="1817265"/>
                  <a:ext cx="35172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AABDD0B-185C-4A6D-BB0C-D00DE12B4C46}"/>
                    </a:ext>
                  </a:extLst>
                </p14:cNvPr>
                <p14:cNvContentPartPr/>
                <p14:nvPr/>
              </p14:nvContentPartPr>
              <p14:xfrm>
                <a:off x="5160463" y="2195265"/>
                <a:ext cx="154080" cy="197640"/>
              </p14:xfrm>
            </p:contentPart>
          </mc:Choice>
          <mc:Fallback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AABDD0B-185C-4A6D-BB0C-D00DE12B4C4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142463" y="2177625"/>
                  <a:ext cx="189720" cy="23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26F1E638-F199-410E-8112-95574BEAD608}"/>
                    </a:ext>
                  </a:extLst>
                </p14:cNvPr>
                <p14:cNvContentPartPr/>
                <p14:nvPr/>
              </p14:nvContentPartPr>
              <p14:xfrm>
                <a:off x="5414263" y="2306505"/>
                <a:ext cx="219960" cy="153720"/>
              </p14:xfrm>
            </p:contentPart>
          </mc:Choice>
          <mc:Fallback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26F1E638-F199-410E-8112-95574BEAD60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396623" y="2288505"/>
                  <a:ext cx="25560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6A4E687C-312F-433D-8E39-B1669872C09E}"/>
                    </a:ext>
                  </a:extLst>
                </p14:cNvPr>
                <p14:cNvContentPartPr/>
                <p14:nvPr/>
              </p14:nvContentPartPr>
              <p14:xfrm>
                <a:off x="4633423" y="1699545"/>
                <a:ext cx="523080" cy="23400"/>
              </p14:xfrm>
            </p:contentPart>
          </mc:Choice>
          <mc:Fallback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6A4E687C-312F-433D-8E39-B1669872C09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615783" y="1681545"/>
                  <a:ext cx="55872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18E97B3C-7B8C-48EC-A066-313D01AA25AF}"/>
                    </a:ext>
                  </a:extLst>
                </p14:cNvPr>
                <p14:cNvContentPartPr/>
                <p14:nvPr/>
              </p14:nvContentPartPr>
              <p14:xfrm>
                <a:off x="5407783" y="2608185"/>
                <a:ext cx="15120" cy="36000"/>
              </p14:xfrm>
            </p:contentPart>
          </mc:Choice>
          <mc:Fallback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18E97B3C-7B8C-48EC-A066-313D01AA25A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390143" y="2590545"/>
                  <a:ext cx="50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4F80E4E3-3270-43C9-88E8-18D5967DF339}"/>
                    </a:ext>
                  </a:extLst>
                </p14:cNvPr>
                <p14:cNvContentPartPr/>
                <p14:nvPr/>
              </p14:nvContentPartPr>
              <p14:xfrm>
                <a:off x="5674543" y="2748225"/>
                <a:ext cx="360" cy="1800"/>
              </p14:xfrm>
            </p:contentPart>
          </mc:Choice>
          <mc:Fallback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4F80E4E3-3270-43C9-88E8-18D5967DF33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56903" y="2730585"/>
                  <a:ext cx="3600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2A67F777-B49F-4BF8-90F3-92F04576B5D0}"/>
                    </a:ext>
                  </a:extLst>
                </p14:cNvPr>
                <p14:cNvContentPartPr/>
                <p14:nvPr/>
              </p14:nvContentPartPr>
              <p14:xfrm>
                <a:off x="5945623" y="2905545"/>
                <a:ext cx="15120" cy="7560"/>
              </p14:xfrm>
            </p:contentPart>
          </mc:Choice>
          <mc:Fallback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2A67F777-B49F-4BF8-90F3-92F04576B5D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927623" y="2887545"/>
                  <a:ext cx="50760" cy="4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97555E78-453D-48F6-BB4E-4802EE914E29}"/>
              </a:ext>
            </a:extLst>
          </p:cNvPr>
          <p:cNvGrpSpPr/>
          <p:nvPr/>
        </p:nvGrpSpPr>
        <p:grpSpPr>
          <a:xfrm>
            <a:off x="6342343" y="3099585"/>
            <a:ext cx="337320" cy="150480"/>
            <a:chOff x="6342343" y="3099585"/>
            <a:chExt cx="337320" cy="150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EDC98E6A-ADB0-421E-830B-E4F90B029CA6}"/>
                    </a:ext>
                  </a:extLst>
                </p14:cNvPr>
                <p14:cNvContentPartPr/>
                <p14:nvPr/>
              </p14:nvContentPartPr>
              <p14:xfrm>
                <a:off x="6342343" y="3099585"/>
                <a:ext cx="19440" cy="13320"/>
              </p14:xfrm>
            </p:contentPart>
          </mc:Choice>
          <mc:Fallback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EDC98E6A-ADB0-421E-830B-E4F90B029CA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324343" y="3081945"/>
                  <a:ext cx="55080" cy="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682725C6-D5E8-4854-A48C-CED678E9EB2A}"/>
                    </a:ext>
                  </a:extLst>
                </p14:cNvPr>
                <p14:cNvContentPartPr/>
                <p14:nvPr/>
              </p14:nvContentPartPr>
              <p14:xfrm>
                <a:off x="6619543" y="3241065"/>
                <a:ext cx="60120" cy="9000"/>
              </p14:xfrm>
            </p:contentPart>
          </mc:Choice>
          <mc:Fallback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682725C6-D5E8-4854-A48C-CED678E9EB2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601903" y="3223425"/>
                  <a:ext cx="95760" cy="44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E1F920B2-C8F3-4B02-B264-9FE74E857E41}"/>
                  </a:ext>
                </a:extLst>
              </p14:cNvPr>
              <p14:cNvContentPartPr/>
              <p14:nvPr/>
            </p14:nvContentPartPr>
            <p14:xfrm>
              <a:off x="6905383" y="3461025"/>
              <a:ext cx="36720" cy="900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E1F920B2-C8F3-4B02-B264-9FE74E857E41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6887743" y="3443385"/>
                <a:ext cx="72360" cy="4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09" name="Group 208">
            <a:extLst>
              <a:ext uri="{FF2B5EF4-FFF2-40B4-BE49-F238E27FC236}">
                <a16:creationId xmlns:a16="http://schemas.microsoft.com/office/drawing/2014/main" id="{915F2507-8F05-4676-A877-2617E1BF2853}"/>
              </a:ext>
            </a:extLst>
          </p:cNvPr>
          <p:cNvGrpSpPr/>
          <p:nvPr/>
        </p:nvGrpSpPr>
        <p:grpSpPr>
          <a:xfrm>
            <a:off x="7142263" y="3711225"/>
            <a:ext cx="772560" cy="363240"/>
            <a:chOff x="7142263" y="3711225"/>
            <a:chExt cx="772560" cy="363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02D97FB0-E5C0-456E-B396-171663FB12F6}"/>
                    </a:ext>
                  </a:extLst>
                </p14:cNvPr>
                <p14:cNvContentPartPr/>
                <p14:nvPr/>
              </p14:nvContentPartPr>
              <p14:xfrm>
                <a:off x="7142263" y="3711225"/>
                <a:ext cx="326880" cy="150480"/>
              </p14:xfrm>
            </p:contentPart>
          </mc:Choice>
          <mc:Fallback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02D97FB0-E5C0-456E-B396-171663FB12F6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124263" y="3693225"/>
                  <a:ext cx="36252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3D92148-D304-40FD-9748-4899F1F2AD3D}"/>
                    </a:ext>
                  </a:extLst>
                </p14:cNvPr>
                <p14:cNvContentPartPr/>
                <p14:nvPr/>
              </p14:nvContentPartPr>
              <p14:xfrm>
                <a:off x="7545463" y="3886905"/>
                <a:ext cx="194400" cy="141840"/>
              </p14:xfrm>
            </p:contentPart>
          </mc:Choice>
          <mc:Fallback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3D92148-D304-40FD-9748-4899F1F2AD3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527463" y="3869265"/>
                  <a:ext cx="23004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D8CA8153-084D-4D0C-A2EA-0D97A0385259}"/>
                    </a:ext>
                  </a:extLst>
                </p14:cNvPr>
                <p14:cNvContentPartPr/>
                <p14:nvPr/>
              </p14:nvContentPartPr>
              <p14:xfrm>
                <a:off x="7914463" y="4074105"/>
                <a:ext cx="360" cy="360"/>
              </p14:xfrm>
            </p:contentPart>
          </mc:Choice>
          <mc:Fallback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D8CA8153-084D-4D0C-A2EA-0D97A0385259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96823" y="4056465"/>
                  <a:ext cx="36000" cy="36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47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5A5E9BE9-23CF-4B7F-9C8E-F47E45AA65C4}"/>
                  </a:ext>
                </a:extLst>
              </p14:cNvPr>
              <p14:cNvContentPartPr/>
              <p14:nvPr/>
            </p14:nvContentPartPr>
            <p14:xfrm>
              <a:off x="3355783" y="4024065"/>
              <a:ext cx="2527560" cy="140112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5A5E9BE9-23CF-4B7F-9C8E-F47E45AA65C4}"/>
                  </a:ext>
                </a:extLst>
              </p:cNvPr>
              <p:cNvPicPr/>
              <p:nvPr/>
            </p:nvPicPr>
            <p:blipFill>
              <a:blip r:embed="rId148"/>
              <a:stretch>
                <a:fillRect/>
              </a:stretch>
            </p:blipFill>
            <p:spPr>
              <a:xfrm>
                <a:off x="3337783" y="4006065"/>
                <a:ext cx="2563200" cy="143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9">
            <p14:nvContentPartPr>
              <p14:cNvPr id="213" name="Ink 212">
                <a:extLst>
                  <a:ext uri="{FF2B5EF4-FFF2-40B4-BE49-F238E27FC236}">
                    <a16:creationId xmlns:a16="http://schemas.microsoft.com/office/drawing/2014/main" id="{A05A9317-CE03-4A0E-B8DB-3C12D08F7DF1}"/>
                  </a:ext>
                </a:extLst>
              </p14:cNvPr>
              <p14:cNvContentPartPr/>
              <p14:nvPr/>
            </p14:nvContentPartPr>
            <p14:xfrm>
              <a:off x="5653303" y="5216025"/>
              <a:ext cx="271080" cy="241200"/>
            </p14:xfrm>
          </p:contentPart>
        </mc:Choice>
        <mc:Fallback>
          <p:pic>
            <p:nvPicPr>
              <p:cNvPr id="213" name="Ink 212">
                <a:extLst>
                  <a:ext uri="{FF2B5EF4-FFF2-40B4-BE49-F238E27FC236}">
                    <a16:creationId xmlns:a16="http://schemas.microsoft.com/office/drawing/2014/main" id="{A05A9317-CE03-4A0E-B8DB-3C12D08F7DF1}"/>
                  </a:ext>
                </a:extLst>
              </p:cNvPr>
              <p:cNvPicPr/>
              <p:nvPr/>
            </p:nvPicPr>
            <p:blipFill>
              <a:blip r:embed="rId150"/>
              <a:stretch>
                <a:fillRect/>
              </a:stretch>
            </p:blipFill>
            <p:spPr>
              <a:xfrm>
                <a:off x="5635303" y="5198385"/>
                <a:ext cx="306720" cy="27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467DD4E8-6B3B-4C3A-B1C4-7E31C7F0473D}"/>
              </a:ext>
            </a:extLst>
          </p:cNvPr>
          <p:cNvGrpSpPr/>
          <p:nvPr/>
        </p:nvGrpSpPr>
        <p:grpSpPr>
          <a:xfrm>
            <a:off x="5294743" y="4476225"/>
            <a:ext cx="781200" cy="516960"/>
            <a:chOff x="5294743" y="4476225"/>
            <a:chExt cx="781200" cy="516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1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E0A6292-4BA3-4017-990C-CF517134FDBD}"/>
                    </a:ext>
                  </a:extLst>
                </p14:cNvPr>
                <p14:cNvContentPartPr/>
                <p14:nvPr/>
              </p14:nvContentPartPr>
              <p14:xfrm>
                <a:off x="5294743" y="4476225"/>
                <a:ext cx="256320" cy="458640"/>
              </p14:xfrm>
            </p:contentPart>
          </mc:Choice>
          <mc:Fallback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E0A6292-4BA3-4017-990C-CF517134FDBD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5277103" y="4458585"/>
                  <a:ext cx="291960" cy="49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3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2EA7581-060C-4E91-B884-6195B0114A88}"/>
                    </a:ext>
                  </a:extLst>
                </p14:cNvPr>
                <p14:cNvContentPartPr/>
                <p14:nvPr/>
              </p14:nvContentPartPr>
              <p14:xfrm>
                <a:off x="5633863" y="4760625"/>
                <a:ext cx="139320" cy="232560"/>
              </p14:xfrm>
            </p:contentPart>
          </mc:Choice>
          <mc:Fallback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2EA7581-060C-4E91-B884-6195B0114A88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5616223" y="4742625"/>
                  <a:ext cx="17496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5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FFC828A5-9C2A-4A70-85B9-6B3A7144EE62}"/>
                    </a:ext>
                  </a:extLst>
                </p14:cNvPr>
                <p14:cNvContentPartPr/>
                <p14:nvPr/>
              </p14:nvContentPartPr>
              <p14:xfrm>
                <a:off x="5868583" y="4755585"/>
                <a:ext cx="207360" cy="237600"/>
              </p14:xfrm>
            </p:contentPart>
          </mc:Choice>
          <mc:Fallback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FFC828A5-9C2A-4A70-85B9-6B3A7144EE62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5850943" y="4737945"/>
                  <a:ext cx="243000" cy="273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7">
            <p14:nvContentPartPr>
              <p14:cNvPr id="218" name="Ink 217">
                <a:extLst>
                  <a:ext uri="{FF2B5EF4-FFF2-40B4-BE49-F238E27FC236}">
                    <a16:creationId xmlns:a16="http://schemas.microsoft.com/office/drawing/2014/main" id="{7D656E90-AE75-4F69-8735-724727DA33FC}"/>
                  </a:ext>
                </a:extLst>
              </p14:cNvPr>
              <p14:cNvContentPartPr/>
              <p14:nvPr/>
            </p14:nvContentPartPr>
            <p14:xfrm>
              <a:off x="5273503" y="4322865"/>
              <a:ext cx="358920" cy="34560"/>
            </p14:xfrm>
          </p:contentPart>
        </mc:Choice>
        <mc:Fallback>
          <p:pic>
            <p:nvPicPr>
              <p:cNvPr id="218" name="Ink 217">
                <a:extLst>
                  <a:ext uri="{FF2B5EF4-FFF2-40B4-BE49-F238E27FC236}">
                    <a16:creationId xmlns:a16="http://schemas.microsoft.com/office/drawing/2014/main" id="{7D656E90-AE75-4F69-8735-724727DA33FC}"/>
                  </a:ext>
                </a:extLst>
              </p:cNvPr>
              <p:cNvPicPr/>
              <p:nvPr/>
            </p:nvPicPr>
            <p:blipFill>
              <a:blip r:embed="rId158"/>
              <a:stretch>
                <a:fillRect/>
              </a:stretch>
            </p:blipFill>
            <p:spPr>
              <a:xfrm>
                <a:off x="5255503" y="4304865"/>
                <a:ext cx="394560" cy="7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96811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agram&#10;&#10;Description automatically generated">
            <a:extLst>
              <a:ext uri="{FF2B5EF4-FFF2-40B4-BE49-F238E27FC236}">
                <a16:creationId xmlns:a16="http://schemas.microsoft.com/office/drawing/2014/main" id="{159BE3A0-919B-48E0-86B5-A577A23F86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280" y="620913"/>
            <a:ext cx="5803717" cy="5204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7564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7893</TotalTime>
  <Words>19</Words>
  <Application>Microsoft Office PowerPoint</Application>
  <PresentationFormat>Widescreen</PresentationFormat>
  <Paragraphs>13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Circuits électriques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Bertrand Cornélusse</dc:creator>
  <cp:lastModifiedBy>Bertrand Cornélusse</cp:lastModifiedBy>
  <cp:revision>58</cp:revision>
  <dcterms:created xsi:type="dcterms:W3CDTF">2021-02-07T08:59:07Z</dcterms:created>
  <dcterms:modified xsi:type="dcterms:W3CDTF">2021-02-25T07:37:06Z</dcterms:modified>
</cp:coreProperties>
</file>