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notesSlides/notesSlide3.xml" ContentType="application/vnd.openxmlformats-officedocument.presentationml.notesSlide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notesSlides/notesSlide4.xml" ContentType="application/vnd.openxmlformats-officedocument.presentationml.notesSlide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notesSlides/notesSlide5.xml" ContentType="application/vnd.openxmlformats-officedocument.presentationml.notesSlide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notesSlides/notesSlide6.xml" ContentType="application/vnd.openxmlformats-officedocument.presentationml.notesSlide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notesSlides/notesSlide7.xml" ContentType="application/vnd.openxmlformats-officedocument.presentationml.notesSlide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63" r:id="rId4"/>
    <p:sldId id="258" r:id="rId5"/>
    <p:sldId id="259" r:id="rId6"/>
    <p:sldId id="260" r:id="rId7"/>
    <p:sldId id="264" r:id="rId8"/>
    <p:sldId id="265" r:id="rId9"/>
    <p:sldId id="266" r:id="rId10"/>
    <p:sldId id="267" r:id="rId11"/>
    <p:sldId id="261" r:id="rId12"/>
    <p:sldId id="269" r:id="rId13"/>
    <p:sldId id="270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7FF2927-04E1-48E7-9A38-5A7E4241BF97}">
          <p14:sldIdLst>
            <p14:sldId id="256"/>
          </p14:sldIdLst>
        </p14:section>
        <p14:section name="Nombres complexes" id="{268DE7CB-CEBD-484B-A962-981B10C8ADFD}">
          <p14:sldIdLst>
            <p14:sldId id="262"/>
            <p14:sldId id="263"/>
            <p14:sldId id="258"/>
            <p14:sldId id="259"/>
            <p14:sldId id="260"/>
            <p14:sldId id="264"/>
            <p14:sldId id="265"/>
            <p14:sldId id="266"/>
            <p14:sldId id="267"/>
          </p14:sldIdLst>
        </p14:section>
        <p14:section name="Valeur efficace" id="{725B3506-AFC5-4D26-B076-5CBA0BDC71AD}">
          <p14:sldIdLst>
            <p14:sldId id="261"/>
            <p14:sldId id="269"/>
          </p14:sldIdLst>
        </p14:section>
        <p14:section name="Phaseurs" id="{68FC56DF-35FA-4662-B44E-5B8CB0BDADBC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18" autoAdjust="0"/>
    <p:restoredTop sz="64905" autoAdjust="0"/>
  </p:normalViewPr>
  <p:slideViewPr>
    <p:cSldViewPr snapToGrid="0">
      <p:cViewPr varScale="1">
        <p:scale>
          <a:sx n="81" d="100"/>
          <a:sy n="81" d="100"/>
        </p:scale>
        <p:origin x="139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8:58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64 1840,'0'0'9397,"-4"0"-7974,-33-8 4288,34 7-4965,-12-5-195,14 0-1153,12-1-147,12 0 517,-1 1 0,1 0 0,1 2-1,40-2 1,-34 4 40,28-3-720,83 6 1,-137-1 859,-1 0 1,1 1 0,-1 0 0,0-1 0,1 1 0,-1 1-1,0-1 1,0 0 0,0 1 0,0-1 0,0 1 0,0 0-1,0 0 1,0 0 0,-1 1 0,1-1 0,-1 1 0,1-1-1,-1 1 1,0 0 0,0 0 0,0 0 0,-1 0 0,1 0-1,-1 0 1,0 0 0,0 1 0,2 4 0,0 8-19,0 0 0,-1 1 0,0-1 1,-2 26-1,0-39 80,0 5-7,0 1 1,0 0-1,-1 0 1,-1 0 0,1-1-1,-1 1 1,-1-1-1,0 1 1,0-1 0,0 0-1,-1 0 1,-1 0-1,1-1 1,-1 1 0,0-1-1,-8 8 1,-163 179 47,-20 24 29,193-215-78,0 1 0,0 0 0,0 0 0,0 0 0,1 1 1,0-1-1,0 1 0,0-1 0,0 1 0,1 0 0,-1 0 1,1 0-1,1 0 0,-1-1 0,1 1 0,-1 0 1,1 0-1,2 10 0,-1-14-5,0 0 1,0 1 0,0-1-1,0 0 1,0 0-1,0 1 1,1-1-1,-1 0 1,0 0-1,1 0 1,-1-1-1,1 1 1,-1 0-1,1 0 1,-1-1 0,1 1-1,0-1 1,-1 1-1,1-1 1,0 0-1,-1 0 1,1 0-1,0 0 1,-1 0-1,3 0 1,4 1-1,67 6-98,1-3 0,117-8-1,-174 2-708,0-1-1,-1 0 1,35-12-1,-15 0-3254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8:59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5977,'0'0'9042,"220"-16"-8882,-126 4-96,1 0-64,18 12-368,-24 0-1416,-18 0-3249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8:59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796 75 3593,'0'0'10922,"-51"-12"-9874,-166-36-573,187 42-397,-44-3 0,64 9-72,-1 1-1,1 0 1,-20 4 0,19-2-7,0 1-1,0 0 1,1 0 0,-1 1 0,1 1-1,0 0 1,1 0 0,-1 1 0,1 0 0,-12 13-1,-4 5 6,2 0 0,-24 36-1,29-37-9,2 1 0,0 0 0,2 1 0,0 0 0,2 1 0,1 1 0,2 0 1,0 0-1,2 1 0,1 0 0,1 0 0,-1 46 0,5-44-12,1-17-5,-1 1 0,2-1 0,3 23 0,-3-32 13,1 0 1,-1-1-1,1 1 0,0-1 1,0 1-1,0-1 0,0 0 1,1 0-1,0 0 0,0 0 1,0 0-1,0 0 0,1-1 1,5 5-1,5 1-26,0 0 0,1-1 0,0-1 0,0 0 0,0-1 1,1 0-1,0-2 0,0 0 0,1-1 0,31 3 0,15-3-453,94-7 0,-154 4 470,34-4-970,-1 0-1,1-3 1,39-12 0,-8-1-3399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00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92 672,'0'0'11691,"95"0"-11763,-12 0 160,6-8-88,6-4-280,47-16-761,-29 4-1439,-13 4-2681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00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855 125 2593,'0'0'13456,"-45"-23"-13035,-147-68-267,187 89-153,-1 0 1,0 0 0,0 1-1,0 0 1,0 0 0,0 0-1,0 1 1,-8 0 0,11 0-4,0 1 1,-1 0-1,1 0 1,0 0-1,0 0 1,0 1-1,0-1 1,0 1-1,-5 3 1,-21 17-15,0 1 1,1 2-1,2 1 1,0 1-1,2 1 1,-29 43-1,-108 202 26,138-230-4,2 1 0,2 1 0,2 0 0,2 2 0,1 0 0,3 0 0,2 1 0,-4 72 1,12-88-5,-1 0-39,2 0-1,7 63 0,-5-86 21,0 0-1,0 0 0,1 0 0,0-1 1,0 1-1,1-1 0,0 0 0,1 0 1,0 0-1,0 0 0,0-1 1,1 0-1,0 0 0,14 12 0,-7-10-13,0-1-1,0 0 0,1-1 1,0 0-1,0-1 0,1 0 1,-1-1-1,1-1 0,1-1 0,21 3 1,17-1-33,89-4 1,-112-2 74,-6-1-71,1 0 1,-1-1-1,0-2 0,0-1 0,0 0 0,-1-2 0,37-17 0,-37 13-878,-1-1 1,-1-1-1,0-1 0,22-19 1,-6 1-4202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01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0 5641,'0'0'7111,"-35"8"-6898,-7 2-202,-64 22 0,101-30-10,0 0 0,1 0 0,-1 1 0,1-1 0,-1 1 0,1 0 0,0 1 0,0-1 1,0 1-1,1 0 0,-1-1 0,1 2 0,0-1 0,0 0 0,-3 8 0,-27 47 110,3 2 0,3 1 0,-33 113 0,47-124-32,2 1 0,2 0 1,3 1-1,2 0 1,3 71-1,1-119-77,1 1-1,-1-1 1,1 0 0,1 0-1,-1 0 1,0 0-1,1 0 1,0 0 0,1-1-1,-1 1 1,1 0-1,-1-1 1,1 0 0,1 0-1,4 6 1,-1-5 4,-1 1 0,1-2 0,-1 1 0,1-1 1,0 0-1,1 0 0,-1-1 0,1 0 0,8 2 1,13 2 17,1-2 0,-1-1 1,1-2-1,40-1 1,-41-1-299,0-2 1,0-1 0,0-1-1,0-1 1,-1-2-1,0-1 1,-1-1 0,1-1-1,37-21 1,-19 3-2653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01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3105,'0'0'7981,"-1"32"-7954,-4 207 285,5 253 2071,0-492-2385,0 0 0,0 0-1,0 0 1,0 0 0,0 0 0,-1 0-1,1 0 1,0 0 0,0-1-1,0 1 1,0 0 0,0 0 0,-1 0-1,1 0 1,0 0 0,0 0-1,0 0 1,0 0 0,-1 0-1,1 0 1,0 0 0,0 0 0,0 0-1,0 0 1,-1 0 0,1 1-1,0-1 1,0 0 0,0 0 0,0 0-1,0 0 1,-1 0 0,1 0-1,0 0 1,0 0 0,0 0 0,0 1-1,0-1 1,0 0 0,0 0-1,-1 0 1,1 0 0,0 0-1,0 1 1,0-1 0,0 0 0,0 0-1,0 0 1,0 0 0,0 0-1,0 1 1,0-1 0,0 0 0,0 0-1,0 0 1,0 0 0,0 1-1,0-1 1,0 0 0,0 0 0,0 0-1,0 0 1,0 0 0,0 1-1,0-1 1,1 0 0,-8-8-1216,2-10-2985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06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50 102 3025,'0'0'12500,"-8"-8"-11695,-24-25-201,31 33-588,1 0 0,-1-1 0,0 0 0,1 1 0,-1-1 0,1 1-1,-1-1 1,1 0 0,-1 1 0,1-1 0,-1 0 0,1 1 0,-1-1 0,1 0-1,0 0 1,0 0 0,-1 1 0,1-1 0,0 0 0,0 0 0,0 0-1,0 0 1,0 1 0,0-1 0,0 0 0,0 0 0,0 0 0,0 0 0,1 1-1,-1-1 1,0 0 0,0 0 0,1 0 0,-1 1 0,1-1 0,-1 0 0,1 1-1,-1-1 1,1 0 0,-1 1 0,1-1 0,-1 1 0,1-1 0,0 0 0,0 0-1,3-1-55,0 0 0,0 0 0,0 1 0,1-1-1,-1 1 1,5-1 0,-6 1 117,15-3-195,0 0 1,0 1 0,0 1-1,1 1 1,-1 0 0,0 1-1,1 2 1,19 3 0,-34-4 49,-1 0 1,0 1 0,0-1-1,0 1 1,0 0 0,0 0-1,0 0 1,-1 1 0,1-1-1,-1 1 1,1-1 0,-1 1-1,0 0 1,0 0 0,0 0-1,0 0 1,-1 0 0,1 0-1,-1 1 1,0-1 0,0 0 0,0 1-1,0-1 1,0 6 0,1 11-155,0 0 0,-1 1 1,-3 24-1,1-10 154,0-17 65,-1 0 0,0 0 0,-1 0 0,-1 0 0,-1-1 0,0 1-1,-10 18 1,-64 116 99,30-63-42,12-13-28,-20 38 39,57-114-64,0 1-1,-1-1 1,1 0 0,0 0 0,0 0 0,0 0 0,0 1 0,-1-1 0,1 0 0,0 0 0,0 1 0,0-1 0,0 0-1,0 0 1,0 0 0,0 1 0,0-1 0,0 0 0,0 0 0,0 1 0,0-1 0,0 0 0,0 0 0,0 1-1,0-1 1,0 0 0,0 0 0,0 1 0,0-1 0,0 0 0,0 0 0,0 1 0,0-1 0,1 0 0,-1 0-1,0 0 1,0 1 0,0-1 0,0 0 0,0 0 0,1 0 0,-1 0 0,0 1 0,0-1 0,1 0 0,-1 0 0,0 0-1,0 0 1,0 0 0,1 0 0,-1 0 0,17 1 51,-10-2-27,270 1 748,-93 0-4154,-146 0-555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07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5977,'0'0'6522,"326"-39"-6418,-225 31-104,23 8-440,-23 0-1713,-24 0-3760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07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5937,'0'0'8642,"249"-4"-8498,-149-8-144,1 4-168,12 4-1304,-30 4-1385,-24 0-2376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08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3593,'0'0'10370,"427"-24"-10794,-285 16-1112,-23 4-2601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08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16 3025,'0'0'8205,"-54"47"-8011,-167 156 110,212-193-278,1 0 1,-1 0 0,1 1-1,-11 22 1,16-28-13,1 1 0,0-1 0,1 1 0,-1 0 0,1 0 0,-1 9 0,2-12-9,-3 27 66,1 58 0,2-81-62,1 1-1,0 0 1,0-1-1,1 1 1,0-1-1,0 1 1,1-1-1,-1 0 1,2 0 0,-1 0-1,1 0 1,9 11-1,-6-10-6,1-1-1,0 0 0,1-1 1,0 0-1,0 0 0,0-1 1,1 0-1,-1 0 0,1-1 1,0 0-1,1-1 1,13 3-1,0-2 2,0-1 0,0-1 0,0 0-1,37-4 1,-49 0 10,0 0 0,0 0 0,0-1-1,-1 0 1,1-1 0,-1-1 0,0 0-1,0 0 1,-1-1 0,1-1 0,-1 1-1,-1-2 1,1 1 0,-1-1 0,-1-1-1,12-13 1,-9 9 2,-1-2-1,0 1 1,-1-1-1,-1-1 1,0 1-1,-1-1 0,-1-1 1,0 1-1,-1-1 1,5-33-1,-7 19 13,0 0 0,-3-42 0,-1 61-22,0 1-1,-1-1 1,0 1 0,0 0-1,-1 0 1,-1 0-1,0 0 1,-1 1-1,-9-18 1,6 18 55,0 0 0,0 0 1,-1 0-1,0 2 0,-1-1 0,0 1 0,0 0 0,-1 1 1,0 0-1,0 1 0,0 0 0,-1 1 0,-13-4 0,16 6 1,0 0 0,-1 1 0,1 0 0,0 1 0,-1 0 0,1 1 0,-1-1 0,1 2 0,-1-1 0,1 1 0,-1 1 0,1 0 0,0 0 0,0 1 0,0 0 0,0 1 0,0 0 0,-15 9-1,10-3-57,0 2 0,0 0 0,1 0 0,1 2 0,0-1 0,-15 23-1,8-6 0,1 0 0,-20 48 0,30-61-8,1 0 0,0 0 1,2 1-1,0-1 0,1 1 1,1 0-1,0 1 0,2-1 1,0 0-1,1 1 0,4 32 1,-3-48-22,0 1 0,0-1-1,0 1 1,0-1 0,1 1 0,0-1 0,0 0 0,-1 0 0,2 0 0,-1 0 0,0 0-1,1 0 1,-1-1 0,1 1 0,0-1 0,0 1 0,0-1 0,0 0 0,0 0 0,0-1 0,0 1-1,1-1 1,-1 1 0,1-1 0,4 1 0,8 1-207,0-1 0,0 0 0,0-1 0,24-2 0,-34 1 167,8-1-74,1 0-1,0-1 1,-1 0 0,0-1-1,0-1 1,0-1 0,0 0-1,0 0 1,16-10 0,-7 0-213,0 0 0,-1-1 0,-1-1 0,23-25 0,-19 19 94,-2-2 0,0-1 0,-2 0 1,-1-2-1,-1 0 0,-2-1 0,0-1 0,-2-1 1,12-35-1,-22 39 884,-2 14 1765,-2 33-1392,-2 34-994,0-3 33,6 63 0,-3-99-26,1 1 0,0-1 0,1 0 0,0 0 0,1 0 0,1 0 0,0-1 0,14 22 0,-14-28-32,0 0 1,1 0-1,0-1 0,0 0 0,0 0 0,1-1 0,0 0 0,1 0 0,-1-1 0,1 0 0,12 5 0,0-2-412,0-1 0,0-1 0,1 0 0,23 1 0,33-3-2318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09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0 640,'0'0'5361,"0"270"-4072,0-166-241,0-1-176,0-8-376,0-16-320,30-11-176,-6-25-1080,-7-23-1561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09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3689,'0'0'11130,"172"0"-11010,-36 0-120,-23 0-1200,-19-4-3433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09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 6937,'0'0'5902,"-1"52"-5832,0 65 60,25 204 0,48 351 965,-65-555-989,-9 140-1,2-256-91,0 1 0,-1-1-1,1 1 1,-1-1 0,1 1 0,-1-1-1,0 0 1,1 1 0,-1-1 0,0 0-1,0 1 1,0-1 0,0 0 0,0 0-1,0 0 1,-1 0 0,1 0 0,0 0-1,0 0 1,-1 0 0,1 0 0,-1-1-1,1 1 1,-1-1 0,1 1 0,-1-1 0,1 1-1,-1-1 1,1 0 0,-1 0 0,1 0-1,-1 0 1,-2 0 0,-2 0 42,-1 0 1,0-1-1,0 1 0,1-2 1,-1 1-1,1-1 1,-9-3-1,3 0-17,0-2-1,1 0 1,0 0-1,0-1 1,0 0-1,1-1 1,1 0 0,-18-21-1,6 3-39,2-1-1,-24-42 1,24 33-57,2 0 0,1-1 0,2-1 0,2 0 0,1-1 0,2 0 0,2-1 0,2 1 0,0-74 0,4 107 51,1 0 1,1 0 0,-1 1 0,1-1 0,1 0 0,-1 1 0,1-1 0,0 1 0,0-1 0,1 1-1,0 0 1,0 0 0,0 0 0,1 0 0,0 1 0,0-1 0,1 1 0,-1 0 0,1 1-1,0-1 1,0 1 0,1 0 0,-1 0 0,1 0 0,10-4 0,2-2-3,1 1 0,0 1 0,0 1 0,1 1 0,0 0 0,33-4 0,125-3-1217,-126 12-62,-10-3-1782,-10-3-2448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10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6177,'0'0'7002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10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3545,'0'0'5398,"0"44"-4862,0 502 1341,0-373-1241,2 242 347,31-6-598,-31-396-374,4 26 3,-5-38-13,-1 0 1,0 0 0,1 0 0,-1 0 0,0 0 0,1 0 0,-1 0 0,1 0-1,0 0 1,-1 0 0,1 0 0,0 0 0,-1-1 0,1 1 0,0 0 0,0-1-1,0 1 1,-1 0 0,1-1 0,0 1 0,0-1 0,0 1 0,0-1 0,0 0-1,0 1 1,0-1 0,0 0 0,2 0 0,-2 0 29,1-1 1,-1 1-1,0-1 0,1 1 1,-1-1-1,1 0 0,-1 0 1,0 0-1,0 0 0,0 0 1,1 0-1,-1 0 1,0 0-1,0 0 0,0 0 1,0-1-1,-1 1 0,1 0 1,0-1-1,-1 1 0,1 0 1,0-1-1,-1 1 1,0-1-1,1-1 0,5-11 203,-2 7-191,14-27 74,0 1-1,3 1 1,40-50-1,-54 74-196,1 0 0,0 0-1,0 1 1,1 0 0,0 0 0,0 1 0,0 1-1,1-1 1,0 1 0,0 1 0,0 0 0,1 0-1,0 1 1,-1 1 0,1 0 0,0 0 0,19 0 0,-16 2-30,1 0 0,-1 1 0,0 0 0,0 1 0,0 1 0,-1 1 0,1-1 1,-1 2-1,1 0 0,-1 1 0,-1 0 0,22 14 0,-18-8 86,-1 0-1,0 0 0,0 2 1,-1 0-1,13 17 1,-21-22 20,0 0 1,0 0-1,0 1 1,-1 0-1,-1 0 1,0 0 0,0 0-1,-1 1 1,0-1-1,2 19 1,-3-13 27,-1 0 0,-1 1 0,-1 17 0,0-29 1,1 0 0,-1 0 0,-1 0 0,1 0 0,-1 0 0,0-1 0,0 1 0,0 0 0,0-1 1,-1 0-1,0 1 0,0-1 0,0 0 0,-6 5 0,0-1 74,-2-1 0,1 0 1,-1 0-1,0-1 0,0-1 0,0 0 1,-1 0-1,0-1 0,0 0 0,-16 2 1,-6-1 365,-1-1 1,-53 0 0,71-4-356,-1-1 1,1 0 0,0-2-1,0 1 1,-31-11 0,39 10-138,0-1 1,1 0 0,-1-1 0,1 1 0,0-1 0,0-1 0,1 0 0,0 0 0,0 0 0,0-1 0,1 0 0,-9-12 0,9 10-342,0-1-1,1 1 1,0-1 0,1 0 0,0 0 0,1 0-1,0-1 1,-2-13 0,3-17-4334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12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133 227 1560,'0'0'8363,"-19"7"-4992,17-5-3107,-1 0 1,0-1 0,0 1 0,-1-1 0,1 0-1,0 0 1,0 0 0,-1 0 0,1 0 0,-5 0-1,5-1-262,0 0 0,0 0 0,1-1 0,-1 1 0,0-1 0,0 1 0,0-1 0,0 0 0,0 0 0,1 0 0,-1 0 0,1-1 0,-1 1 0,1-1 0,-1 0 0,1 1 0,0-1 0,-1 0 0,1 0 0,0-1 0,1 1 0,-1 0 0,0-1 0,1 1 0,-1-1 0,1 1 0,0-1 0,0 0 0,0 1 0,0-1 0,0 0 0,0-3-1,-1-11-110,0 1-1,1-1 0,3-25 0,-1 6-165,-1 33 260,0 1 1,0 0-1,0 0 0,0-1 1,1 1-1,-1 0 1,1 0-1,-1-1 1,1 1-1,0 0 1,0 0-1,0 0 0,0 0 1,0 0-1,1 0 1,-1 0-1,0 1 1,1-1-1,-1 0 1,1 1-1,0-1 0,0 1 1,-1 0-1,1-1 1,0 1-1,0 0 1,0 0-1,1 0 1,3-1-1,4 0-161,0 0 0,0 1 0,0 0 0,0 0 0,14 2 0,-9-1-213,-11 0 340,-1 0 1,0 1-1,1-1 1,-1 1-1,0 0 0,1 0 1,-1 0-1,0 0 1,0 1-1,0-1 1,0 1-1,0 0 0,0 0 1,-1 0-1,1 0 1,-1 0-1,1 1 1,-1-1-1,0 1 0,0 0 1,0-1-1,0 1 1,0 0-1,-1 0 1,1 0-1,-1 0 0,0 1 1,0-1-1,0 0 1,1 7-1,2 9-45,-1 1-1,-1 0 1,-2 41-1,0-44 107,0-11-1,0 0 1,-1 0-1,1 0 1,-1 0-1,-1 0 1,1 0-1,-1 0 1,0 0-1,0-1 1,-1 1-1,-4 7 1,5-11 60,1 1 0,-1-1 0,0 0 0,0 0 0,0 0 0,0-1 0,-1 1 0,1 0 0,0-1 0,-1 0 0,1 1 0,-1-1 0,1 0 0,-1 0 0,0 0 0,1-1 0,-1 1 0,0-1 0,1 1 0,-1-1-1,0 0 1,0 0 0,0 0 0,1-1 0,-1 1 0,0 0 0,0-1 0,-3-1 0,3 0-43,0 1 0,0-1-1,0 0 1,0-1 0,0 1 0,1 0-1,-1-1 1,1 1 0,-1-1 0,1 0-1,0 0 1,0 0 0,0 0-1,1 0 1,-1 0 0,-1-5 0,-3-6-62,1 0 0,-6-23 0,8 19-276,1 0 1,1 0-1,1-30 0,0 20-339,1 26 585,-1 0 0,1 0 0,-1 1 0,1-1 0,0 0 0,-1 0 0,1 1 0,0-1 0,0 1 0,0-1 0,1 1 0,-1 0 0,0-1 0,0 1 0,1 0 0,-1 0 0,1 0 0,-1 0 0,1 0 0,0 0 0,-1 0 0,1 0 0,0 1 0,-1-1 0,1 0 0,0 1 0,0 0 0,0-1 0,-1 1 0,4 0 0,-1-1-42,0 1 0,1 0 0,-1-1 0,0 1 0,0 1 0,1-1 0,-1 0 0,0 1 0,0 0 0,0 0 0,1 1-1,-1-1 1,4 3 0,-3 1 69,0 0-1,0 0 1,0 1 0,-1 0-1,0 0 1,0 0-1,0 0 1,-1 0-1,0 1 1,0 0 0,-1-1-1,0 1 1,0 0-1,0 0 1,-1 1-1,0-1 1,-1 0-1,0 0 1,0 0 0,0 1-1,-2 7 1,1-14 78,0 0 0,0 0 1,0 0-1,-1 0 0,1 0 0,0 0 1,-1 0-1,1 0 0,0 0 0,-1-1 1,1 1-1,-1 0 0,1-1 1,-1 1-1,0-1 0,1 0 0,-1 0 1,0 1-1,1-1 0,-1 0 0,-2-1 1,-2 2 79,1-1 1,-1-1 0,1 1-1,0-1 1,-9-1-1,12 0-111,-1 0-1,1 1 0,-1-1 0,1 0 0,0 0 0,0-1 0,0 1 0,0 0 0,0-1 0,0 1 0,1-1 0,-1 1 1,1-1-1,0 0 0,0 0 0,0 1 0,0-1 0,0 0 0,1 0 0,-1-6 0,-1 0-115,1 0 0,1-1 0,0 1 0,0 0 0,3-16 0,-3 23-5,1 0 0,-1-1 0,1 1 0,0 0 0,0 0 0,0 0 0,0 0 0,0 0 0,0 0 1,0 1-1,3-4 0,28-16-2559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01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32 129 4337,'0'0'11741,"-3"-21"-10833,-10-67-265,9 69-421,4 19-210,0 0-1,0 0 1,0 0-1,0 0 1,0 0-1,-1 0 1,1 0-1,0 1 1,0-1-1,0 0 1,0 0-1,0 0 1,0 0 0,0 0-1,0 0 1,0 0-1,0 0 1,0 0-1,0 0 1,0 1-1,0-1 1,0 0-1,0 0 1,-1 0-1,1 0 1,0 0 0,0 0-1,0 0 1,0 0-1,0 0 1,0 0-1,0 0 1,0 0-1,0 0 1,-1 0-1,1 0 1,0 0 0,0 0-1,0 0 1,0 0-1,0 0 1,0 0-1,0 0 1,0 0-1,-1 0 1,1 0-1,0 0 1,0 0-1,0 0 1,0 0 0,0 0-1,0 0 1,0 0-1,0 0 1,0-1-1,-3 18-123,1 1-1,0-1 1,2 0 0,1 19-1,0 2 107,-3 293 50,6 409 154,8-546-201,9-1 0,45 190 1,-21-211 10,-42-158 1655,-4-29-1105,1-9-1069,-1 2-597,5-39 0,-2 53 533,-1-1-1,2 0 0,-1 1 1,1 0-1,0 0 0,1 0 1,7-12-1,34-41-6035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02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0 616,'0'0'8390,"-2"36"-7673,1-18-597,-8 249 1322,9-188-964,-2 53 473,28 222 1,28-38-470,34 247-126,-80-510-280,-4-29-3,2 43 0,1-67-1141,-5 0 834,0 0 0,0-1 0,-1 1 0,1-1 0,0 1 0,-1-1 0,1 0 0,0 0 0,-1 0 0,1 0 1,-1 0-1,0 0 0,1 0 0,-1-1 0,0 1 0,0 0 0,1-1 0,-1 1 0,0-1 0,-1 1 0,1-1 0,0 1 1,0-1-1,0-2 0,17-30-4879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02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1 221 856,'0'0'12739,"21"-33"-12794,2-4 6,49-58 0,-66 90 37,-1 0 0,1 0 0,0 1 0,0 0 0,0 0 0,0 0 1,1 1-1,-1-1 0,1 2 0,0-1 0,0 1 0,0 0 0,0 0 1,0 1-1,1 0 0,-1 1 0,0-1 0,10 2 0,3-2-43,-3 0 10,-4-1-37,0 2 0,0-1 0,16 3 0,-27-2 61,1 1-1,-1-1 0,1 1 0,0-1 0,-1 1 1,1 0-1,-1 0 0,0 0 0,1 0 1,-1 1-1,0-1 0,0 0 0,0 1 0,0 0 1,0-1-1,0 1 0,0 0 0,0 0 1,-1 0-1,1 0 0,1 4 0,0 2-22,-1 1 0,0 0-1,0 0 1,-1 0 0,0 0-1,-1 0 1,-1 17-1,1-5 47,-1 0 12,-1-1 0,0 1 1,-1-1-1,-2 0 0,0 0 0,-1-1 0,0 1 1,-2-1-1,-1-1 0,0 1 0,-12 16 1,-80 126 227,49-82 57,-71 147 1,119-216-254,0 0 0,1 0 0,0 0 0,1 0 1,0 0-1,1 1 0,0-1 0,0 15 0,2-24-36,-1 0 1,0 0-1,1 0 1,-1 0 0,1-1-1,-1 1 1,1 0-1,-1 0 1,1 0-1,0-1 1,-1 1-1,1 0 1,0-1-1,0 1 1,-1-1-1,1 1 1,0-1-1,0 1 1,0-1 0,0 1-1,0-1 1,0 0-1,0 1 1,-1-1-1,1 0 1,0 0-1,0 0 1,0 0-1,2 0 1,37 3 228,-30-3-170,64 1 166,1-3-1,93-14 1,-103 5-2409,76-24 1,-92 19-2414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03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5329,'0'0'4553,"349"-72"-4433,-242 56-112,29 4-8,-29 5-896,-24 3-1785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03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 1736,'0'0'10597,"-9"12"-10439,3-4-154,0 1 0,1 0 1,0 1-1,0-1 0,1 1 1,0 0-1,1 0 0,0 0 0,0 1 1,1-1-1,1 1 0,-1 15 1,-7 1221 1608,11-761-1706,-2-485-298,0-28-1792,0-10-1831,0-6-2585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04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0 2721,'0'0'8601,"-5"32"-8249,1-10-319,-5 36 74,-3 113 0,-5 603 2036,4 26-1263,13-598-794,0-201-22,0-18-678,0 8-489,0-1 1,-1 1-1,0-1 1,-4-11-1,-6-14-4871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08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30 3065,'0'0'12616,"-28"-4"-11889,-83-9-42,84 10-157,27 2-523,1 0 1,-1 1-1,1-1 0,-1 0 0,1 1 0,-1-1 1,1 1-1,0-1 0,-1 1 0,1-1 0,0 1 1,0 0-1,-1-1 0,1 1 0,0 0 1,0-1-1,-1 1 0,1 0 0,0 0 0,0 0 1,0 0-1,0 0 0,-1 0 0,1 0 0,0 0 1,1 0-1,34 0-308,-24 1 292,383 3-557,-198-2-1454,-2 0-3338,-150-2 1575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08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5569,'0'0'7130,"391"-28"-7130,-231-8-536,-24 9-1609,-23-5-4792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23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108 185 3977,'0'0'7697,"1"-20"-6902,4-62-181,3 28 281,-5 26 3088,-1 186-4298,-8 240 355,-26-42 23,-2 9-58,12 698-53,19-427-109,-5-443 185,-1 79 48,-3-244 432,12-27-441,0-4-152,0-27-1182,1 1 0,1-1 0,8-34 0,7-6-6447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24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96 4441,'0'0'8759,"-11"17"-8739,-8 15-18,1 1 0,-24 60-1,18-27 63,-3 5 306,-26 106-1,51-154-313,10-46-17,92-112 302,164-299-793,-264 433 450,0 0 0,1 0 0,-1 0-1,0 1 1,1-1 0,-1 0 0,1 0 0,-1 1-1,1-1 1,0 0 0,-1 0 0,1 1-1,0-1 1,-1 1 0,1-1 0,0 1 0,0-1-1,-1 1 1,1-1 0,0 1 0,0 0-1,0-1 1,0 1 0,0 0 0,-1 0-1,1 0 1,0 0 0,0 0 0,0-1 0,0 2-1,0-1 1,0 0 0,0 0 0,0 0-1,-1 0 1,1 1 0,0-1 0,1 1 0,1 1-26,0 0 1,0 0 0,0 0 0,0 1-1,-1-1 1,1 1 0,-1 0 0,3 3-1,18 30-3,-2 1-1,-1 1 1,-2 1-1,23 69 1,-21-36-893,18 103-1,-30-116-1867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26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0 291 3449,'0'0'12505,"4"0"-12433,118 14 918,204-5-1,-291-9-931,222 2 353,464-11 399,416-70-745,-236 42-113,-558 10 102,-36-1-50,321 20-2,-444 2 41,232-39 0,-415 45-45,305-47 213,0 26 659,-203 21-707,-3 0-679,-36 0-5497,-79-2 2011,-3-4-1443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27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43 3137,'0'0'12852,"-10"-7"-12668,-28-22-215,35 23-60,12 6-2,29 11 89,0 1 1,45 22-1,-23-9 23,-24-10 13,0 1 0,-2 1 0,38 25 1,-61-35-22,0 1 1,-1 0 0,0 1-1,0 0 1,-1 0 0,0 1-1,-1 0 1,0 1 0,-1 0-1,0 0 1,0 1 0,-1-1-1,5 15 1,-9-20-23,-1 0-1,1 0 1,-1 0-1,0 0 1,0 0-1,0 0 1,-1 0-1,0 0 1,-1 0 0,1 1-1,-1-1 1,0 0-1,-1 0 1,1 0-1,-1 0 1,0-1-1,-1 1 1,1 0-1,-1-1 1,0 0-1,-1 1 1,1-1 0,-1 0-1,0-1 1,0 1-1,-8 5 1,-57 44 23,-2-4 0,-126 68 1,121-75 42,-7 4 28,-94 57 2517,177-116-1293,2-19-1025,1 1 0,2-1 0,15-49 0,3-21-243,-16 38-63,-2 0-1,-5-74 1,0 68-1657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31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16 5089,'0'0'8298,"0"-3"-7934,-2-10 17,-3 23 233,-7 30-407,1 16-210,2 1 0,-1 78 1,10 121 35,2-112 34,-2-139-370,-1 10 1091,0-15-823,1 1-1,0-1 1,0 0-1,-1 0 1,1 0 0,0 0-1,0 0 1,-1 0-1,1 0 1,0 0-1,0 0 1,-1 1 0,1-1-1,0 0 1,0 0-1,-1 0 1,1 0-1,0-1 1,0 1 0,-1 0-1,1 0 1,0 0-1,0 0 1,-1 0-1,1 0 1,0 0 0,0 0-1,-1 0 1,1-1-1,0 1 1,0 0-1,0 0 1,-1 0 0,1-1-1,0 1 1,0 0-1,0 0 1,0 0-1,-1-1 1,1 1 0,0 0-1,0 0 1,0-1-1,0 1 1,0 0-1,0 0 1,0-1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32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53 1480,'0'0'9540,"-42"38"-9498,-126 128 98,162-159-127,0 0 0,0 1-1,0 0 1,1 0-1,0 0 1,1 1-1,0-1 1,-4 12 0,7-14 5,0 1 0,0 0 0,0-1 0,1 1 0,0 0 0,2 12 0,-1 7 61,-1-5 15,-1-6-15,1 1-1,1-1 1,0 0 0,1 0 0,6 24 0,-7-35-64,1-1 0,-1 1 0,1 0 0,0 0 0,0-1 1,1 1-1,-1-1 0,1 0 0,0 0 0,-1 0 0,1 0 0,1 0 1,-1-1-1,0 1 0,1-1 0,-1 0 0,1 0 0,0 0 0,-1 0 0,1-1 1,0 0-1,0 0 0,0 0 0,0 0 0,6 0 0,-4 0 6,0 0 0,0 0-1,0-1 1,0 0 0,1 0-1,-1 0 1,0-1 0,0 0-1,0 0 1,0-1 0,0 0-1,0 0 1,-1 0 0,1-1-1,6-3 1,-4 0 27,0-1-1,-1 0 1,0 0 0,0 0 0,-1-1-1,0 0 1,0 0 0,8-17-1,-2 1-13,-1 0 0,-2-1 0,0-1 0,-1 0 0,-2 0 0,-1-1-1,0 1 1,-2-1 0,-2 0 0,0 0 0,-1 0 0,-7-41 0,6 60-17,-1 1 1,0-1 0,-1 1 0,1 0 0,-1 0 0,-1 0 0,1 0 0,-1 0 0,-1 1 0,1-1-1,-1 1 1,0 0 0,0 0 0,-1 1 0,-7-6 0,8 7 57,0 0-1,0 0 1,-1 1-1,0 0 1,0 0 0,0 1-1,0 0 1,0 0 0,0 0-1,0 0 1,-1 1 0,1 0-1,0 1 1,-1-1-1,1 1 1,-1 0 0,1 1-1,-13 2 1,15-2-70,0 1-1,0 0 1,0 0-1,0 1 1,0-1 0,0 1-1,0-1 1,1 1-1,0 0 1,-1 1 0,1-1-1,0 0 1,1 1-1,-1 0 1,-2 5 0,-6 10-32,-15 38 1,24-52 25,-6 15-5,2 0 1,0 1-1,1 0 0,-3 39 0,3 87-93,5-132 83,0-11-19,0 0 1,0 1 0,0-1-1,1 0 1,0 1-1,-1-1 1,2 0-1,-1 0 1,0 0-1,1 0 1,0 0-1,0 0 1,0 0-1,4 6 1,-3-7-24,0-1 0,1 1 0,-1 0 0,0-1 0,1 0 0,0 0 0,-1 0 0,1 0 0,0-1 0,0 1 0,0-1 0,0 0 0,0 0 1,0-1-1,5 1 0,0 0 25,0-1 1,0 0-1,0 0 0,0-1 1,0 0-1,0-1 1,-1 0-1,1 0 1,0-1-1,-1 0 1,1 0-1,-1-1 1,0 0-1,-1-1 1,1 0-1,-1 0 1,1 0-1,-2-1 0,10-9 1,2-5 32,-1-1 0,-1-1 1,0 0-1,-2-1 0,13-28 0,-15 29 178,-1 0 1,-1-1-1,-2 0 0,0-1 0,-1 0 1,-2 0-1,0-1 0,2-41 0,-8 91-205,1 30 8,1 1 0,16 91 0,-14-131 35,0-1 0,1 1 0,1-1 0,1 0 0,0 0 0,1-1 0,0 0-1,1 0 1,1-1 0,0 0 0,1 0 0,0-1 0,1 0 0,16 13 0,-20-20-21,-1 0 1,2 0-1,-1-1 0,1 0 0,-1 0 1,1-1-1,0 0 0,0 0 0,1-1 1,-1 0-1,1-1 0,-1 1 0,1-2 1,-1 1-1,1-1 0,-1 0 0,1-1 1,-1 0-1,16-4 0,-7-1-424,0 0-1,0 0 1,-1-2 0,0 0-1,0-1 1,-1 0-1,0-1 1,17-16 0,46-44-7698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34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144 538 5089,'0'0'9285,"-4"32"-9279,-40 356 112,14-171 175,-9 87 71,38-296-359,1-7-2,1-1 0,-1 1 0,0-1 0,0 1 0,0-1 1,0 1-1,0-1 0,0 1 0,0 0 0,0-1 0,0 1 0,0-1 1,-1 1-1,1-1 0,0 1 0,0-1 0,0 1 0,-1-1 0,1 1 1,0-1-1,0 1 0,-1-1 0,1 1 0,-1-1 0,1 1 0,0-1 1,-1 0-1,1 1 0,-1-1 0,0-1 53,0-1-1,0 0 1,0 0 0,0 0-1,1 0 1,-1 0 0,1 0 0,0 0-1,-1 0 1,1-3 0,0 2 11,-11-116-284,8-187 0,5 158-330,-1 74 106,20-142 0,-13 170 381,3 1 0,1 0 0,3 1 0,25-54 0,-23 59 20,3 0-1,1 1 1,1 1 0,3 1 0,34-40 0,-53 70 30,0-1 0,1 1 1,0 1-1,0-1 1,0 1-1,1 1 0,0-1 1,0 1-1,0 1 1,0 0-1,10-3 0,-5 3-26,0 1 0,0 0 0,0 1 0,0 1 0,0 0 0,25 4-1,-32-3 27,0 0 0,0 0-1,0 1 1,0 0 0,0 0-1,0 0 1,-1 1 0,1 0-1,-1 0 1,0 0-1,1 1 1,-2 0 0,9 7-1,-7-4-8,-1 0-1,1 0 0,-2 0 0,1 0 0,-1 1 0,0 0 1,-1 0-1,6 16 0,-4 0 2,-1 1-1,0-1 1,-2 1 0,-1 0-1,-1 0 1,-3 27-1,0-31 23,0 0-1,-1-1 0,-2 0 0,0 0 0,-1 0 0,-1 0 0,-12 22 1,-9 8 59,-50 65 0,43-66 35,-2-1-1,-3-1 0,-1-3 1,-93 76-1,131-117-10,0 0-1,0 0 1,0-1 0,0 1-1,0-1 1,0 0-1,-1 0 1,1-1 0,0 1-1,-1-1 1,0 0 0,1 0-1,-1-1 1,0 1-1,0-1 1,1 0 0,-10-1-1,13 1-72,1 0 1,-1-1-1,1 1 0,-1 0 0,1 0 1,-1-1-1,1 1 0,0 0 0,-1-1 1,1 1-1,-1 0 0,1-1 0,0 1 1,-1-1-1,1 1 0,0-1 0,-1 1 1,1-1-1,0 1 0,0-1 0,0 1 0,-1-1 1,1 1-1,0-1 0,0 1 0,0-1 1,0 0-1,-3-18-93,1 1 0,1-1 1,1-24-1,0 21-65,0 18 115,0 1-1,0-1 1,0 0 0,1 0-1,-1 1 1,1-1 0,0 1-1,0-1 1,2-4 0,-2 7 9,0-1 1,0 1 0,0 0-1,1-1 1,-1 1 0,0 0-1,1 0 1,-1 0 0,0 0 0,1 0-1,-1 0 1,1 0 0,0 1-1,-1-1 1,1 0 0,0 1-1,-1-1 1,1 1 0,0 0 0,0 0-1,-1-1 1,4 1 0,0 0-44,1 0 0,-1 0 0,1 0 0,0 1 0,-1 0 0,1 0 0,-1 0 0,0 1 0,1 0 0,-1 0 1,0 0-1,0 1 0,7 4 0,2 3 12,-1 1 1,0 0-1,14 17 1,-24-25 43,51 61 31,-3 2 1,82 141-1,-118-183 26,-14-22-65,8 13 77,0-1-1,1 0 1,0 0-1,23 23 1,-30-35-155,0 1 0,0 0 1,1-1-1,-1 0 0,0 0 1,1 0-1,-1 0 0,1-1 1,0 1-1,0-1 1,-1 0-1,1 0 0,0 0 1,0 0-1,0-1 0,0 0 1,0 0-1,0 0 0,0 0 1,0 0-1,0-1 1,0 0-1,0 0 0,0 0 1,-1 0-1,8-4 0,-5 1-362,0 1-1,0-1 0,0-1 1,-1 1-1,7-7 0,24-28-4111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35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0 223 800,'0'0'10677,"17"1"-9997,-6 1-557,-5-1-57,1-1-1,-1 1 0,1-1 1,-1 0-1,11-2 1,-14 1-26,0 1 0,0-1 0,-1 0 0,1 0 0,0-1 0,-1 1 0,1 0 1,0-1-1,-1 0 0,0 0 0,1 1 0,-1-1 0,0 0 0,0-1 0,0 1 1,0 0-1,-1-1 0,4-4 0,2-8 163,-1 0 0,0-1 0,-1 1 0,0-1 0,-1 0 1,-1-1-1,-1 1 0,0-1 0,-1-27 0,-1 44-172,0 0 0,0 0 0,0 0 1,-1-1-1,1 1 0,0 0 0,0 0 0,0 0 0,0 0 0,0 0 1,-1-1-1,1 1 0,0 0 0,0 0 0,0 0 0,-1 0 0,1 0 1,0 0-1,0 0 0,-1 0 0,1 0 0,0 0 0,0 0 1,0 0-1,-1 0 0,1 0 0,0 0 0,0 0 0,0 0 0,-1 0 1,1 0-1,0 0 0,0 0 0,-1 0 0,1 0 0,0 0 0,0 0 1,0 1-1,0-1 0,-1 0 0,1 0 0,0 0 0,0 0 0,0 0 1,0 1-1,-1-1 0,1 0 0,0 0 0,0 1 0,-1-1 51,-3 3-78,-1 1 0,1-1 1,0 1-1,0 0 0,0 0 0,0 0 0,1 1 0,0-1 1,0 1-1,0 0 0,0 0 0,-3 8 0,-3 11-107,-8 37-1,15-56 97,-4 24-15,0 0 1,2 0-1,1 1 0,2 0 0,1-1 1,4 41-1,-3-64 23,1 1 1,-1-1-1,1 1 0,0-1 0,0 0 1,1 0-1,0 0 0,0 0 1,1-1-1,-1 1 0,1-1 0,0 0 1,0 0-1,1 0 0,0 0 1,0-1-1,0 0 0,0 0 0,1 0 1,-1-1-1,1 0 0,0 0 1,0 0-1,9 2 0,6 2-17,0-2 0,0 0 0,1-2 0,-1 0 0,1-2 0,36-1 0,-20-2-330,0-1 0,0-3-1,-1-1 1,0-1 0,0-2 0,55-24 0,42-34-4190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36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54 4561,'0'0'10099,"-8"-10"-9762,-28-27-133,25 31-380,7 12 71,4 16-35,0-18 87,17 294-56,0-90 178,-15-119-3256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36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0 132 4297,'0'0'7658,"320"-56"-6890,-171 33-520,-1 3-200,-6 4 48,-12 4-96,-17 8 0,-24 4-480,-18 8-1041,-30 28-903,-17-1-641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37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4705,'0'0'8642,"308"4"-7986,-207-24-376,-1 0-168,-5 0-112,12 9-632,-24 7-1705,-18 4-3184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37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2529,'0'0'6740,"4"10"-6868,25 70 236,-6-17 429,46 91-1,-66-149-457,0 1 0,1-1 0,-1 0 0,1-1 0,0 1 0,1 0 0,-1-1 0,1 0 1,0 0-1,0-1 0,0 1 0,11 4 0,-13-6-23,1-1 1,-1 0-1,1 0 1,-1 0 0,1-1-1,0 1 1,-1-1-1,1 0 1,0 0 0,-1 0-1,1-1 1,0 1-1,-1-1 1,1 0 0,-1 0-1,1 0 1,-1 0-1,1-1 1,-1 1 0,0-1-1,1 0 1,-1 0-1,3-3 1,20-19 212,-1-1 0,-1 0 0,32-45 0,-47 57-249,64-88 51,-72 100-88,1 0 0,0 0 0,0 0 0,0 0 0,0 0 0,0 1 1,1-1-1,-1 1 0,0-1 0,0 1 0,0 0 0,0 0 0,1 0 0,-1 0 0,0 0 0,0 0 0,0 1 1,0-1-1,0 1 0,1-1 0,2 3 0,10 3-62,-1 2 0,0-1 1,16 13-1,20 11 39,-31-22 9,1 0 0,-1-1 0,1-2 0,1 0 0,-1 0 1,1-2-1,0-1 0,0-1 0,33 0 0,-32-2-39,-11 1 39,-1 0 0,0-1 0,0 0 0,0-1 0,0 0 0,0-1 0,0 0 0,0-1 0,-1 0 0,1 0 0,11-7 0,-13 5-4,0 0-1,0 0 1,0 1-1,1 0 1,0 1-1,-1 0 1,1 0-1,0 1 1,0 0-1,1 0 1,-1 1-1,14 0 1,-19 1-17,0 1-1,0-1 1,0 1 0,0 0 0,0 0-1,0 0 1,0 1 0,-1 0-1,1-1 1,0 1 0,-1 1 0,0-1-1,1 0 1,-1 1 0,0-1-1,3 5 1,5 5-873,-1 0-1,15 23 1,0 10-3329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39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0 856,'-7'4'14211,"7"-4"-14160,314 0 186,-177 0-7986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40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3849,'0'0'9469,"-2"14"-9578,0 4 123,1-1-1,1 0 1,0 1-1,1-1 0,1 0 1,7 26-1,108 433 520,-115-468-527,1 6 9,0-1 0,1 0 0,9 20 0,-13-33 13,0 0 1,1 1 0,-1-1-1,0 0 1,0 0-1,1 0 1,-1 0 0,0 0-1,1 0 1,-1 0 0,0 0-1,1 0 1,-1 0 0,0 0-1,1 0 1,-1 0-1,0 0 1,1 0 0,-1 0-1,0 0 1,1 0 0,-1 0-1,0 0 1,0 0-1,1-1 1,-1 1 0,0 0-1,1 0 1,-1 0 0,0 0-1,0-1 1,1 1 0,-1 0-1,0 0 1,0-1-1,0 1 1,0 0 0,1-1-1,-1 1 1,0 0 0,0 0-1,0-1 1,15-17 116,-12 12-82,6-4-110,0-1 0,0 1 0,1 0 0,1 1 0,-1 0 0,2 1 0,-1 0 0,1 1 0,0 0 0,0 1 0,1 1 0,0 0 0,0 0 0,0 1 0,0 1 1,1 0-1,-1 1 0,1 0 0,17 1 0,-5-1-263,1 2 0,-1 1 0,49 8 0,-66-7 220,-1 0 1,1 1 0,-1 0 0,0 1-1,0 0 1,-1 0 0,1 0-1,-1 1 1,0 0 0,0 1 0,0 0-1,-1 0 1,0 0 0,0 1-1,7 9 1,-9-9-20,0-1 0,0 1 0,0 0 0,-1 1 0,0-1 0,0 0 0,-1 1 0,2 10 0,-1 2-79,-2 0 1,0 22-1,-1-36 182,0-1 1,0 1-1,-1-1 0,1 1 1,-1-1-1,-1 0 0,1 1 1,-1-1-1,0 0 1,0 0-1,0 0 0,-1 0 1,-3 5-1,1-5 22,1 0 0,-1 0 0,0-1 0,-1 1 0,1-1-1,-1-1 1,1 1 0,-1-1 0,0 0 0,-9 3 0,-9 2 280,0-2-1,0 0 1,-1-2 0,0-1-1,0 0 1,0-2-1,-26-2 1,46 1-243,-12 0 218,-1-1 1,1-1-1,0 0 1,0-2-1,-30-8 1,40 9-169,-1 0 0,0 0 1,1-1-1,0 0 0,0 0 0,0-1 0,0 0 1,1 0-1,-1 0 0,1-1 0,1 0 0,-1 0 1,-8-13-1,12 15-109,-1 0 0,1 0 0,0 0 0,1 0 0,-1 0 1,1 0-1,0-1 0,0 1 0,0 0 0,0-1 0,1 1 0,0-1 0,0 1 1,0-1-1,0 1 0,1 0 0,-1-1 0,4-8 0,-2 8-113,0 1-1,1-1 1,-1 0-1,1 1 1,1-1 0,-1 1-1,0 0 1,1 0-1,0 0 1,0 1-1,0-1 1,1 1 0,-1 0-1,6-3 1,53-23-3503,-3 4-2997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42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2 128 288,'0'0'3141,"0"3"-2602,-2 13 4820,5-24-2531,5-11-2939,-8 19 82,1 1 1,-1-1-1,0 0 0,1 1 0,-1-1 0,0 1 0,1-1 1,-1 0-1,0 1 0,0-1 0,0 1 0,1-1 1,-1 1-1,0-1 0,0 1 0,0-1 0,0 1 1,0-1-1,0 1 0,0-1 0,0 1 0,0-1 0,0 1 1,0 0-1,0-1 0,0 1 0,0-1 0,-1 1 1,1 0-1,0 19 74,0-11 351,0-16-33,-1-16-454,1 12 65,-1 0 0,2 0 1,-1 0-1,1 0 0,1 0 1,3-12-1,-4 20-3,0 0 0,0 1 0,1-1-1,-1 1 1,1-1 0,-1 1 0,1 0 0,0 0 0,0-1 0,0 1-1,0 0 1,0 1 0,1-1 0,-1 0 0,0 1 0,1-1-1,-1 1 1,1 0 0,0 0 0,-1 0 0,1 0 0,0 0-1,0 0 1,-1 1 0,1 0 0,0-1 0,0 1 0,0 0-1,3 1 1,-4-1-24,-1 0-1,1 0 1,-1 0-1,1 1 1,-1-1-1,1 1 1,-1-1-1,1 1 1,-1 0-1,1 0 1,-1-1-1,0 1 1,1 0-1,-1 0 1,0 0-1,0 1 1,0-1-1,1 0 1,-1 0 0,-1 1-1,1-1 1,0 0-1,0 1 1,0-1-1,-1 1 1,1-1-1,-1 1 1,1-1-1,-1 1 1,1-1-1,-1 1 1,0 2-1,2 10-92,-2-1-1,1 0 1,-3 17 0,1-6 154,1-23 17,0-1-1,0 1 0,0-1 1,0 1-1,0 0 0,-1-1 0,1 1 1,0-1-1,-1 1 0,1-1 1,0 1-1,-1 0 0,1-1 0,0 0 1,-1 1-1,1-1 0,-1 1 1,1-1-1,-1 1 0,1-1 0,-1 0 1,1 1-1,-1-1 0,0 0 0,1 0 1,-1 1-1,1-1 0,-1 0 1,0 0-1,1 0 0,-1 0 0,0 0 1,1 0-1,-1 0 0,0 0 1,0 0-1,0 0 20,0 0 1,0 0-1,-1 0 0,1 0 1,0-1-1,0 1 1,0 0-1,0-1 1,0 1-1,-1-1 0,1 1 1,0-1-1,0 1 1,0-1-1,0 0 0,0 1 1,1-1-1,-1 0 1,0 0-1,-1-1 1,-2-10-9,0 0 1,1 0 0,0 0 0,1 0 0,0 0 0,1-1 0,0 1 0,2-19 0,-1 27 23,0 4-196,4 0-146,-1 1 221,1-1 0,-1 1 1,0 0-1,1 1 0,-1-1 1,0 0-1,0 1 1,0 0-1,0 0 0,0 0 1,0 0-1,-1 0 1,1 1-1,0-1 0,-1 1 1,0-1-1,0 1 0,0 0 1,0 0-1,0 0 1,-1 0-1,1 0 0,1 4 1,1 2-175,-1 1 0,0-1 0,0 1 0,0-1 0,-1 1 0,-1 0 0,1 15 0,-2 6-1416,0-6-832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44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9 992,'0'0'5069,"-1"-1"-5055,-4-6 1439,5 24-829,6 275 1726,-6-291-2347,-1 6 8,1 1 0,0 0-1,1 0 1,0-1 0,0 1 0,1-1 0,-1 1-1,6 10 2043,-7-18-2031,0 0 0,0 0 0,1 0 0,-1 0 0,0 0 0,0 0 1,1 0-1,-1 0 0,0 0 0,0 0 0,0-1 0,1 1 0,-1 0 0,0 0 0,0 0 0,0 0 0,1 0 0,-1 0 0,0-1 0,0 1 1,0 0-1,0 0 0,1 0 0,-1 0 0,0-1 0,0 1 0,0 0 0,0 0 0,0 0 0,0-1 0,0 1 0,1 0 0,-1 0 0,0-1 1,0 1-1,0 0 0,0 0 0,0-1 0,0 1 0,1-21 12,2-1 0,0 1 0,1 0-1,11-31 1,-8 32-157,-1-1 0,-2 0 0,0 0 0,2-34 0,-6 54-25,6 9-1287,0 17 1277,-1 0 0,-2 0-1,0 0 1,-2 0-1,-1 30 1,0-48 132,0 68 569,0-57 566,0-53-346,0-205-1017,2 257-5191,8-3 3056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46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67 1584,'0'0'4032,"0"-28"-2440,1 21-1801,-1 6 247,0 1 0,0-1-1,0 1 1,0-1-1,1 1 1,-1-1 0,0 1-1,0-1 1,0 1 0,0-1-1,0 1 1,0 0-1,0-1 1,0 1 0,0-1-1,-1 1 1,1-1 0,0 1-1,0-1 1,0 1-1,0-1 1,-1 1 0,1-1-1,0 1 1,-1 0 0,1-1-1,0 1 1,-1-1-1,1 1 1,0 0 0,-1 0-1,1-1 1,0 1 0,-1 0-1,1-1 1,-1 1-1,1 0 1,-1 0 0,1 0-1,-1 0 1,1-1 0,-1 1-1,1 0 1,-1 0-1,1 0 1,-1 0 0,1 0-1,-1 0 1,0 0 0,1-15-3051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51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2768 1064,'-18'9'11540,"51"-32"-10625,-24 18-826,164-102 674,-67 47-528,137-71 9,-71 36 4,-18 10-73,-94 54-117,104-71 0,92-59-31,-150 99-21,281-189 77,-348 225-82,104-62 23,35-23 139,90-53 19,-5 3 118,-202 118-256,-15 11 117,68-36 0,-82 51-149,-8 5-7,45-18 1,79-34 371,0 0-130,-101 46-77,71-40 0,1 0 98,44-24 141,-71 33-401,109-67 38,-83 45 78,-103 61-117,0-1 1,14-12 0,-4 3 58,76-51-30,6-1-44,-74 47 26,-1-1 0,37-41 1,-69 67-13,0-1 0,-1 1 0,1 0 1,0-1-1,0 1 0,0 0 1,0 0-1,-1-1 0,1 1 0,0 0 1,0 0-1,0 0 0,-1-1 0,1 1 1,0 0-1,0 0 0,-1 0 1,1 0-1,0-1 0,-1 1 0,1 0 1,0 0-1,0 0 0,-1 0 1,1 0-1,0 0 0,-1 0 0,1 0 1,0 0-1,-1 0 0,1 0 0,0 0 1,-1 0-1,1 0 0,0 0 1,0 0-1,-1 1 0,1-1 0,-1 0 1,-18 1-40,-27 8-40,0 2 0,-80 31-1,-3 1 60,-102 36-169,119-26-50,88-38 98,30-12-667,8-2 768,11-2 69,1-1 1,-1-2 0,0-1-1,-1 0 1,26-10 0,123-52 347,-116 43-384,221-98 354,-243 111-256,-16 7 148,-31 13-274,2 0 0,-20 22 0,5-5 30,23-24 0,-161 166 27,139-140-25,0 2 1,2 1-1,2 0 0,-21 42 1,-1 7 25,-54 78-1,75-126 5,14-22-25,6-9 2,0 1 0,0-1 0,-1 1 1,1 0-1,0-1 0,0 1 0,0 0 0,1 0 0,-1 0 0,0 3 1348,1-25-1096,1-76-6,-3-108-506,0 193 253,0 1 0,0 0-1,-1 0 1,0 0 0,-1 0-1,0 1 1,0-1 0,-1 1-1,0 0 1,-1 1 0,0-1-1,0 1 1,-1 0 0,0 0-1,-1 1 1,1 0 0,-17-11-1,23 17 38,3 30-2115,2-21 2071,-1 1 0,2-1 0,0 0 0,10 14 0,-10-16 1,0 0 0,-1 1 0,1 0 0,-1 0 0,-1 0 0,0 1 0,4 10 0,-4-8-132,-1 5 403,-3-14-254,1-1-1,-1 0 0,1 1 1,-1-1-1,1 0 0,-1 1 1,0-1-1,1 0 1,-1 0-1,1 1 0,-1-1 1,0 0-1,1 0 1,-1 0-1,1 0 0,-1 0 1,0 0-1,1 0 1,-1 0-1,1 0 0,-1 0 1,0 0-1,1 0 1,-1-1-1,1 1 0,-1 0 1,0 0-1,0-1 1,-10-3 6,0 0 0,1 0 1,-15-9-1,-17-7-11,24 12 1,-1 0-1,-31-20 0,49 28-33,0-1 0,0 0 0,1 1-1,-1-1 1,1 0 0,-1 0-1,1 1 1,-1-1 0,1 0 0,-1 0-1,1 0 1,0 0 0,-1 0-1,1 0 1,0 0 0,0 0 0,0 1-1,0-1 1,-1 0 0,2-2-1,-1 2-27,0 0-1,0 0 1,0 0-1,-1 0 0,1 0 1,0 0-1,0 0 1,0 0-1,-1 0 0,1 0 1,-1 0-1,1 0 1,-1 0-1,0-1 0,1 2 53,-1-1 0,-1-1 0,1 1 0,0 0 0,0 0 0,0 0 0,1-1 0,-1 1 0,0 0 0,0-1 0,1 1 0,-1 0 0,1-1 0,-1-1 0,1 2-16,2 1-216,3 0 180,0 1-1,0 0 1,0 0-1,0 0 1,0 1-1,0 0 1,0 0-1,0 0 1,7 4-1,42 31-168,-37-24 131,18 14 46,-2 1 0,-1 2 0,45 55 0,-52-53 1833,-25-68-1851,-6-78-149,0-3-3735,6 116 3948,0 0-1,0 0 1,1 0-1,-1-1 0,1 1 1,-1 0-1,1 0 1,-1 0-1,1 0 0,-1 0 1,1 0-1,0 0 1,0 0-1,-1 0 0,1 0 1,0 0-1,0 1 1,0-1-1,0 0 0,0 0 1,0 1-1,0-1 1,0 1-1,1-1 0,-1 1 1,0-1-1,2 1 1,-2 0-145,0-1 0,0 1 0,0 0 0,0 0 0,0 0 0,0 0 0,0 0 0,0 0 1,0 1-1,0-1 0,0 0 0,0 0 0,0 1 0,0-1 0,0 1 0,0-1 0,0 1 1,0-1-1,-1 1 0,1-1 0,0 1 0,0 0 0,0 0 0,6 13-3826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52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1824,'0'0'6858,"0"-5"-6785,0-16 17,0 16 1682,2 0-932,22-2-778,1 1 0,0 1 0,50-3 0,80 6-58,-89 3 24,-56-1-2,-1 1 0,1 0 0,0 1 0,-1 0-1,1 0 1,-1 1 0,0 0 0,0 1 0,0 0 0,0 0-1,-1 1 1,0 0 0,0 1 0,0-1 0,0 2 0,-1-1-1,0 1 1,-1 0 0,1 0 0,-1 1 0,-1 0 0,1 0-1,-1 0 1,-1 1 0,0 0 0,0 0 0,0 0 0,-1 0-1,-1 0 1,1 1 0,-2 0 0,1-1 0,-1 1 0,-1 15-1,0-21-1,0 26 213,-5 42 0,3-61-200,0 0 0,-1 1 0,0-1 0,-1 0 1,-1 0-1,-9 18 0,-57 81 85,-87 106 0,-18 26-74,175-240-42,-2 1 9,1 0-1,-1 1 1,1 0 0,0 0 0,0-1 0,0 1-1,0 1 1,1-1 0,0 0 0,0 0 0,0 0 0,0 1-1,0-1 1,1 5 0,6-5 204,33 2 85,0-2 0,0-2 1,59-4-1,-17 0-209,-64 3-209,45-3 79,-59 2-222,1 0 0,0-1 0,-1 1 1,1-1-1,-1 0 0,1 0 0,-1-1 0,1 1 1,-1-1-1,0 1 0,1-1 0,4-4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53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5169,'0'0'9337,"4"0"-9320,189-27 1249,73-13-365,-255 40-910,-9 0-87,0 0 0,0 0 0,-1 0 1,1 0-1,0-1 0,0 1 0,-1 0 0,1-1 1,0 1-1,-1-1 0,3-1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53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4977,'0'0'9738,"12"0"-14291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54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0 744,'0'0'6049,"-6"32"-6049,0-32-2368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54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5521,'0'0'6730,"0"79"-8635,0-55-2192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54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0 3673,'0'0'3961,"-47"203"-3961,47-175-448,5-13-1289,25-11-687,0-4 439,-12 0 1065,-1 0 3569,-17 8-2649,-17-4-1137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55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3993,'0'0'10770,"48"0"-10498,-13-8-72,13-4-120,-1 8-32,6 0-48,13 0-400,34 0-656,-11 0-736,-6 0-2529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55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5 824,'0'0'5721,"106"0"-5721,-58 0-616,-7-4-1096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56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4561,'0'0'7370,"231"-4"-8019,-166-12-2567</inkml:trace>
  <inkml:trace contextRef="#ctx0" brushRef="#br0" timeOffset="1">1061 40 3849,'0'0'8146,"273"-40"-12403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9:56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5697,'0'0'10226,"59"16"-10450,-41 0-2024,-12 4-3745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12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211 135 176,'0'0'8342,"0"-9"-7673,0-45 468,-17 49 1236,-5-22-558,17 21-1548,0 0 0,0 0 0,0 0 0,-13-10 523,19 23-1036,-1 1 115,1-1 0,0 0 0,1 0-1,0 0 1,0 0 0,1-1 0,5 13 0,36 50 231,-24-40-161,311 508 166,-322-523-100,1-1-1,21 24 1,2 3 2087,-35-43-1520,-14-16-438,-1 1-1,-34-26 1,6 3-139,-87-89 12,-125-162 0,233 263-4,1-1 0,-32-57 0,47 74-10,7 19-400,2-3 359,-1 0-1,1 0 1,1 1 0,-1-1 0,0 0-1,1 0 1,3 5 0,12 11 34,1-1 1,27 22 0,2 1 11,80 83-9,34 33 14,-130-128-18,-1 1-1,35 47 1,-58-69 104,-10-16 123,-12-15-680,-20-11-3629,-2-4-7699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13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13 147 1608,'0'0'6944,"0"-6"-6831,0-28 307,18 41-266,-1 7 271,0 0 0,-1 2-1,24 28 1,-11-11 7,46 55 579,114 172-1,-175-238-752,-1 1 0,-1 0 0,-2 0 0,13 37-1,-19-53 1867,-2-19-1315,-6-23-393,-2 21-377,-1 2 0,-1-1 0,1 1 1,-11-12-1,-3-5-31,-32-49 8,-282-392 150,326 456-50,8 11-73,0 1 1,0 0-1,-1-1 0,1 1 0,-1 0 1,1 0-1,-1 0 0,0 0 1,0 1-1,0-1 0,-3-2 1,4 3-200,3 14-283,1 0 340,1-1 0,0 1 1,0-1-1,1 0 0,1 0 0,0-1 1,1 0-1,0 0 0,12 15 0,9 15 57,7 11-94,79 88 1,-46-65-3277,-68-74 3388,20 21-4125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16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1273 5233,'0'0'10593,"-10"-8"-10108,-30-27-186,30 27-155,10 17-232,0 0 8,0 1 0,1-1-1,0 0 1,1 0 0,0 0 0,0 0-1,1 0 1,0 0 0,1-1 0,0 1 0,6 8-1,75 153-9,65 186 0,-120-281-36,-29-70 119,33 69-113,-25-62 43,-4-13 79,-2-11 105,-3 12-96,21-278 858,9 31-846,99-388-1,-70 428-28,69-262 59,-113 388 14,-10 48 85,11-38 0,-15 66-204,0 84-2420,-4 0 0,-14 83 0,-6-34-2096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17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53 4385,'0'0'8183,"-40"39"-8151,-123 135-4,157-168-28,1 1 0,0 0 0,0 0 0,1 0 1,0 1-1,0-1 0,1 1 0,0 0 0,0 0 0,1 0 0,0 1 0,1-1 0,0 0 1,0 1-1,0-1 0,1 1 0,1-1 0,0 10 0,1 13-2,-3 0 2,0-19-19,1 0 0,0 0 0,3 17-1,-3-26 8,1 1 0,0-1 1,0 0-1,0 0 0,1 1 0,-1-1 0,1 0 0,0 0 0,-1 0 0,1 0 0,0-1 0,1 1 0,-1 0 0,0-1 0,1 0 0,3 3 0,2 0 4,1-1-1,0 1 1,0-1 0,0-1-1,1 0 1,-1 0 0,1-1-1,-1 0 1,1-1 0,0 0 0,0-1-1,10 0 1,-15 0 27,-1 0 0,0-1 0,1 1 0,-1-1 0,1 0 0,-1-1 0,0 1 0,0 0 0,0-1 0,0 0 0,0 0 0,0-1 0,0 1 0,6-6 0,-5 3 48,1-1-1,-1 0 1,0 0-1,0 0 1,-1-1-1,0 0 1,6-12 0,0-6 90,-1-1 0,-2 0 0,8-47 0,-8 26-122,-3 1 0,-1-1 1,-5-54-1,2 94-17,-1 0-1,1 1 1,-1-1-1,-1 0 1,1 1-1,-1-1 1,0 1 0,-1-1-1,0 1 1,0 0-1,0 0 1,0 0-1,-1 1 1,0-1 0,0 1-1,-1 0 1,0 0-1,1 0 1,-2 0-1,1 1 1,0 0 0,-1 0-1,0 1 1,0 0-1,0 0 1,0 0-1,-1 0 1,1 1 0,0 0-1,-1 1 1,0-1-1,1 1 1,-10 0-1,13 1-11,0 0-1,0 1 0,0-1 0,0 1 0,0-1 0,0 1 0,0 0 0,0 0 0,0 1 0,1-1 0,-1 1 1,0-1-1,1 1 0,-1 0 0,1 0 0,0 0 0,0 0 0,0 0 0,0 0 0,-3 5 0,-1 3-35,0 0 0,0 0 0,-7 22 0,11-27 23,-11 34-10,2 0-1,2 1 1,1 0-1,2 1 1,2-1-1,2 63 1,1-97 6,1 0 0,1 0 1,-1-1-1,1 1 0,0 0 0,0 0 1,0-1-1,1 1 0,0-1 1,0 1-1,1-1 0,3 7 1,-3-9-35,0 0 1,0 0 0,0 0 0,1 0 0,-1-1-1,1 1 1,-1-1 0,1 0 0,0 0-1,0 0 1,0 0 0,0-1 0,0 0 0,0 0-1,0 0 1,0 0 0,6 0 0,0 0-97,1 0 0,-1-1 0,1 0 1,-1-1-1,1 0 0,-1 0 0,0-1 0,1-1 1,-1 1-1,0-2 0,15-6 0,-13 3-65,1 0-1,-1-1 1,0-1 0,-1 1-1,0-2 1,0 0 0,16-19-1,-12 9-3,-1 0 1,-1 0-1,-1-2 0,0 1 0,-2-2 0,-1 1 1,0-1-1,-2 0 0,8-44 0,-10 23 805,-4 27 2095,0 43-1706,-1 21-973,-2-15 18,2-1 1,1 0-1,2 0 0,0 0 1,17 59-1,-14-71-80,2-1 1,0 0 0,1 0-1,0 0 1,2-2-1,0 1 1,21 23-1,-22-29-508,1-1-1,1 0 0,0 0 1,0-1-1,1-1 1,17 9-1,29 6-4658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18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44 136 5553,'0'0'9199,"-10"-19"-9309,3 5 41,0 0 0,0 0 0,-5-20 0,12 32 52,-1 1 0,1 0 0,0 0 1,0 0-1,0 0 0,0-1 0,1 1 1,-1 0-1,0 0 0,0 0 0,1 0 0,-1 0 1,1 0-1,-1-1 0,1 1 0,-1 0 1,1 0-1,0 0 0,-1 1 0,1-1 1,0 0-1,0 0 0,-1 0 0,1 0 0,0 1 1,0-1-1,0 0 0,0 1 0,0-1 1,0 1-1,0-1 0,1 1 0,-1 0 1,1-1-1,43-5-521,-38 5 444,6 0-23,1 0 1,-1 1-1,1 1 1,-1 0-1,24 5 1,-32-5 98,0 1-1,0-1 1,-1 1 0,1 1 0,0-1 0,-1 1 0,0-1 0,0 1 0,1 1 0,-2-1 0,1 0 0,0 1 0,-1 0 0,0 0 0,1 0 0,-2 0 0,6 9 0,-3 2-12,1 0 1,-2 1-1,0-1 1,-1 1 0,-1 0-1,0 0 1,-1 0-1,-2 30 1,1-36 31,0 2 14,-1 0 1,-1 0-1,0 0 0,0 0 1,-1-1-1,-1 1 0,0-1 1,0 0-1,-1 0 0,-1 0 1,1 0-1,-2-1 1,0 0-1,-11 12 0,-77 107 1318,97-128-1294,-1 0 1,1 0-1,0-1 1,-1 1-1,1-1 1,0 0-1,0 1 1,-1-1-1,1 0 1,0 0-1,0 0 1,-1 0-1,3-1 1,138 1-1102,-45 0-2767,-37 0-2504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18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0 2785,'0'0'3744,"0"214"-2487,-6-102-169,0 11-320,-6-4-320,-6-4-144,6-12-64,6-20-240,6-15-8,0-29-1256,0-27-1953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18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3673,'0'0'11034,"184"-8"-10898,-89-4-40,11-4-96,36 4-408,-29 4-2080,-24 4-4466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19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4721,'0'0'10912,"-8"16"-11244,3-6 296,0 1 0,1-1 1,0 1-1,1 0 1,-3 16-1,5-14 25,1-1-1,1 1 1,0-1-1,0 0 1,5 15-1,-4-14 8,16 97 60,5 164 0,-20 117 71,-4-223-77,1-168-44,0 0 0,0 1 0,0-1 0,0 0 0,0 0 0,0 1 0,0-1 0,0 0 0,0 1 0,0-1 0,0 0 0,0 0 0,0 1 0,0-1 0,1 0 0,-1 0 0,0 1 0,0-1 0,0 0 0,0 0 0,1 0 0,-1 1 0,0-1 0,0 0 0,0 0 0,1 0 0,-1 0 0,0 1 0,0-1 0,1 0 0,-1 0 0,0 0 0,0 0 0,1 0 0,-1 0 0,0 0 0,0 0 0,1 0 0,-1 0 0,0 0 0,0 0 0,1 0 0,-1 0 0,0 0 0,1 0 0,-1 0 0,0 0 0,0 0 0,1 0 0,-1 0 0,0 0 0,0-1 0,1 1 0,-1 0 0,14-10 531,4-18-210,-14 22-332,-1 0 0,1 0 0,1 0 0,-1 0-1,1 1 1,0 0 0,0 0 0,1 0 0,-1 0 0,1 1 0,9-5 0,-1 3-156,2 1 1,-1 1 0,0 1-1,1 0 1,0 0 0,0 2-1,-1 0 1,30 2 0,-21 0-46,-19-2 180,-1 1-1,0 1 0,1-1 1,-1 1-1,1 0 0,-1 0 1,0 0-1,0 0 0,0 1 1,0 0-1,0 0 1,0 0-1,0 0 0,0 1 1,-1-1-1,1 1 0,-1 0 1,0 0-1,0 0 1,0 0-1,0 1 0,0-1 1,-1 1-1,0 0 0,1 0 1,-1 0-1,-1 0 0,1 0 1,-1 0-1,1 0 1,0 7-1,1 1 21,0 0 1,-1 0-1,0 0 0,-1 0 1,0 0-1,-1 0 0,0 1 1,-1-1-1,0 0 0,-1 0 1,-1 0-1,0 0 0,0 0 1,-1 0-1,-1-1 0,0 0 1,0 0-1,-1 0 0,-15 19 1,11-17 52,-1-1 0,-1 0 1,0-1-1,-1 0 0,0-1 0,-1 0 1,0-1-1,0-1 0,-1 0 1,0-1-1,0-1 0,-1 0 1,0-1-1,0-1 0,0 0 1,0-1-1,-1-1 0,-21 1 0,35-3-34,-1 0 0,1 0 0,-1 0 0,1-1-1,-1 1 1,1-1 0,0 0 0,-1 0-1,1 0 1,0 0 0,0-1 0,0 1 0,0-1-1,0 0 1,-5-4 0,5 3-40,0 0 0,1-1 0,-1 1 0,1-1 0,0 0 0,1 0 0,-1 0 0,0 0 0,1 0 0,0 0 0,0 0 0,0 0 0,1-1 0,-1-5 0,-1-13-778,1 0 0,0 1 1,2-1-1,6-41 0,-2 49-547,0 1 0,1 0 1,8-15-1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19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76 4889,'0'0'7310,"5"-15"-7396,17-42-111,-22 57 193,0 0 1,0 0-1,0 0 0,0-1 1,0 1-1,0 0 0,0 0 1,0 0-1,0 0 0,0 0 1,0-1-1,0 1 0,0 0 1,0 0-1,1 0 1,-1 0-1,0 0 0,0-1 1,0 1-1,0 0 0,0 0 1,0 0-1,1 0 0,-1 0 1,0 0-1,0 0 0,0 0 1,0 0-1,1 0 1,-1 0-1,0 0 0,0 0 1,0-1-1,0 1 0,1 0 1,-1 0-1,0 0 0,0 1 1,0-1-1,0 0 0,1 0 1,-1 0-1,0 0 0,0 0 1,0 0-1,0 0 1,0 0-1,1 0 0,-1 0 1,0 0-1,0 0 0,0 1 1,0-1-1,0 0 0,0 0 1,1 0-1,-1 0 0,0 0 1,0 0-1,0 1 1,0-1-1,5 18-139,-3 24 2,-1 1 130,0-16 127,-1 0 0,-1 0 0,-1-1 1,-2 1-1,-7 32 0,-5-17 239,-36 71 1,8-20 38,27-56-209,11-25-98,0-1 0,1 1 0,0 0-1,1 0 1,1 0 0,0 0 0,0 1-1,0 14 1,11-27 13,57-2 8,0-3 0,72-15 0,-66 6-1756,-14 8-1961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20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0 211 5025,'0'0'8702,"60"-10"-8482,-14 1-176,397-50 381,419 19 248,-246 16-143,1754-44 979,-2369 68-1489,-1 0 0,1 0 0,0 1 0,-1-1 1,1 0-1,-1 0 0,1 1 0,-1-1 0,1 0 1,0 1-1,-1-1 0,1 0 0,-1 1 0,1-1 1,-1 1-1,0-1 0,1 1 0,-1-1 0,1 1 1,-1-1-1,0 1 0,0 0 0,1-1 0,-1 1 1,0-1-1,0 1 0,0 0 0,1-1 0,-1 1 1,0 0-1,0-1 0,0 1 0,0 0 0,-1 31-154,1-19 199,-3 34 13,-2-1 0,-3-1 1,-17 63-1,-4 27-20,25-101-54,3-25-11,0-1 1,0 1-1,0 0 0,-1-1 1,-1 0-1,-3 10 0,5-17-48,0 0-1,1-1 1,-1 1-1,0 0 1,0-1-1,0 1 1,0-1-1,0 1 1,0-1-1,0 1 1,0-1-1,0 1 1,0-1-1,0 0 1,0 0-1,0 0 1,-1 1-1,1-1 1,0 0 0,0 0-1,-2-1 1,-24-2-910,25 3 790,-35-12-3029,-3-10-4424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21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13 330 1224,'0'0'8970,"0"0"-8733,-1 0 0,0 0 0,1 1-1,-1-1 1,1 0 0,-1 0 0,-5-2 2604,4 1-2604,2-9-244,-1-12-63,2-1 1,0 1 0,1-1 0,1 1-1,9-32 1,7 2-260,10-38-327,-25 82 614,-3 7-146,29 1-3382,133 8 2673,-54-8-1792,-61 0-62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24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105 101 1568,'0'0'3321,"-5"-4"-3265,-6-7 78,7 7-70,1 0 1,-1 0 0,1 1 0,-1-1-1,-1 1 1,1 0 0,0 0 0,-1 0 0,1 0-1,-1 1 1,-6-2 0,10 3 159,0 1 0,0-1 0,0 1 0,0-1 0,-1 0 0,1 1 0,0-1 0,0 0 0,0 0 0,0 0 0,0 0 0,1 0 1,-1 0-1,0 0 0,0 0 0,1 0 0,-2-2 0,-12-25 4085,70 74-4384,-33-28 46,-1 1-1,0 0 0,35 43 0,-29-23-54,-1 1 0,-2 1-1,-2 2 1,34 87 0,-52-108 3,0 1 0,-2 0 0,0 0 1,-2 0-1,-1 0 0,-3 33 0,1 9 73,3-30 12,-1 5 3,-5 53 1,2-51 18,3-32 44,0 0 0,-1 0-1,-1 0 1,1 0 0,-4 11-1,5-21-43,0 0 0,0 0 0,-1 0 0,1 0-1,0-1 1,0 1 0,0 0 0,0 0 0,0 0 0,0 0-1,0 0 1,0 0 0,0 0 0,0 0 0,0 0 0,0 0-1,-1 0 1,1 0 0,0 0 0,0 0 0,0 0 0,0 0 0,0 0-1,0 0 1,0 0 0,0 0 0,0 0 0,0 0 0,-1 0-1,1 0 1,0 0 0,0 0 0,0 0 0,0 0 0,0 0-1,0 0 1,0 0 0,0 1 0,0-1 0,0 0 0,0 0-1,0 0 1,0 0 0,0 0 0,-1 0 0,1 0 0,0 0 0,0 0-1,0 0 1,0 0 0,0 0 0,0 1 0,0-1 0,0 0-1,0 0 1,0 0 0,0 0 0,0 0 0,-2-12 412,1-16-519,0-100-3584,-4 94-214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25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36 181 776,'0'0'7598,"2"-10"-7185,7-30-41,-2 30 746,-7 13-1042,-3 31 86,-1-1 1,-2 0-1,0 0 1,-19 50 0,21-69-113,3-9-19,-1 0 0,1 0 0,0 0 0,1 1 0,-1 9 1738,1-24-1658,2-20 65,8-49 1,1-5-38,-9-51-55,-3 74 2082,2 60-2193,3 0-32,-3 0 49,105 0-58,31-2-81,163 20 0,-296-17 143,21 3-75,-24-4 81,-1 0 1,1 0-1,0 0 0,-1 0 1,1 0-1,0 0 1,-1 1-1,1-1 0,0 0 1,-1 1-1,1-1 1,-1 0-1,1 1 0,0-1 1,-1 1-1,1-1 0,3 7 2893,-5-5-3813,1 0 251,0 1-1,-1-1 0,1 0 0,-1 0 1,1 0-1,-1 0 0,0 0 1,-1 3-1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30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729 33 384,'0'0'11380,"0"-6"-10941,0-15-190,0 16 1089,-2 8-1129,-279 408-146,-4 3 259,251-368-257,2 1-1,-27 55 1,58-100-55,-3 6 94,0 0-1,0-1 1,0 1 0,-1-1-1,-9 9 3243,34-16-3745,80-12 400,525-35 125,-398 47 1478,-230-2-1872,-46-21-4043,18 8-3700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31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57 2657,'0'0'8048,"-1"-4"-7923,1 3-126,0 0-1,0 0 1,0 0-1,0 0 1,0 0-1,0 0 0,0 0 1,0 0-1,0 0 1,0 0-1,1 0 1,-1 0-1,0 0 0,1 0 1,-1 0-1,1 0 1,-1 0-1,1 0 1,0 0-1,-1 1 1,1-1-1,0 0 0,-1 0 1,1 1-1,0-1 1,1-1-1,2 0 2,0 0 0,0-1-1,0 2 1,0-1 0,0 0-1,8-1 1,4-1 4,0 1 0,-1 1 0,23 0 0,-23 2 16,-9 0-35,0 0 1,0 0-1,0 0 0,0 1 0,8 1 0,-12-1 9,-1-1 0,1 1 0,0 0-1,-1 0 1,1 0 0,0 0 0,-1 0 0,0 0-1,1 0 1,-1 1 0,1-1 0,-1 0 0,0 1-1,0-1 1,0 1 0,0-1 0,0 1 0,0-1 0,0 1-1,-1 0 1,2 2 0,1 14 59,0 0 1,-1 1 0,-1-1-1,0 0 1,-2 1-1,-3 30 1,2-40-34,0 1 1,-1 0 0,0 0-1,-1-1 1,0 1-1,0-1 1,-1 0 0,-7 11-1,-55 66 166,38-51-141,-31 38-13,-62 83 86,117-149-108,4-5-12,-1 0 0,1 0 0,-1 0 0,1 0-1,0 0 1,0 1 0,0-1 0,0 0 0,0 0 0,0 1 0,1-1 0,-1 0 0,1 4-1,10-2 177,16 0-8,1-2 1,0 0-1,42-4 0,-8 0-102,-38 2-135,0-1-1,0 0 0,0-2 0,38-10 1,2-12-4140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31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24 808,'0'0'6788,"-3"-4"-6200,-17-16 1558,29 20-1156,208 12 2992,54-12-3383,-280 15-4627,-17 10 277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34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657 22 4209,'0'0'8484,"0"-4"-8277,0-14 3454,-15 42-4080,-407 595 329,381-556 144,34-52-17,-8 13 83,-2-1 0,-33 38 1,13-35 1392,21-11-1513,10-10 1,1 0 0,-1 0 0,1 1 0,0 0 0,-5 7 0,77-24 1428,355-29-1397,-248 28-23,265-4 1400,-462 16-2974,7 1-410,1 1-1,-1 0 0,-25 8 0,4-1-5729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34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1 210 1816,'0'0'6877,"30"-34"-6868,96-102-13,-121 132 3,0-1 0,0 1 0,0 0 0,1 0 0,-1 1 0,1-1 0,0 1 0,9-3 0,-11 5-3,0 0 1,0 1-1,0-1 0,-1 1 1,1 0-1,0 0 1,0 1-1,5 0 0,9 0-23,0-1-10,-15-1 27,0 1 0,0-1 0,0 1 0,0 0 0,1 0 0,-1 0 0,0 0 0,0 0 0,0 1 0,0 0 1,0-1-1,0 1 0,0 0 0,0 0 0,0 1 0,-1-1 0,1 1 0,0-1 0,-1 1 0,1 0 0,-1 0 1,1 0-1,1 3 0,0 2 78,0-1 1,0 1-1,-1 0 1,-1-1-1,1 1 1,-1 1 0,0-1-1,2 15 1,-2 61 768,-2-55-682,0-18-82,-1 0 0,0 0-1,-1 0 1,0 0 0,-1 0-1,0 0 1,0-1-1,-1 1 1,0-1 0,-6 10-1,-8 8 122,-38 47 0,38-53-91,0 2 0,2 0 0,-14 25 0,26-40-95,1 0-1,-1 0 1,1 0-1,1 0 0,0 1 1,0-1-1,0 0 1,1 1-1,0 0 0,1 8 1,0-15-1,0-1 0,0 0 0,1 0-1,-1 0 1,0 1 0,1-1 0,-1 0 0,1 0 0,-1 0 0,1 0 0,0 0 0,0 0 0,-1 0 0,1 0 0,0 0-1,0 0 1,0-1 0,0 1 0,0 0 0,0 0 0,0-1 0,0 1 0,0-1 0,0 1 0,0-1 0,1 1-1,-1-1 1,0 0 0,2 1 0,45 4 325,-32-4-216,113 1 307,-88-3-1321,52 5-1,-90-3 680,-1-1 0,1 0 0,-1 1-1,0-1 1,1 1 0,-1 0 0,0 0 0,1 0 0,-1 0 0,0 0 0,0 0-1,0 1 1,0-1 0,0 1 0,0-1 0,-1 1 0,1 0 0,2 3-1,4 14-2364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35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4337,'0'0'7626,"285"12"-7194,-197-12-280,-5 0-152,6 0-416,-24-4-1585,-23 4-4136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3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7738,'0'0'8706,"106"-4"-8979,-29 0 345,12-3-24,6-1 8,-6 0-56,-6 0-232,-6 0-520,-12 0-776,-17 4-1457,-19 4-2608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37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96 6409,'0'0'7594,"332"-16"-7594,-148-12-152,-24 0-1888,-18 4-5074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38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1 3265,'0'0'9443,"-54"19"-9016,-172 70-191,220-86-226,-1 0 0,0 0 0,1 1 0,-1 0 0,1 0 0,0 0 0,0 1 0,1 0-1,-1 0 1,1 1 0,0-1 0,1 1 0,-1 0 0,-5 12 0,-1 4 59,1 1-1,2-1 0,0 2 0,1-1 1,-5 35-1,6-10 123,0 83 0,6-123-188,0 0 0,0 0 1,1 0-1,0 0 0,1 0 0,-1-1 0,1 1 0,1-1 0,5 14 0,-5-17-7,0 0-1,0 0 1,0-1 0,0 1 0,0-1 0,1 0-1,-1 0 1,1 0 0,0-1 0,0 1 0,0-1-1,0 0 1,0 0 0,1 0 0,-1-1-1,0 0 1,8 2 0,5 0 4,-1 0 1,0-1-1,1-1 0,0-1 1,-1 0-1,1-1 0,-1-1 1,1 0-1,-1-1 0,0-1 1,0-1-1,0 0 0,-1-1 1,1-1-1,15-9 0,-15 7 7,-1-1-1,0-1 1,0-1-1,-1 0 1,0-1-1,-1 0 1,-1-1-1,0 0 1,-1-1-1,0-1 1,-2 0-1,0 0 1,10-22-1,-14 19-4,1 1 0,-2-1 0,-1 1 0,0-1 1,-1 0-1,-2-38 0,1 49 40,-1 0 0,0 0 0,-1 1 1,0-1-1,0 0 0,-1 1 0,0-1 1,0 0-1,0 1 0,-1 0 0,0 0 1,-1 0-1,0 0 0,0 0 0,0 1 1,-1-1-1,0 1 0,0 1 0,-1-1 1,1 1-1,-1-1 0,0 2 0,-1-1 1,-7-4-1,1 1 126,0 1 0,-1 1 0,0 0 0,0 0 0,-1 1 0,0 1 0,-27-4 0,35 7-151,-1 0 0,1 1 1,-1-1-1,1 1 0,-1 1 0,1 0 1,-1 0-1,1 0 0,0 1 1,-1 0-1,1 0 0,0 1 1,0 0-1,1 0 0,-1 1 0,0 0 1,-10 8-1,6-1-45,1 1-1,0 0 1,0 0 0,1 1-1,1 0 1,1 1 0,0 0-1,0 0 1,-8 29 0,8-18 2,1 1 0,1 1 0,1-1 1,-1 51-1,5-71-13,0 1-1,0-1 1,0 0 0,1 0-1,0 1 1,0-1 0,1 0-1,-1 0 1,4 6 0,-3-9-9,-1-1 0,1 0 1,0 0-1,0 0 0,0 0 0,0 0 1,1-1-1,-1 1 0,0 0 0,1-1 1,-1 0-1,1 0 0,0 0 0,-1 0 1,1 0-1,0 0 0,-1 0 1,1-1-1,0 0 0,0 1 0,0-1 1,3 0-1,5 0-106,1 0 0,-1-1 0,0 0 0,1 0-1,-1-1 1,0-1 0,0 0 0,0 0 0,17-9 0,-12 4-85,-1-1 0,1 0 0,-2-1 0,1-1-1,20-20 1,-12 7-371,-1-1 1,-1-1-1,-2-1 0,0 0 0,-2-2 0,18-39 1,-29 56 629,0 0 0,-1-1 0,0 0 0,-1 0 0,-1-1 0,0 1 0,0-1 0,0-19 971,-3 37-503,0 256-207,0-254-276,0 1 1,1-1-1,0 1 0,0-1 0,1 0 0,-1 1 1,1-1-1,1 0 0,-1 0 0,1 0 0,0 0 1,0-1-1,1 1 0,0-1 0,0 0 1,0 0-1,6 5 0,-3-4-17,0 0 0,1-1 0,0 0-1,0 0 1,0 0 0,1-1 0,-1-1 0,1 1 0,0-2 0,0 1-1,0-1 1,12 1 0,8 1-343,1-2 0,-1-1 0,1-2 0,50-7 0,-62 4-469,0-2 0,30-13 1,-48 18 808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38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1744,'0'0'8019,"-1"39"-7924,-4 278 612,5 396 2440,0-651-3068,2 1-1,4-1 1,2 0-1,23 89 0,-29-143-98,1 1 0,0-1-1,0 1 1,1-1 0,6 10 0,-9-16-39,1 0 1,-1 0 0,1 0 0,0 0 0,0-1 0,0 1 0,0 0 0,0-1 0,0 1 0,0-1-1,0 0 1,1 0 0,-1 0 0,0 0 0,1 0 0,-1 0 0,1-1 0,-1 1 0,1-1-1,-1 1 1,1-1 0,0 0 0,4-1 0,0 0-128,0-1 0,0 0 0,0 0 0,0-1 0,0 0 0,-1 0 0,0-1 0,1 0 0,-1 0 0,-1 0 0,1-1 0,-1 0 0,1 0-1,-1 0 1,8-12 0,35-49-1783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39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1280,'0'0'12075,"433"-56"-12075,-273 33-808,-36 3-1937,-29 12-4512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40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55 1072,'0'0'10282,"-43"47"-9701,-129 159-84,166-197-468,-1 1 0,1-1 0,1 1 0,-1 0 0,2 1 1,-1-1-1,2 1 0,-1 0 0,2 0 0,-1 0 0,1 0 0,1 1 0,0-1 0,1 1 0,0-1 0,2 13 0,-1 12 21,-1-27-50,-1-1-1,2 0 1,-1 0-1,1 0 1,0 0 0,1 1-1,0-2 1,0 1-1,1 0 1,0 0-1,0-1 1,1 1 0,0-1-1,0 0 1,1 0-1,0-1 1,0 1-1,0-1 1,1 0 0,0-1-1,0 1 1,1-1-1,-1 0 1,1-1-1,0 1 1,0-1 0,13 4-1,-6-2-38,1-1 0,0-1 0,0 0 0,0-1-1,0-1 1,1 0 0,-1-1 0,1-1 0,-1 0 0,0-2-1,1 1 1,-1-2 0,27-7 0,-32 5 44,1 0 0,-1-1 0,0-1 0,0 1 0,-1-2-1,0 1 1,0-1 0,-1-1 0,0 0 0,8-11 0,-3 2 10,0-1 0,-1-1 0,-2 1 0,13-33 0,-13 21 32,-3-1 0,0 0 1,-2 0-1,-2 0 0,-1-1 0,-2-45 0,0 67 63,0 1 1,-1 0 0,0 0-1,-1 0 1,0 0 0,-1 0-1,0 1 1,0-1 0,-8-15-1,7 18 6,-1 1 0,1-1-1,-1 1 1,0 0-1,-1 0 1,1 1-1,-1 0 1,0 0 0,-1 0-1,1 1 1,-1 0-1,0 0 1,-8-3-1,5 3 18,-1 0-1,0 1 1,0 0-1,0 1 0,0 0 1,-17 0-1,20 2-131,0 0 0,0 0 0,0 1 1,1 0-1,-1 0 0,0 1 0,0 0 0,1 0 0,-1 1 0,-9 5 0,6-1-41,1 1 0,0 0 0,0 0 0,1 1 0,0 1 0,1-1 0,0 2 0,0-1 0,1 1 0,1 0 0,0 0 0,0 1 0,-5 17 0,3-6-3,1 0 1,1 1-1,1 0 1,1 1-1,1-1 1,1 29 0,1-29-41,0-13-5,1 1 0,0-1-1,1 0 1,0 0-1,5 18 1,-5-26 35,0 0 1,0-1 0,1 1-1,-1 0 1,1 0-1,0-1 1,-1 1-1,1-1 1,0 0-1,0 0 1,1 1 0,-1-1-1,0 0 1,1-1-1,-1 1 1,1 0-1,0-1 1,-1 0-1,1 1 1,0-1-1,0 0 1,0 0 0,0-1-1,0 1 1,4 0-1,3 1-144,1-1-1,0 0 1,-1 0 0,1-1-1,0 0 1,-1-1-1,1 0 1,0-1-1,-1 0 1,1-1-1,-1 0 1,0 0 0,0-1-1,0 0 1,-1-1-1,1-1 1,-1 1-1,0-1 1,-1-1 0,1 1-1,-1-1 1,12-15-1,-11 13-8,0-1 0,-1-1 0,0 1-1,0-2 1,-1 1 0,-1-1 0,0 0 0,-1 0-1,0 0 1,0-1 0,-2 0 0,1 0 0,-2 0-1,0 0 1,1-14 0,-3-38 2042,0 64-1821,2 5-358,6 18 316,0 0 0,-1 0 0,5 35 0,5 15 150,-12-56-108,0 0 0,1 0 0,1-1 0,0 0 0,14 22 1,-17-31-15,0-1 1,1 1-1,-1-1 1,1 0-1,0-1 1,0 1 0,0-1-1,0 0 1,1-1-1,0 1 1,0-1-1,0 0 1,0 0 0,0-1-1,1 0 1,10 2-1,-11-2-5,0-1-1,0 0 1,0 0-1,0-1 0,0 0 1,0 0-1,0 0 1,0-1-1,0 0 1,0 0-1,0 0 1,0-1-1,-1 0 0,1 0 1,0 0-1,-1-1 1,0 0-1,1 0 1,-1 0-1,0-1 1,-1 0-1,1 0 0,-1 0 1,0 0-1,0-1 1,0 0-1,0 1 1,-1-1-1,0-1 0,5-9 1,1-6 11,0-1 1,-2 0-1,0-1 0,-1 1 1,-2-1-1,3-38 0,-5-146 211,-4 109-15,2 86-115,1 73-167,10 87 1,-8-128 251,1 0 0,0 0 0,1-1 0,2 0 1,0 0-1,0-1 0,2 0 0,15 25 1,-22-41-95,0 1 1,0-1-1,0 1 1,1-1 0,-1 0-1,0 0 1,1 0-1,-1 0 1,1 0 0,0 0-1,0-1 1,0 1 0,0-1-1,0 0 1,0 0-1,0 0 1,0 0 0,0-1-1,0 1 1,1-1-1,-1 0 1,0 0 0,0 0-1,0 0 1,1-1-1,-1 1 1,0-1 0,0 0-1,0 1 1,0-2-1,0 1 1,0 0 0,0 0-1,0-1 1,0 0-1,-1 0 1,1 0 0,-1 0-1,1 0 1,-1 0-1,3-3 1,16-19 250,-1 0-1,-1-1 1,31-53-1,34-91-1052,-77 155 603,5-11-55,11-35-1,-23 60 175,0 0 0,0 0 1,0 1-1,0-1 0,0 0 0,0 0 1,0 0-1,1 1 0,-1-1 0,0 0 0,0 0 1,0 0-1,0 0 0,0 0 0,0 1 1,1-1-1,-1 0 0,0 0 0,0 0 0,0 0 1,0 0-1,1 0 0,-1 0 0,0 1 0,0-1 1,0 0-1,1 0 0,-1 0 0,0 0 1,0 0-1,0 0 0,0 0 0,1 0 0,-1 0 1,0 0-1,0 0 0,0 0 0,1 0 0,-1 0 1,0-1-1,0 1 0,0 0 0,1 0 1,-1 0-1,0 0 0,0 0 0,0 0 0,0 0 1,1 0-1,-1-1 0,0 1 0,0 0 1,0 0-1,0 0 0,0 0 0,0-1 0,1 1 1,-1 0-1,0 0 0,0 0 0,0 0 0,0-1 1,0 1-1,0 0 0,0 0 0,0 0 1,0-1-1,0 1 0,0 0 0,9 18-398,-7-15 400,17 39-151,4 9 448,48 79 1,-62-117-398,0 0-1,1 0 1,0-1 0,0-1-1,2 0 1,-1 0 0,1-1-1,1 0 1,0-1 0,23 12-1,1-7-3855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42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111 176 5089,'0'0'12004,"-4"-32"-11413,-12-95-272,13 111-504,0 22 52,0 21-132,-4 443-268,7-370 527,-1 47 35,3 174 17,-1-311-47,4 51-32,-5-57 27,1 0 0,0 1 1,1-1-1,-1 1 0,1-1 1,0 0-1,0 0 1,0 0-1,0 0 0,5 5 1,-7-9 8,0 1 1,0-1 0,0 0 0,0 1 0,1-1 0,-1 0-1,0 0 1,0 1 0,0-1 0,0 0 0,0 0 0,1 0 0,-1 1-1,0-1 1,0 0 0,0 0 0,1 0 0,-1 1 0,0-1-1,0 0 1,1 0 0,-1 0 0,0 0 0,0 0 0,1 0-1,-1 0 1,0 1 0,0-1 0,1 0 0,-1 0 0,0 0 0,1 0-1,-1 0 1,0 0 0,0 0 0,1 0 0,-1-1 0,0 1-1,0 0 1,1 0 0,-1 0 0,0 0 0,1 0 0,-1 0-1,0 0 1,0-1 0,0 1 0,1 0 0,-1 0 0,0-1 0,3-14 575,-2 6-510,3-12-84,2 0 0,0 1 0,1-1 0,1 1 0,1 1 0,1 0 0,0 0 0,2 1 0,0 0 0,29-31 0,-29 35-157,1 2 1,0 0-1,1 0 1,1 1-1,0 1 0,0 1 1,1 0-1,0 1 1,0 0-1,1 1 0,0 1 1,0 1-1,27-5 1,-23 7-91,0 1 0,0 1 0,1 1 0,-1 0 1,32 6-1,-45-5 152,0 1 0,1 0 0,-1 1 0,0 0-1,0 0 1,0 1 0,-1 0 0,1 0 0,-1 1 0,0-1 0,0 2 0,-1-1 0,1 1 0,-1 0 0,-1 0 0,7 8-1,-6-4-13,-1-1 0,0 1-1,0 0 1,-1 0-1,0 0 1,-1 1-1,0-1 1,-1 1-1,2 11 1,-2 4-2,-1 1 0,-3 43-1,0-58 125,0 1-1,-1-1 0,0 1 0,-1-1 0,0 0 0,-1 0 1,-1-1-1,1 1 0,-2-1 0,0-1 0,0 1 0,-1-1 1,0 0-1,-1-1 0,-15 13 0,10-10 36,-1 0 0,0-1 0,-1-1 0,0 0 0,0-2 0,-1 0 0,0 0 0,-1-2 0,1 0 0,-26 5 0,18-7 216,-1-1 0,1-1 0,-1-1 1,0-1-1,0-2 0,1 0 0,-1-2 0,-26-7 0,35 7-106,1-2-1,0 0 1,0 0-1,0-2 1,1 0 0,0-1-1,1 0 1,0-1-1,0-1 1,1 0-1,1-1 1,-22-26-1,29 32-143,1-1-1,-1 1 0,2-1 1,-1 0-1,1-1 0,-5-13 0,7 17-19,0 1-1,0-1 1,1 1-1,-1-1 1,1 1-1,0-1 1,0 0-1,0 1 0,1-1 1,-1 0-1,1 1 1,0-1-1,0 1 1,0-1-1,0 1 0,0 0 1,4-6-1,-1 4-100,0 1 0,0 0-1,0 0 1,1 0-1,-1 0 1,1 1-1,0 0 1,0 0 0,9-4-1,54-18-2188,9 3-2181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42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6729,'0'0'10023,"13"0"-9950,591-16 914,204-4-2215,-759 20 529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43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205 170 6345,'0'0'5886,"-33"45"-5642,-98 148-16,125-185-203,1 1 0,1-1 0,-1 1 0,1 0 0,1 0 0,0 0 0,0 1 0,1-1 1,0 1-1,0-1 0,1 1 0,0 0 0,1-1 0,2 18 0,-1 4 45,-1-16-44,0 0 23,0-1-1,1 1 1,5 27 0,-5-38-40,0 0 1,0 0 0,1 0-1,0 0 1,0 0-1,0 0 1,0-1 0,1 1-1,-1-1 1,1 1 0,0-1-1,0 0 1,0 0 0,1 0-1,-1-1 1,8 5 0,-2-2 6,1-1 0,0 0 1,0-1-1,1 0 1,-1 0-1,1-1 1,-1-1-1,1 0 1,0 0-1,-1-1 1,1 0-1,0-1 1,-1 0-1,1-1 1,-1 0-1,1-1 0,-1 0 1,0 0-1,0-1 1,0-1-1,0 1 1,-1-2-1,0 1 1,0-1-1,13-12 1,-6 3-6,-1-1 0,-1 0 1,-1-1-1,0-1 1,-1 0-1,-1-1 0,0 0 1,-2 0-1,0-1 0,-1 0 1,-1-1-1,-1 0 1,-1 0-1,-1 0 0,-1-1 1,1-40-1,-3 40-12,0-3 4,-1-1 1,-5-42-1,4 60 16,-1 0 0,0 0-1,0 1 1,-1-1 0,0 1-1,0-1 1,-1 1 0,0 0-1,0 0 1,-1 1 0,0-1-1,-8-8 1,0 3 189,-1 0 0,0 1 0,0 0 0,-1 1 0,-1 1 0,1 0 0,-24-8 0,28 12-117,0 2-1,0-1 1,0 1 0,0 1 0,0 0 0,-1 1 0,1 0-1,-1 1 1,0 0 0,1 1 0,-1 0 0,-17 4 0,22-2-100,1 0-1,0 0 1,0 0 0,1 1 0,-1 0 0,1 0 0,-1 0 0,1 1 0,1-1-1,-1 1 1,1 1 0,0-1 0,0 1 0,0-1 0,1 1 0,-1 0 0,2 0-1,-1 1 1,-2 8 0,-2 7-19,0 0 0,2 0 0,1 1 0,-3 34 0,5 111-123,2-161 142,0 1 0,1-1-1,-1 1 1,1-1 0,1 1-1,0-1 1,0 1 0,0-1-1,1 0 1,5 11 0,-5-14-25,1 1 1,-1-1-1,1 0 1,0 0-1,0 0 1,0-1-1,0 1 1,1-1-1,-1 0 1,1 0-1,0 0 1,0-1-1,0 0 1,0 0-1,7 2 0,0-1-48,0 0-1,0-1 1,0 0-1,1-1 1,-1 0-1,0-1 0,1 0 1,-1-1-1,0-1 1,1 0-1,15-4 1,-12 0 7,0 0 1,0-1-1,0-1 0,0 0 1,-1-1-1,-1 0 1,19-17-1,-10 6-199,-1-2 0,-1 0-1,-1-1 1,-1-2 0,-1 0 0,-2 0-1,0-2 1,22-51 0,-30 55 398,0 0 0,-2-1-1,0 0 1,-2-1 0,0 1 0,-1-49 0,-2 130-105,2-1 0,13 68 0,-10-92 2,2 1 0,1-1 0,2-1 0,1 0 0,19 36-1,-26-57-13,0 0-1,1-1 0,0 0 0,1 0 0,0 0 1,0-1-1,1 0 0,0 0 0,1-1 1,-1 0-1,1 0 0,0-1 0,1 0 0,0-1 1,0 0-1,0 0 0,0-1 0,1-1 0,0 0 1,0 0-1,-1-1 0,14 1 0,-7-3-259,-1 0 0,0-1-1,0-1 1,0-1 0,0 0 0,0-1-1,-1-1 1,1 0 0,27-15 0,37-30-5146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48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43 4545,'0'0'14467,"-5"-8"-14147,-14-27-291,16 35-461,2 8 288,0 11 11,1 4 35,0 0 0,-1 0 0,-1 0 0,-1 0 0,-1 0 1,-2-1-1,0 0 0,-1 0 0,-1 0 0,-1-1 0,-21 37 0,-167 241-3600,102-172-967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48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6481,'0'0'11307,"-23"0"-11523,23 4-712,23 16-161,37 23-759,-1-3-2705,-6 0-3321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49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3569,'0'0'11922,"-7"43"-12015,-9 59 68,-3 169 1,60 646 166,-40-889-110,0-20 15,3-13 153,3-16 111,-2 0 1,5-29-1,6-28-245,-10 56-76,1 0-1,2 1 1,0 0 0,1 0-1,0 1 1,2 1-1,21-28 1,-26 39-39,1-1-1,0 1 1,0 1 0,1 0 0,0 0-1,0 0 1,1 1 0,0 1 0,0 0 0,0 0-1,0 1 1,1 0 0,0 0 0,0 2-1,0-1 1,0 1 0,13 0 0,-3 1-133,-1 0 0,1 2 0,0 0 0,-1 1 0,0 1 0,0 2 0,33 10 0,-45-13 127,-1 1 0,0 1-1,0-1 1,0 1 0,0 1-1,-1-1 1,0 1 0,0 0-1,0 0 1,0 1 0,-1 0-1,0 0 1,0 0 0,-1 0-1,0 1 1,0 0 0,0 0-1,-1 0 1,0 0 0,0 1-1,-1-1 1,0 1 0,1 9-1,-1-4-18,0 0 0,-1 0 0,-1 0-1,0 0 1,-3 15 0,2-21 74,0-1 1,-1 1 0,0-1 0,0 1 0,-1-1 0,0 0-1,0 0 1,0 0 0,0 0 0,-1-1 0,-8 10-1,-2-2 104,0-1-1,-1 0 0,0-1 1,-1-1-1,0 0 0,-1-1 0,0-1 1,-1 0-1,1-1 0,-1-1 1,-1-1-1,-19 3 0,-5-1 282,1-2 0,-1-2-1,0-1 1,-56-7-1,94 5-367,0-1 0,-1 0 0,1 0 0,0 0 0,0-1-1,0 0 1,0 0 0,0 0 0,0-1 0,-6-4-1,9 6-66,1-1-1,-1 1 1,0-1-1,1 1 1,-1-1-1,1 1 0,0-1 1,-1 0-1,1 0 1,0 1-1,0-1 1,0 0-1,0 0 0,1 0 1,-1 0-1,0-1 1,1 1-1,0 0 1,-1 0-1,1 0 0,0 0 1,0 0-1,0 0 1,0-1-1,1 1 0,-1 0 1,0 0-1,2-4 1,-1 4-124,0 0 0,0 0 1,0 0-1,0 0 0,0 1 1,1-1-1,-1 0 0,1 1 1,-1-1-1,1 0 0,-1 1 1,3-2-1,34-17-4012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49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5097,'0'0'7482,"344"8"-7482,-220-8-328,-29 4-1265,-30 0-1703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49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4137,'0'0'6281,"308"-31"-6281,-154 7-312,-29 8-1576,-24 4-4194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51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2071 904,'0'0'6612,"34"-40"-5608,-5 7-827,32-39 150,100-151-1,-100 120-172,-4-4-1,43-113 1,-70 138 161,-2-1-1,-5-2 1,20-132-1,-26 34 1324,-9-202 0,-8 325-1145,0 35-225,-1 1 0,-1-1 1,-1 1-1,-1-1 0,-9-25 1,12 45-241,1 1347-1085,0-1324 1060,6 142 13,-4-144-15,0 1-1,1-1 1,1 0 0,0-1-1,2 1 1,-1-1 0,12 20-1,-15-31-30,1 0 0,0 0-1,0-1 1,0 1 0,0-1-1,1 0 1,-1 0-1,1 0 1,0-1 0,0 1-1,0-1 1,0 0 0,0 0-1,0 0 1,1 0 0,-1-1-1,1 0 1,-1 0 0,1 0-1,-1-1 1,1 1 0,0-1-1,-1 0 1,7-1-1,1 0-199,0-1-1,1 0 0,-1-1 0,0 0 0,0-1 0,0 0 0,15-9 0,-12 5-950,0-1-1,15-13 1,25-24-5840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51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5521,'0'0'9578,"338"-67"-9578,-208 55-120,36 8-696,-29 4-1184,-25 0-2265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52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295 182 3289,'0'0'7891,"-28"34"-7401,-82 113-88,105-140-378,1 0 1,0 0-1,1 0 1,0 0-1,0 1 0,0-1 1,1 1-1,-2 13 1,4-15-4,0 0 1,0 1-1,0-1 1,1 0-1,0 0 1,3 10 0,-3-14-16,0 2 0,0 0-1,1 0 0,0 0 1,0 0-1,0 0 0,0-1 0,0 1 1,1-1-1,0 1 0,-1-1 1,1 0-1,1 0 0,-1 0 1,0-1-1,1 1 0,-1-1 1,1 0-1,0 0 0,-1 0 0,6 2 1,0-1-20,1 0 0,-1-1 0,1 0 1,0 0-1,0-1 0,0 0 0,16-1 1,-21-1 24,0 1-1,-1-1 1,1 0 0,0 0 0,-1 0 0,1-1 0,0 1 0,-1-1 0,0 0 0,1-1-1,-1 1 1,0-1 0,0 0 0,6-6 0,-4 3 26,0-1 0,0 0-1,-1 0 1,0-1 0,0 1 0,-1-1-1,5-13 1,-1-1 33,-1 1 0,-2-1 0,0 0 0,-1-1 0,1-37 0,-5 48-40,2-12 16,-2 0 1,0 0-1,-7-41 1,5 57 12,0 1 1,0 0 0,-1-1 0,0 1 0,0 0-1,0 1 1,-1-1 0,0 0 0,-1 1 0,1 0-1,-1 0 1,0 0 0,-1 1 0,1 0 0,-12-8-1,8 7 97,-1 0 0,0 1 0,0 0 0,0 1 0,-1 0 0,1 1-1,-1 0 1,-21-3 0,24 5-115,0 0 0,-1 1 0,1 0 0,0 0 0,0 1-1,0 0 1,0 0 0,0 1 0,1 0 0,-1 1 0,0-1 0,1 1 0,-11 6 0,9-2-54,0 0 1,1 1 0,0 0 0,0 0 0,1 1 0,0 0 0,0 0 0,1 1 0,0-1-1,1 1 1,0 0 0,1 1 0,-6 20 0,1 1-48,2 0-1,1 0 1,-2 53 0,8 107-595,0-185 559,0-1-1,1 1 1,0 0 0,0-1 0,0 1 0,1 0-1,0-1 1,1 0 0,-1 0 0,1 0-1,1 0 1,-1 0 0,1 0 0,0-1-1,0 1 1,0-1 0,1 0 0,0-1-1,0 1 1,0-1 0,0 0 0,1 0-1,0-1 1,-1 1 0,1-1 0,1-1-1,-1 1 1,0-1 0,12 3 0,-8-3-19,0 0 0,1 0 1,-1-1-1,0-1 1,1 0-1,-1 0 1,1-1-1,-1 0 0,0-1 1,1 0-1,-1 0 1,0-1-1,-1-1 0,1 1 1,0-2-1,-1 1 1,0-1-1,0-1 0,-1 0 1,1 0-1,-1-1 1,0 0-1,-1 0 0,0 0 1,0-1-1,6-9 1,-2-1 90,0-1 1,-1 0 0,0 0-1,-2-1 1,0 0-1,-2 0 1,0-1 0,-1 0-1,-1 0 1,-1 0-1,-1-1 1,-1-39 0,-1 59 103,0 6-168,-1 49-2,-1-16 100,7 66 0,-4-96-9,0-1-1,1 1 0,0-1 0,0 0 1,1 0-1,-1 0 0,2 0 0,-1-1 1,0 1-1,1-1 0,0 0 0,5 6 1,-6-8 9,0-1 1,0 1 0,0 0-1,0-1 1,0 0 0,0 0 0,1 0-1,-1 0 1,1 0 0,-1-1-1,1 0 1,0 1 0,0-1-1,-1-1 1,1 1 0,0-1 0,0 1-1,0-1 1,0 0 0,7-1-1,-9 1 13,-1-1 0,0 1-1,1-1 1,-1 1 0,0-1-1,1 1 1,-1-1 0,0 0-1,0 0 1,0 0 0,1 0-1,-1 0 1,0 0 0,0 0-1,1-1 1,8-14 81,0-1 0,-1 0 0,-1 0 0,-1 0 0,0-1 0,-1 0 0,4-22 0,-2 11-49,6-29-74,-2 0-1,-3-1 1,3-109 0,-8 239 22,4-2 0,2 1 1,22 77-1,-30-139 102,0-1 1,0 1 0,1-1-1,0 0 1,0 0-1,8 12 1,-10-18-62,0 0 0,0 0-1,0 1 1,0-1 0,0 0 0,0 0 0,0 0-1,1 0 1,-1-1 0,0 1 0,0 0 0,1 0 0,-1-1-1,1 1 1,-1-1 0,1 1 0,-1-1 0,0 0 0,1 1-1,-1-1 1,1 0 0,0 0 0,-1 0 0,1 0-1,-1 0 1,1-1 0,-1 1 0,1 0 0,-1-1 0,0 1-1,1-1 1,-1 1 0,1-1 0,-1 0 0,0 1 0,1-1-1,-1 0 1,0 0 0,0 0 0,0 0 0,0 0-1,0 0 1,2-2 0,8-10 250,0 0-1,-1-1 1,12-20-1,2-3-69,36-52-358,52-102 1,-93 142 114,-18 47 107,-1 7-106,2 21-25,1-1 1,1 1-1,1-1 0,1 0 1,1-1-1,12 28 1,70 143-512,-82-180 380,17 27-2132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53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729 28 3873,'0'0'8740,"1"-8"-8314,1-12-367,-9 35-72,-5 18 12,-38 77 91,-96 156-1,103-193-32,-133 218 311,-73 130 870,241-409-1201,2 0 0,0 1-1,0 0 1,1 0 0,1 0 0,0 1 0,1-1 0,0 1 0,1 0-1,0 20 1,2 69 1637,22-103-1314,4-2-305,1 0 1,-1-2-1,43-12 0,-3 0 96,1129-135 341,-1168 147 391,-27 1-1034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54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7074,'0'0'6161,"33"-6"-6096,107-18-51,-117 21-17,-1 1 1,36 0-1,-33 3-9,-19-1 0,0 0 1,0 0-1,0 0 1,0 1-1,0 0 1,0 1-1,7 2 1,-10-3 9,-1 0 0,0 1 0,0-1 0,0 1 0,0-1 0,0 1 0,0 0 0,0 0 0,0 0 0,-1 0 0,1 0 0,-1 0 0,1 0 0,-1 0 1,0 1-1,0-1 0,0 0 0,0 1 0,0 3 0,3 15 212,-1 1 0,-1 0 1,0 0-1,-2 1 0,-5 40 0,3-47-139,-1-1 0,-1 1 0,0-1 0,-1 0 0,-1 0 0,0 0 0,-1-1 0,0 0-1,-12 15 1,-14 18 85,-47 50 0,57-70-104,-48 50 36,-29 37-7,98-113-102,1 1-1,0 0 1,-1 0 0,1 0-1,0 0 1,0 0 0,0 0-1,1 0 1,-1 0 0,0 0-1,1 0 1,0 0 0,-1 0-1,1 1 1,0 3 0,22-5-158,11 0 87,-17 0-21,0-1 0,0 0-1,0-1 1,-1-1 0,21-4 0,-18 0-561,0-2 0,0 0 0,-1-1 0,0 0 0,-1-1 0,21-17 0,13-20-5614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54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0 151 1344,'0'0'10250,"338"-59"-10146,-190 23-104,-29 4-1176,-30 9-3385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55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5497,'0'0'11971,"18"-63"-22574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0:56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159 179 1720,'0'0'5822,"-23"45"-4793,23-45-1029,-93 200 886,85-181-767,0 0 0,2 1 1,0 0-1,2 0 0,0 0 1,1 1-1,1-1 1,1 27-1,0-19 6,2 152 421,-1-174-535,1 0-1,0 0 0,0 0 0,0 0 1,1 0-1,0 0 0,0 0 0,0-1 1,1 1-1,0-1 0,0 0 0,0 1 1,1-2-1,-1 1 0,1 0 0,5 4 1,-4-5-5,-1-1 0,1 0 0,0 0 1,0-1-1,0 1 0,1-1 0,-1 0 1,0-1-1,1 1 0,-1-1 0,1 0 1,0 0-1,-1-1 0,1 0 0,0 0 1,-1 0-1,7-1 0,-4-1 45,0 0-1,-1-1 1,1 1-1,-1-1 1,1-1-1,-1 1 0,0-1 1,-1-1-1,1 1 1,-1-1-1,0 0 1,0-1-1,0 1 1,-1-1-1,0 0 1,0-1-1,0 1 1,4-10-1,6-9 63,-2 0 0,0-2 0,15-48 0,-18 40-24,-1 0-1,-2-1 0,4-54 1,-6-110 435,-5 174-452,0 4 59,-1 1 1,-1 0-1,-1 0 1,0 0 0,-10-28-1,10 39-36,-1 1 0,0-1 0,-1 1 0,1 0 0,-2 0 1,1 1-1,-1-1 0,0 1 0,-1 1 0,0-1 0,0 1 0,-1 0 0,-9-6 0,14 11-58,1 0-1,-1 0 1,1 1-1,-1-1 1,0 1-1,0 0 1,1 0-1,-1 0 1,0 0-1,0 0 1,0 0-1,0 1 1,0 0-1,-1-1 1,1 1-1,0 0 1,0 1-1,0-1 1,0 0-1,0 1 1,0 0-1,0 0 1,0 0-1,0 0 1,1 0-1,-1 0 1,0 1-1,-3 2 1,-1 2-57,0 0 1,1 1 0,0-1 0,1 1 0,-1 1-1,1-1 1,1 1 0,-6 11 0,-12 27-39,3 0 1,2 2-1,2 0 1,2 0-1,-8 61 1,11-37 34,4 1-1,6 143 1,0-206 0,1 0 0,1 0 0,-1 0 0,1 0 0,1 0 0,0 0 0,0-1 1,9 17-1,-9-22-21,-1 0 0,1 0 1,1 0-1,-1-1 1,0 1-1,1-1 1,0 1-1,0-1 1,0 0-1,0-1 0,0 1 1,1-1-1,-1 0 1,1 0-1,-1 0 1,1-1-1,0 1 0,0-1 1,5 0-1,-2 0 9,1 0 0,0-1 0,0 0 0,0 0 0,0-1 0,0-1 1,-1 1-1,1-1 0,-1-1 0,1 0 0,-1 0 0,0 0 0,0-1 0,0 0 0,0-1 0,-1 0 0,0 0 0,8-7 0,10-11 34,-2-1 0,-1-1 0,28-40 0,-47 61-7,28-38-57,-1-1 0,-2-1 0,-3-1 1,-1-1-1,26-74 0,-44 89 133,-4 17 71,0 17-74,4 53-113,2-1 1,3-1-1,3 0 1,1 0-1,37 82 0,-46-124 74,0-1-1,1 0 0,0 0 1,1 0-1,12 12 0,-15-18-25,0 0 0,1-1-1,-1 0 1,1 0-1,0 0 1,0-1 0,0 1-1,0-2 1,0 1-1,1-1 1,0 0-1,9 2 1,-2-2-187,0-1 0,0 0 0,0-1 0,0 0 0,0-1 0,0-1 0,0-1 0,0 1 0,14-6 0,-12 0-1103,0 0-1,18-12 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11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42 1512,'-5'1'11875,"8"-3"-11274,5-3-625,1 1 0,0 0 0,0 0 0,0 1 0,0 0 0,1 1 0,18-3 0,76-2-437,-79 6 187,2 0-46,-9 0-44,0 0-1,0 1 0,30 5 0,-46-5 334,1 1 0,-1-1-1,0 1 1,0 0 0,0 0-1,0 0 1,0 0 0,0 0-1,0 0 1,-1 0 0,1 1-1,0-1 1,-1 1 0,1-1-1,-1 1 1,1-1 0,-1 1-1,0 0 1,0 0 0,1 0-1,-1 0 1,-1 0 0,1 0-1,0 0 1,1 4 0,-1 4 1,0 0 1,0 0 0,0 0-1,-3 16 1,2-2 49,-1-12-12,-1 0 0,1 0 0,-2 0 0,0 0 0,0-1 0,-1 1 0,-1-1 0,-8 16 0,-56 86 47,49-82-47,-130 187 640,75-113-146,71-100-483,1 0 0,-1 0-1,1 1 1,1-1 0,-1 1 0,1 0-1,0 0 1,0 0 0,0 0-1,1 0 1,0 0 0,-1 10-1,7-14-170,46 2-183,1-2-1,67-7 0,-86 0-336,-1-1 0,1-2 0,-1-1 0,0-1 0,56-28 0,-88 38 659,63-29-4251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11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5433,'0'0'5601,"332"0"-5601,-243-4-168,-24-3-1784,-5-5-4297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11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6737,'0'0'7019,"13"-24"-7128,42-78-687,-52 94 679,2 1 1,-1 0-1,1 0 1,0 0-1,8-8 1,-12 14 51,0 1 0,-1-1 1,1 0-1,0 1 0,0-1 0,0 0 0,0 1 1,0-1-1,0 1 0,0 0 0,0-1 1,1 1-1,-1 0 0,0 0 0,0-1 1,0 1-1,0 0 0,0 0 0,0 0 1,0 0-1,1 1 0,-1-1 0,0 0 1,0 0-1,0 1 0,0-1 0,0 0 1,0 1-1,0-1 0,0 1 0,2 1 0,2 3-54,1 1 0,-1 0 0,0 0-1,-1 0 1,1 1 0,-1-1 0,-1 1-1,1 0 1,-1 1 0,0-1 0,3 15-1,0-5 39,4 15 29,-1 1 0,-1 1 0,-2-1 0,2 36-1,-3 136-361,-5-176 218,0-27 171,0-1 0,0 1 0,0 0 0,0 0 0,0 0-1,-1-1 1,1 1 0,-1 0 0,1-1 0,-1 1 0,1 0-1,-1-1 1,0 1 0,0-1 0,0 1 0,0-1 0,0 0 0,0 1-1,-1-1 1,1 0 0,0 0 0,-1 0 0,1 1 0,-1-2-1,1 1 1,-1 0 0,1 0 0,-1 0 0,1-1 0,-1 1-1,0-1 1,-2 1 0,-6 1 75,1-1 0,-1-1 1,0 0-1,-19-1 0,1-1 543,-14 2 3263,43-1-3858,0 0 0,-1 0 0,1 0 0,0 0 0,0 0-1,0 0 1,0 0 0,0 0 0,0 0 0,0 1-1,0-1 1,0 0 0,0 1 0,0-1 0,0 1-1,1-1 1,-1 1 0,0 0 0,0-1 0,0 1 0,1 0-1,-1 0 1,0 0 0,1 0 0,-1 0 0,2 0-1,5-1-56,188-35-2386,-140 24-1853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13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0 920 1328,'0'0'10054,"1"28"-9009,4-28-1027,0 1-1,0-2 1,0 1 0,0 0 0,0-1 0,0 0 0,0 0 0,0-1-1,-1 1 1,1-1 0,0 0 0,-1 0 0,1-1 0,-1 1 0,0-1-1,0 0 1,0 0 0,0 0 0,-1-1 0,1 0 0,-1 1 0,5-7-1,3-4-77,-1-1 0,0 0 0,0 0 0,-2-1-1,0-1 1,-1 1 0,0-1 0,-2 0 0,0 0-1,-1-1 1,0 0 0,-2 1 0,1-37 0,-2 37-136,-1 13 137,1 0 0,-1-1 0,0 1 0,-1 0 0,1 0 0,-1 0 0,-1-6 0,1 8 39,0 1-1,1 0 0,-1 0 1,0 0-1,0 0 1,0 0-1,0 0 1,0 0-1,0 0 1,0 0-1,0 1 0,0-1 1,0 0-1,0 1 1,-1-1-1,1 1 1,0-1-1,0 1 1,-1 0-1,1-1 1,0 1-1,-1 0 0,1 0 1,0 0-1,-1 0 1,1 0-1,-2 0 1,2 0-9,-1 1 0,1-1 1,-1 0-1,1 1 0,0-1 1,-1 1-1,1 0 0,0-1 1,0 1-1,0 0 0,-1 0 1,1 0-1,0 0 0,0 0 1,0 0-1,0 0 0,0 0 1,1 0-1,-1 0 0,0 0 1,0 1-1,1-1 0,-1 0 1,1 1-1,-1-1 0,1 2 1,-12 46-220,9-35 211,-8 65 74,3-1 1,4 125-1,4-188-21,0-1 23,0 0 0,1 0 0,1 1 0,0-1 0,1-1 1,1 1-1,0 0 0,6 13 0,-7-21-38,0-1 0,0 1 1,1 0-1,0-1 0,0 1 0,0-1 0,1 0 1,0-1-1,0 1 0,0-1 0,0 0 0,1 0 0,-1-1 1,1 1-1,0-1 0,0 0 0,0-1 0,1 0 1,7 2-1,-3-1-118,-1-2 0,1 1 0,0-1-1,0-1 1,0 0 0,0-1 0,-1 0 0,1 0 0,0-1 0,-1 0 0,1-1 0,-1-1 0,0 1 0,0-2 0,0 1-1,0-1 1,-1-1 0,0 0 0,0 0 0,12-11 0,-1-2-288,-1-1-1,-1-1 1,-1 0 0,0-1 0,-2-1-1,-1 0 1,13-29 0,-7 7 86,-2 0 1,-2-2-1,-2 0 0,-2-1 1,-3 0-1,5-58 1,-1-299 2419,-13 327-939,1-40 2764,3 140-4115,0-1 0,13 37 0,-7-29 231,5 34 1,-3 34 504,-4 0 1,-7 122-1,-2-117 188,1 261 938,0-360-1671,-1 10-5,1 1-1,1 0 1,0 0-1,0-1 1,2 1-1,-1-1 1,9 23-1,-11-34-64,1-1 0,-1 0 0,0 1 0,1-1 0,0 1 0,-1-1 0,1 0 0,0 1 0,0-1 0,0 0 0,0 0 0,0 1 0,0-1 0,0 0-1,0 0 1,0 0 0,0-1 0,1 1 0,-1 0 0,0 0 0,1-1 0,-1 1 0,0 0 0,1-1 0,-1 1 0,1-1 0,-1 0 0,1 0 0,-1 1-1,1-1 1,1 0 0,0-1-155,-1-1 0,0 1 0,1 0 0,-1-1 0,0 1 0,0-1 0,0 1 0,0-1 0,-1 0 0,1 0 0,0 0 0,-1 0 0,1 0 0,-1 0 0,0-1 0,0 1 0,2-4 0,16-46-3581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13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3105,'0'0'4897,"386"-28"-5938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14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 2665,'0'0'1468,"48"23"-1109,-48-23-359,63 32 343,63 43 0,-121-72-305,-1 0-1,0 0 0,0 0 1,-1 1-1,1-1 0,-1 1 0,0 0 1,0 0-1,0 0 0,2 6 1,-4-8-1,0 1 1,0-1 0,-1 1 0,1-1 0,-1 1 0,0 0-1,1-1 1,-1 1 0,-1 0 0,1-1 0,-1 6 0,-3 9 274,-1 1 0,0-1 0,-1 0 0,-1 0 0,-14 24 0,-56 79 1146,52-82-1056,-29 38 438,28-42-315,2 1-1,2 1 0,-28 58 0,48-89-495,1 0 0,-1 0 1,1 0-1,0 0 0,1 0 0,-1 0 0,1 0 1,0 6-1,0-8-35,0-3 3,0 1 0,0-1 0,0 0 0,0 0 0,0 1 0,0-1 0,0 0 0,0 0 0,0 1 0,1-1 0,-1 0 0,0 0 0,0 1-1,0-1 1,0 0 0,0 0 0,0 0 0,1 1 0,-1-1 0,0 0 0,0 0 0,0 0 0,1 1 0,-1-1 0,0 0 0,0 0 0,0 0 0,1 0-1,-1 0 1,0 0 0,0 1 0,1-1 0,-1 0 0,0 0 0,1 0 0,-1 0 0,0 0 0,0 0 0,1 0 0,25 2-162,0 0 1,42-4 0,-20 1-191,-32 1-106,-1 0 0,21-4 0,24-16-2025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14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4625,'0'0'5561,"320"-12"-5561,-219-8-1616,-12 0-3721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14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3593,'0'0'3598,"49"-10"-3865,-49 10 267,203-33-487,-199 32 458,1 0 0,-1 0 0,1 1 0,0 0 0,-1 0-1,1 0 1,-1 0 0,1 1 0,0 0 0,-1 0 0,1 0-1,-1 0 1,6 3 0,-9-3 24,0 0 1,0 0-1,-1 0 0,1 0 0,0 0 1,0 0-1,-1 1 0,1-1 0,0 0 1,-1 0-1,1 1 0,-1-1 0,0 0 1,1 1-1,-1-1 0,0 1 1,0-1-1,0 0 0,0 1 0,0-1 1,-1 2-1,2 7 53,0 5 151,1 0-1,-2 0 0,0 1 1,-1-1-1,-1 0 0,0 0 0,-1 0 1,0 0-1,-6 15 0,-14 14 446,-3 0-1,-55 72 0,22-34 136,55-76-725,-15 21 546,1 1 0,2 0 0,-21 47 0,37-75-586,0 1 0,0-1 0,0 1 0,-1-1 0,1 1 0,0-1 0,0 1 0,0-1 0,0 1 0,0-1 1,0 1-1,0-1 0,0 1 0,0-1 0,0 1 0,0 0 0,1-1 0,-1 1 0,0-1 0,0 1 0,0-1 0,1 1 0,-1-1 0,0 0 0,1 1 1,-1-1-1,0 1 0,1-1 0,-1 0 0,1 1 0,-1-1 0,0 0 0,1 1 0,-1-1 0,1 0 0,-1 1 0,1-1 0,-1 0 0,1 0 0,-1 0 1,1 0-1,-1 1 0,1-1 0,-1 0 0,1 0 0,1 0 0,33 0-18,-22-1 96,17 0-343,0 0-1,1-2 1,-1-2-1,0 0 1,-1-2-1,51-19 1,0-6-4447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15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1 3273,'0'0'12144,"-51"0"-11935,-162 6-194,207-5-18,0 0 1,0 0 0,0 1-1,0 0 1,0 0-1,0 0 1,1 0 0,-7 5-1,9-5 1,0 0 0,0 1-1,1-1 1,-1 1-1,1 0 1,-1 0 0,1 0-1,-3 4 1,-10 19 16,1 2 0,1-1 0,1 2 0,1-1 0,2 1 0,-9 48 1,8-18 125,4 1 1,1 82-1,5-134-138,0 1 0,1-1 1,0 1-1,0 0 0,1-1 0,0 0 0,0 1 0,1-1 0,0 0 0,1 0 1,0-1-1,7 12 0,-4-10-10,0-1 0,1 0 0,0 0 0,1 0 1,-1-1-1,2-1 0,-1 0 0,1 0 0,14 7 0,-2-4-71,0 0 0,0-2 0,1-1 0,0 0 0,0-2-1,33 3 1,-15-5-341,1-1 0,67-9-1,-77 4-385,-1-3-1,54-17 0,38-25-3951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15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4689,'0'0'9146,"433"-24"-9146,-267 0-992,-24 0-2121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15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648 0 6409,'0'0'8813,"-50"23"-8776,-164 84-118,202-99 79,0 0-1,0 1 1,1 0 0,1 1 0,0 0-1,0 1 1,1 0 0,0 0 0,-10 18-1,-26 42 3,4 3 0,3 1-1,3 2 1,-47 151 0,74-197-11,1 0 0,2 1 0,1-1 0,1 1 0,1 0 0,3 0 0,4 45 0,-3-71 4,-1 1 0,0-1 0,1 0 0,1 1 1,-1-1-1,1 0 0,0-1 0,0 1 0,0 0 0,1-1 0,0 0 1,0 0-1,7 7 0,-4-6-11,1 0 1,0-1-1,-1 1 0,2-2 1,-1 1-1,0-1 0,1-1 1,15 5-1,-3-3-54,0-1 0,0-1 0,0-1 1,0 0-1,0-2 0,1-1 0,-1 0 0,23-6 0,-1-3-624,-1-2 0,-1-3-1,0 0 1,43-25-1,20-15-4000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16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0 472,'0'0'9666,"29"135"-9122,-23-63-360,6 3-8,-6 4 88,-6 1-136,0-5-16,0-7-40,0 7-72,0-19-856,0-17-1704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16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0 4233,'0'0'10203,"-9"21"-9912,-106 253-4,59-145-86,-70 187 551,115-279-688,1 1-1,2-1 0,2 2 0,1-1 1,2 0-1,4 64 0,-1-99-63,0 0 0,0 0-1,1-1 1,-1 1 0,1 0 0,0 0-1,-1-1 1,1 1 0,1 0 0,-1-1-1,0 1 1,0-1 0,1 0 0,0 1 0,-1-1-1,1 0 1,0 0 0,0 0 0,0 0-1,0 0 1,1-1 0,-1 1 0,0 0-1,1-1 1,-1 0 0,1 0 0,4 2-1,6 0-11,-1 0 0,1-1 0,0-1 0,0 0 1,14-1-1,-17 1 2,23-3-54,1 0 0,-1-3 0,0 0-1,0-2 1,0-2 0,54-22 0,74-35-2111,-16-5-3481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1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51 659 3609,'0'0'8558,"-8"14"-8522,-23 45-28,28-53 2,1 0 0,1-1 1,-1 1-1,1 0 1,0 0-1,0-1 0,1 1 1,-1 0-1,1 0 1,1 0-1,0 8 0,1 12 208,-3 18 176,1-2-22,5 50 1,-4-78-343,2 1-1,0 0 1,1-1-1,0 0 1,1 0-1,1 0 1,8 15-1,-7-17-50,0-1 0,1 1 1,0-1-1,1-1 0,0 0 0,1 0 0,0 0 0,0-1 0,1-1 0,0 0 0,0 0 0,1-1 0,0-1 0,1 0 0,-1 0 0,1-1 1,0-1-1,0 0 0,1-1 0,-1-1 0,1 0 0,0 0 0,-1-2 0,1 1 0,15-3 0,-22 0 13,0 1-1,-1-1 0,0-1 1,1 1-1,-1-1 0,0 0 1,0 0-1,-1-1 0,1 0 1,-1 0-1,1 0 0,-1-1 1,-1 0-1,1 0 0,-1 0 1,1 0-1,-2-1 0,1 0 1,0 1-1,2-9 1,4-7 2,0 0 0,-2-1 0,0-1 0,7-37 0,-5-9-210,-3 0 0,-3-110-1,-4 161 168,-2-20 9,-1 1 0,-2 0 0,-1-1 0,-2 2 0,-2-1 0,-1 1 0,-2 1 0,-1 0 0,-26-43 0,-89-161 1788,126 234-1724,-13-31 785,16 35-853,0 0 0,-1 0 0,1 1 0,0-1 0,0 0 0,0 0-1,0 0 1,0 0 0,0 0 0,0 0 0,0 0 0,0 0-1,1 0 1,-1 0 0,0 1 0,1-1 0,-1 0 0,0 0 0,1 0-1,-1 0 1,1 1 0,-1-1 0,1 0 0,0 0 0,-1 1 0,1-1-1,0 1 1,-1-1 0,1 0 0,0 1 0,0-1 0,0 1 0,-1 0-1,1-1 1,0 1 0,0 0 0,1-1 0,35-8-2924,4-2-2402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2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1 354 6769,'0'0'7769,"4"-41"-7523,0-4-228,18-79-1,-20 118-17,0 0-1,0 0 1,1 1-1,0-1 1,0 1-1,0-1 1,1 1-1,-1 0 1,1 0-1,0 1 1,1-1-1,-1 1 1,7-5-1,-2 3-10,0 1 1,1-1-1,0 2 0,20-7 1,-19 7-6,17-4-156,2 0 0,-1 3-1,0 0 1,1 2 0,0 1 0,54 4 0,-71-2 112,0 2 1,0 0-1,0 0 1,0 1-1,0 1 1,0 0-1,-1 1 1,1 0-1,-1 1 1,0 0-1,-1 1 1,0 0-1,0 1 1,0 0-1,-1 1 1,-1 0-1,1 1 1,-1-1-1,13 22 1,-9-13 0,-2 1-1,-1 0 1,0 1-1,-1 0 1,-2 1-1,0 0 1,-1 0-1,-1 0 1,3 25-1,-1 26 44,-2 101 0,-5-156 22,-5 170 193,2-156-114,-1 0 0,-2 0-1,-16 54 1,9-47-24,9-22-9,-2 1-1,0-1 1,0 0 0,-2-1 0,0 1-1,-13 18 1,0-17 530,20-17-557,1 0 0,0 1-1,-1-1 1,1 0 0,-1 0 0,1 1 0,0-1 0,-1 0 0,1 0 0,-1 1-1,1-1 1,-1 0 0,1 0 0,-1 0 0,1 0 0,-1 0 0,1 0 0,-1 0-1,1 0 1,-1 0 0,1 0 0,0 0 0,-1 0 0,1 0 0,-1 0-1,1 0 1,-1 0 0,1-1 0,-1 1 0,1 0 0,-1 0 0,1-1 0,0 1-1,-1 0 1,1-1 0,-1 1 0,1 0 0,0-1 0,0 1 0,-1 0 0,1-1-1,0 1 1,-1-1 0,1 1 0,0 0 0,0-1 0,0 1 0,0-1-1,-1 1 1,1-1 0,0 0 0,-2-27-470,2 0-1,2-29 1,-1 53 322,-1 0 0,1 0 0,0 0 0,0 0 0,0 0 0,1 0 0,-1 0 0,1 0 0,0 1 0,4-7 0,-5 9 44,0 0 0,0 0 0,0-1 1,0 1-1,0 0 0,1 0 0,-1 0 0,0 0 0,0 0 1,1 0-1,-1 1 0,1-1 0,-1 0 0,1 1 0,-1-1 1,1 1-1,-1-1 0,1 1 0,-1 0 0,1 0 0,-1 0 1,1 0-1,0 0 0,-1 0 0,1 0 0,-1 0 0,1 1 1,0-1-1,-1 0 0,2 2 0,-2-2 50,0 1 0,0-1 0,0 1 0,0-1 0,0 1 0,-1 0 0,1 0 0,0-1 0,0 1 0,-1 0 0,1 0-1,-1 0 1,1 0 0,-1 0 0,1 0 0,-1 0 0,1 1 0,5 16 50,-2 0 0,0 1-1,2 27 1,5 23 180,-4-33-106,7 28 197,26 78 0,-34-124-203,1-1 1,0 0 0,1 0 0,1-1 0,1 0-1,1-1 1,0 0 0,0-1 0,19 17 0,-26-26-80,1-2-1,0 1 1,0 0 0,1-1 0,-1 0 0,1 0 0,0-1 0,-1 0 0,1 0-1,0 0 1,0-1 0,1 1 0,-1-1 0,0-1 0,0 1 0,0-1 0,1 0-1,-1-1 1,8-1 0,-5 0-10,-1 0 1,1-1-1,-1 0 0,0 0 1,0-1-1,0 0 0,-1 0 0,1-1 1,-1 0-1,0 0 0,-1-1 0,1 0 1,6-7-1,-1-2-164,0-1 0,0 0 0,-1 0 0,-2-2-1,1 1 1,-2-1 0,0 0 0,9-38 0,-10 24-99,-1 1-1,-2-1 1,-2 0-1,-2-58 1,0 84 403,-1 0 1,1 1-1,-1-1 0,-1 0 1,1 0-1,-1 1 0,0-1 1,-1 1-1,1-1 0,-1 1 0,0 0 1,0 0-1,0 0 0,-1 1 1,0-1-1,0 1 0,0 0 1,0 0-1,-1 0 0,0 0 0,0 1 1,0 0-1,0 0 0,0 0 1,0 1-1,-1 0 0,1 0 1,-1 0-1,0 0 0,1 1 1,-1 0-1,0 0 0,-6 1 0,8-1-92,1 1-1,-1-1 0,0 1 0,1 0 1,-1 1-1,1-1 0,-1 1 0,0-1 0,1 1 1,-1 0-1,1 0 0,0 1 0,-1-1 1,1 1-1,0-1 0,0 1 0,0 0 1,0 1-1,0-1 0,0 0 0,1 1 0,-1-1 1,1 1-1,-1 0 0,1 0 0,0 0 1,0 0-1,1 0 0,-1 0 0,0 1 0,1-1 1,-1 5-1,-3 10-86,2-1-1,0 1 1,1 0 0,1-1-1,1 23 1,0-31 91,0 19-70,0-2-16,5 52 0,-4-69 29,1-1 1,0 1-1,1 0 1,0-1-1,0 1 1,1-1-1,0 0 0,1 0 1,8 11-1,-4-8-33,1 0-1,0-1 1,1 0-1,0 0 1,0-1-1,1-1 1,19 11-1,-8-8-416,0 0 0,1-2 0,34 10 0,20-4-2227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3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1 2937,'0'0'11886,"-48"48"-11299,-154 166-504,190-199-81,1 0 0,0 0 0,1 1 0,1 0 0,0 1 1,1 0-1,-9 29 0,-1 16 47,3 0 0,3 1 1,-8 102-1,13 197 130,7-266-167,0-26 1,4 0 0,2-1 0,3 0 1,3-1-1,23 72 0,-13-74 31,45 101 0,-57-147-132,1 0-1,0-1 0,1 0 0,1-1 0,1 0 0,1-1 0,0-1 0,1-1 0,18 15 1,-29-27-91,1 1 0,-1-1 0,0 0 0,1 0 1,0 0-1,-1-1 0,1 0 0,0 0 0,1-1 0,-1 1 1,8 0-1,-10-2-38,-1 0 0,1-1-1,-1 1 1,1-1 0,-1 1 0,0-1 0,1 0 0,-1 0 0,0-1 0,0 1-1,0-1 1,0 1 0,0-1 0,0 0 0,0 0 0,0 0 0,-1-1 0,1 1-1,-1 0 1,3-5 0,25-35-4285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3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0 166 5401,'0'0'8497,"32"-26"-8559,107-81-20,-131 103 76,-1-1 0,0 1 0,1 1 1,0 0-1,0 0 0,0 0 1,0 1-1,1 0 0,-1 1 1,0 0-1,1 0 0,-1 1 0,1 0 1,11 1-1,6 0-43,-18-1 27,-1 0 1,0 0 0,0 1-1,0 0 1,0 0-1,0 1 1,11 3-1,-15-3 11,-1-1-1,1 1 1,-1 0 0,1-1-1,-1 1 1,1 1-1,-1-1 1,0 0 0,0 0-1,0 1 1,0-1-1,-1 1 1,1 0-1,-1-1 1,1 1 0,-1 0-1,0 0 1,0 0-1,1 5 1,2 9 19,-1 1 0,-1-1 0,-1 0 1,0 1-1,-1-1 0,-1 0 0,-1 1 0,-5 24 1,0-15 99,-1 0 0,-1-1 0,-1-1 0,-21 39 1,-6 1 212,17-34-154,3 0 0,0 1 1,2 1-1,-18 60 0,32-90-172,0 1-1,0 0 0,0-1 1,1 1-1,0 0 1,0 0-1,0-1 0,0 1 1,1 0-1,-1-1 1,2 6-1,-1-7 2,0 0 1,0 0-1,0-1 1,0 1-1,1 0 0,-1-1 1,0 0-1,1 1 1,-1-1-1,1 0 0,-1 1 1,1-1-1,-1 0 0,1 0 1,0 0-1,0 0 1,0-1-1,-1 1 0,1-1 1,0 1-1,3 0 1,31 4-217,-1-2 1,1-1-1,42-4 1,-72 2-83,1 0 0,-1-1 0,1 1 0,-1-2 0,10-2 0,-10 1-399,0 0 0,0 0 0,-1 0 0,10-9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4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6545,'0'0'6770,"326"0"-6770,-208-4-1224,-23-4-1985,-18 0-5457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4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1155 392,'0'0'11899,"0"230"-10475,0-158-608,0 3-448,0-7-208,0-9-160,0-11-288,0-20-800,0-17-1473</inkml:trace>
  <inkml:trace contextRef="#ctx0" brushRef="#br0" timeOffset="1">268 0 3441,'0'0'7385,"130"306"-5584,-77-148-673,-17 17-256,-12 4-240,-24 3-304,0-7-200,-12-8-96,-36-25-32,7-18-384,-1-29-576,-5-40-408,11-23-1073,7-28-3416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4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3169,'0'0'7713,"337"4"-7713,-260-4-216,-17 0-4825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5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7586,'0'0'4929,"403"-52"-5305,-308 36-2649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5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120 127 2561,'0'0'7258,"-18"38"-5792,18-38-1466,-76 166 1144,71-152-1017,1 1 0,0 1-1,1-1 1,0 0 0,2 1-1,0-1 1,0 1 0,3 24-1,0 1 84,-3-31-179,2-1 0,-1 0 0,1 0 0,0 0 0,1 0 0,0 0-1,1 0 1,0 0 0,0-1 0,1 1 0,0-1 0,0 0 0,1 0 0,0 0 0,0-1 0,1 0 0,0 0 0,0 0 0,1-1 0,0 0-1,0 0 1,0 0 0,1-1 0,0 0 0,13 5 0,-8-4 3,0-1 0,0 0 0,0-1 0,1-1 0,-1 0 0,24 2 0,-26-4-11,0-1 0,-1 0 0,1 0-1,0-1 1,-1-1 0,1 0 0,-1 0 0,0-1 0,13-5 0,-13 3-4,-1-1-1,1-1 1,-1 0 0,-1 0 0,0 0-1,0-1 1,0-1 0,-1 1 0,0-1-1,-1 0 1,10-18 0,-5 6-30,0-2 1,-1 0-1,-2 0 1,9-34-1,-10 23-138,-2-1 1,-2 1-1,-1-1 1,-4-50-1,1 74 133,0 0 0,0 0 0,-1 0 0,0 1 0,-1-1-1,-1 1 1,1-1 0,-2 1 0,1 0 0,-1 1 0,-1-1 0,0 1 0,0 0 0,-1 0-1,0 1 1,0 0 0,-1 0 0,0 1 0,-1 0 0,1 0 0,-1 1 0,-1 0 0,1 1-1,-14-6 1,5 3 93,0 0-1,-1 1 0,1 1 1,-1 1-1,-32-4 0,43 7-58,0 1-1,0 1 0,-1-1 1,1 2-1,0-1 0,0 1 1,-1 0-1,1 0 1,0 1-1,0 1 0,0-1 1,0 1-1,1 0 1,-1 1-1,1 0 0,-8 5 1,5 0-25,1 0 0,1 1-1,0 0 1,0 0 0,1 1 0,0 0 0,1 0 0,0 1-1,1-1 1,0 1 0,1 0 0,1 1 0,0-1 0,-2 14-1,0 10 5,1 0-1,3 0 1,4 66-1,-3-95 7,1 1 0,0-1 0,1 1-1,0-1 1,0 0 0,0 0 0,1 0-1,0 0 1,0 0 0,1 0-1,0-1 1,0 0 0,1 0 0,-1 0-1,1 0 1,1 0 0,-1-1 0,8 5-1,-3-3-3,0-1 1,0-1-1,0 0 0,1 0 0,0-1 0,0 0 0,0-1 0,1 0 0,-1-1 1,1 0-1,12 0 0,-4 0-105,0-1 0,0-1 0,0-1 0,0-1-1,0-1 1,-1-1 0,1 0 0,-1-1 0,0-1 0,0-1 0,-1-1 0,34-19 0,126-94-6179,-115 78 1896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5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1 288,'0'0'1240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6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3689,'0'0'8009,"0"202"-7200,0-130 15,0-1-88,12 1-176,6-9-304,11-11-160,1-9-96,17-15-312,24-28-1112,0 0-1649,-5-8-5385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7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3001,'0'0'7701,"42"-32"-7186,131-103-524,-156 122-142,0-1-1,-2-1 1,22-25 0,-32 32 59,0-1 0,0 0 0,0 0 1,-1 0-1,3-12 0,-2 8 78,-5 13 12,0 0 1,0 0-1,0 0 0,0 0 1,0-1-1,0 1 0,1 0 0,-1 0 1,0 0-1,0 0 0,0 0 1,0 0-1,0 0 0,1-1 0,-1 1 1,0 0-1,0 0 0,0 0 0,0 0 1,0 0-1,1 0 0,-1 0 1,0 0-1,0 0 0,0 0 0,1 0 1,-1 0-1,0 0 0,0 0 1,0 0-1,0 0 0,1 0 0,-1 0 1,0 0-1,0 0 0,0 0 1,0 0-1,1 0 0,-1 0 0,0 0 1,0 1-1,0-1 0,0 0 1,0 0-1,1 0 0,-1 0 0,0 0 1,0 0-1,0 1 0,0-1 0,0 0 1,0 0-1,0 0 0,0 0 1,0 0-1,1 1 0,-1-1-7,7 11-84,0 0-1,-1 0 0,0 1 0,-1 0 0,0 0 1,4 16-1,-3-10 56,5 18-40,-1 1 1,-2 0 0,6 69-1,-8 117-669,-6-211 706,0-11 24,0 1-1,-1-1 1,1 0-1,0 1 1,0-1-1,0 1 1,-1-1-1,1 0 1,-1 1-1,1-1 1,-1 0-1,0 1 1,1-1-1,-1 0 1,0 0-1,0 0 1,0 1-1,0-1 1,0 0-1,0 0 1,0 0-1,0-1 1,0 1 0,0 0-1,-1 0 1,1-1-1,0 1 1,-1 0-1,1-1 1,0 0-1,-1 1 1,-2 0-1,-5 0 0,0 0-1,0-1 0,0 0 1,-13-2-1,-3 1 102,-44 1 4680,345 12-4722,-48-12-2374,-136 0-1961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8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1204 5337,'0'0'6024,"28"-35"-5557,88-117-394,-106 137-99,0-1-1,-1 0 0,-1 0 0,-1 0 1,0-1-1,-1 0 0,6-29 1,-8 17-62,-2 0 1,-1-55 0,-2 39 99,1 38 20,0-1-1,-1 1 1,0 0-1,-1 0 0,1 0 1,-1 1-1,-1-1 1,1 0-1,-8-12 0,9 17 16,0 0-1,0 1 1,0-1-1,-1 0 1,1 0-1,-1 1 1,1-1-1,-1 1 1,0-1-1,1 1 1,-1-1-1,0 1 1,0 0-1,0 0 1,0 0-1,0 0 0,0 1 1,-1-1-1,1 0 1,0 1-1,0 0 1,0-1-1,-1 1 1,1 0-1,0 0 1,0 0-1,-1 0 1,1 1-1,0-1 1,0 1-1,0-1 1,-1 1-1,1 0 1,0 0-1,-2 1 1,2-1-45,0 0-1,0 1 1,0-1 0,1 0 0,-1 1 0,1-1 0,-1 1 0,1 0 0,-1-1 0,1 1 0,0 0 0,0 0 0,0 0 0,0 0 0,-1 2 0,-8 35-163,8-27 127,-4 28-6,1 0 0,2 1 1,4 53-1,-1-38 36,0-56 4,0 38 0,1-1-1,11 71 1,-10-97 5,1 1 0,1-1 1,0 0-1,0 0 0,1-1 0,0 0 0,1 1 1,0-1-1,1-1 0,0 0 0,0 0 0,1 0 1,13 11-1,-14-15-8,1 0 0,-1-1 0,1 0 0,0 0 1,0 0-1,0-1 0,1-1 0,-1 1 0,1-1 0,0-1 1,-1 1-1,1-2 0,0 1 0,0-1 0,0 0 0,-1-1 1,1 0-1,0-1 0,-1 0 0,1 0 0,-1-1 0,1 1 1,10-7-1,-9 2-8,0 1 1,0-2-1,-1 1 0,0-2 1,0 1-1,-1-1 1,9-12-1,2-5-46,26-49 0,-21 25-66,-2 0-1,-3-2 0,-1 0 1,-3-1-1,-3-1 1,-2 0-1,-2 0 0,2-108 1,-9 106 120,-3-250 402,1 291-229,-1-1-1,0 1 1,-1 0 0,0 1-1,-1-1 1,-1 1 0,0-1-1,-9-14 1,10 24 288,2 8-394,1 9-308,1-11 242,4 48-310,1 0-1,24 91 1,-7-38 293,33 310 422,-5-32 282,-48-367-705,-2-11-15,0 0 0,0-1-1,0 1 1,0 0-1,0-1 1,1 1 0,-1 0-1,1 0 1,-1-1-1,1 1 1,-1-1 0,1 1-1,0-1 1,0 1-1,0-1 1,2 3 0,-2-8-431,-1-30 408,1-24-318,-2 1 1,-3 0-1,-16-81 1,16 114 384,0 0 1,2-1 0,0-37-1,3 58-8,-1 0-1,0-1 0,1 1 0,0 0 0,0 0 0,0 0 0,0 0 1,1 0-1,-1 0 0,1 0 0,0 0 0,1 0 0,-1 1 1,0-1-1,6-5 0,-2 4-11,1-1 1,-1 1-1,1 0 1,0 0-1,0 1 0,1 0 1,11-5-1,8-1-351,1 2-1,0 1 1,42-6 0,-67 13 270,77-11-2487,-8 9-1972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9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1036 4945,'0'0'4173,"0"37"-2433,3 123-341,-3-150-1313,0 1-1,1-1 0,1 0 0,-1 0 0,2 1 1,0-1-1,0-1 0,0 1 0,1 0 1,1-1-1,0 0 0,0 0 0,0 0 1,1-1-1,1 0 0,-1 0 0,2 0 0,-1-1 1,1 0-1,0 0 0,12 7 0,-11-8-20,0 0 1,0 0-1,0-2 0,1 1 0,0-1 0,-1 0 0,1-1 0,1 0 0,-1-1 0,16 2 0,-18-4-29,0 1-1,0-1 0,-1-1 0,1 0 0,0 0 0,0 0 1,0-1-1,-1 0 0,1 0 0,-1-1 0,0 0 1,0-1-1,0 1 0,0-1 0,8-7 0,3-4 43,-1-1 0,-1-1 0,0-1 0,-2 0 0,0-1 0,14-24 0,-5 1-70,-1 0 1,18-53 0,-28 59-124,-2 0 0,-1-1-1,7-62 1,-6-115-76,-10 193 195,0 1 0,-2-1-1,0 0 1,-1 1-1,-1 0 1,-1 0 0,-1 0-1,-1 0 1,0 1 0,-12-21-1,-214-317 133,203 315-137,21 30-11,7 10 0,-1-1 0,1 0 0,0 0 0,0 0-1,0 0 1,0 0 0,1 0 0,-1-1 0,1 1 0,0 0 0,0-1 0,-1-5 0,13 8-2757,19 3-246,0 8-2129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29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9 402 184,'0'0'8903,"-2"-35"-6794,-4-115-636,6 143-1393,0 0 0,0 0-1,1 0 1,-1 0-1,2 0 1,-1 0 0,1 0-1,0 0 1,0 0-1,4-6 1,-3 8-49,1 1 0,-1-1 0,1 1 0,0 0-1,0 0 1,1 1 0,-1-1 0,8-3 0,-5 2-18,9-6-6,2 1 0,0 1-1,0 0 1,0 1 0,1 1-1,0 1 1,25-5 0,-6 4-50,1 2-1,70 0 1,-94 5 19,-1 0 0,1 1 0,0 0 1,-1 1-1,1 1 0,-1 0 0,0 1 0,0 1 0,0 0 0,0 1 0,-1 0 0,0 1 0,0 0 0,-1 1 0,0 1 0,0 0 0,-1 1 0,15 15 1,-13-8-16,0 0 1,-1 1 0,-1 0 0,-1 1 0,0 0 0,-1 0 0,-2 1 0,0 0 0,-1 1 0,0 0 0,3 31 0,-2 21-8,-3-1 0,-6 75 0,1-110 59,-2 3 26,-2-1 0,-1 0 0,-2 0 0,-2-1 0,-2 0 0,-1-1 0,-1 0 0,-25 43 0,33-68-13,3-6-1,1 0 0,-1 0 0,0 0 0,-1 0-1,0-1 1,0 0 0,0 1 0,0-1 0,-8 6 0,12-12 33,-1 1 0,1 0 0,-1-1 0,1 1 0,-1-1 0,1 1 0,0-1 0,-1 1 0,1-1 0,0 1 0,-1-1 0,1 0 0,0 1 0,0-1 0,0 1 0,-1-1 0,1 0 0,0 1 0,0-1 0,0 1 0,0-1 0,0 0 0,0 1 0,0-1 0,0 1 0,0-1 0,1-1 0,-2-26-208,1 25 157,1-7-271,-1 1 0,2-1-1,-1 1 1,1-1 0,1 1 0,0-1-1,0 1 1,6-11 0,-8 18 200,0 0 0,0 0 1,0-1-1,0 1 0,1 0 1,-1 0-1,1 0 0,-1 0 0,1 0 1,0 1-1,0-1 0,0 0 0,0 1 1,0 0-1,0-1 0,0 1 0,0 0 1,1 0-1,-1 0 0,0 0 1,1 0-1,-1 1 0,1-1 0,-1 1 1,1 0-1,-1 0 0,1-1 0,-1 2 1,1-1-1,-1 0 0,1 0 1,-1 1-1,1-1 0,-1 1 0,0 0 1,1 0-1,-1 0 0,3 1 0,-2 0 24,0 0 0,0 1 0,0-1 0,-1 1-1,1-1 1,0 1 0,-1 0 0,0 0-1,0 0 1,0 0 0,3 6 0,17 45-27,-12-29 72,33 92 301,25 57 818,-59-155-949,1-1 1,1 0 0,1-1-1,0 0 1,2 0 0,27 26 0,-33-37-147,-1 0 0,1-1 0,0 0 1,0-1-1,0 1 0,1-2 0,-1 1 1,1-1-1,0-1 0,0 1 0,0-1 1,1-1-1,-1 0 0,0 0 0,0-1 1,13-1-1,-14 0-6,0 0 0,-1-1 1,1 0-1,-1 0 0,0-1 0,0 1 1,0-2-1,0 1 0,0-1 0,-1 0 1,1 0-1,-1-1 0,0 0 0,0 0 0,-1 0 1,0-1-1,0 0 0,0 0 0,7-11 1,-1-2-159,0 1 1,-2-2 0,0 1 0,-1-1 0,0 0-1,4-24 1,-6 11-122,0 0-1,-3 0 1,0 0-1,-2-1 1,-7-64-1,5 93 271,0 1-1,1-1 1,-2 1-1,1 0 1,0-1-1,-1 1 0,0 0 1,0 0-1,0 0 1,0 0-1,-1 0 1,-5-6-1,6 8 53,0 1 0,-1-1 0,1 0 0,-1 0 0,1 1 0,-1 0 0,1-1 0,-1 1 0,0 0 0,0 0-1,0 1 1,0-1 0,1 0 0,-1 1 0,0 0 0,0 0 0,0 0 0,0 0 0,-4 1 0,4-1-30,1 0 0,0 1 0,0-1 0,0 1 0,-1 0 0,1 0 0,0 0 0,0 0 0,0 0 0,0 0 1,0 0-1,1 1 0,-1-1 0,0 1 0,1-1 0,-1 1 0,1 0 0,-3 2 0,1 3-19,-1-1 1,1 1-1,0 0 0,-2 8 0,3-11-3,-3 14-7,0 1-1,2 0 0,0-1 0,-1 27 1,5 78-4,0-104 1,-1-10-2,1-1 0,0 1 0,0-1 0,1 0 0,0 1 0,1-1 0,0 0 0,0 0 0,1-1 0,0 1 0,0-1 0,1 1 0,0-2 0,0 1 1,8 9-1,0-5-222,0 0 0,0-1 0,0 0 0,1-1 0,1-1 0,0 0 0,15 6 0,-9-7-1146,-1 0-1,22 4 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31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1 5521,'0'0'9970,"-51"21"-9664,-7 3-309,-92 54 0,143-74 3,0 1-1,1 0 0,0 0 1,0 0-1,0 1 0,1 0 1,-1 0-1,1 0 0,1 1 1,-1-1-1,1 1 0,1 1 1,-1-1-1,1 0 0,-4 15 1,-18 63 99,4 1 0,3 1 0,-8 122 0,18-57 225,13 174-1,-2-285-298,2 1 0,2-1 0,1-1 0,14 42 0,-13-56-123,2 0-1,0 0 1,1-1 0,2-1-1,0 0 1,34 41 0,-43-59-31,0-1-1,1 0 1,0 0 0,-1 0 0,2 0 0,-1-1-1,0 0 1,1-1 0,0 1 0,0-1 0,0-1-1,13 4 1,-9-4-445,0 0-1,1-1 1,-1-1 0,0 1-1,1-2 1,-1 0 0,21-4-1,-22 3-785,1-2-1,0 0 0,11-5 1,-21 9 1313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31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4889,'0'0'7999,"31"-10"-7762,107-27-241,-127 34-12,0 0 0,1 1-1,0 0 1,-1 1 0,1 1-1,0-1 1,-1 2 0,1 0-1,0 0 1,13 4-1,-21-4 8,-1 1-1,1-1 1,-1 1-1,1 0 1,-1 0-1,0 1 0,0-1 1,1 1-1,-2-1 1,1 1-1,0 0 1,-1 0-1,1 0 0,-1 0 1,0 1-1,0-1 1,0 1-1,0-1 1,-1 1-1,1 0 1,-1 0-1,0-1 0,0 1 1,0 8-1,1 7 64,-1 0-1,0 0 0,-5 34 1,4-48-35,-2 9 63,0 0 1,-1 0 0,-1 0-1,0 0 1,-1-1-1,-1 0 1,0 0 0,-8 13-1,-11 15 312,-34 39 0,15-21-57,43-58-331,-26 37 190,-32 60-1,53-85-190,-1 0 0,2 1 0,0 0-1,1 0 1,0 0 0,1 1 0,1-1-1,-1 27 1,2-22 0,1-13-10,0 0 0,0 0-1,0-1 1,0 1 0,1 0 0,2 6 0,-3-10-2,1-1 0,0 1 1,0-1-1,-1 1 0,1-1 1,0 1-1,0-1 0,1 0 0,-1 0 1,0 1-1,0-1 0,1 0 1,-1 0-1,0 0 0,1 0 1,-1 0-1,1-1 0,-1 1 1,1 0-1,0-1 0,-1 1 1,1-1-1,0 1 0,2-1 1,13 3-54,1-1 1,-1-1 0,0-1-1,1 0 1,20-3 0,-27 1-214,-1 0 0,1-1 0,-1 0 0,0 0 0,0-1 0,0-1 1,0 0-1,-1 0 0,14-10 0,15-19-3309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32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4609,'0'0'9170,"349"-48"-9602,-230 32-1761,-18 8-3240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32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1016,'0'0'10033,"34"-2"-10158,114-6-82,-135 8 168,0 0-1,0 0 1,21 5 0,-29-5 19,-1 1 0,0 1 0,1-1 1,-1 1-1,0 0 0,0-1 0,0 2 0,0-1 1,4 4-1,-5-3 15,1 1 0,-2 0 0,1 0 0,0 0 0,-1 0 0,1 0 0,-1 0 0,-1 1 0,1-1 0,0 1-1,-1-1 1,0 1 0,0-1 0,0 1 0,-1 0 0,0 0 0,0-1 0,0 8 0,0-1 133,0 0 0,-1 0 0,0-1 0,-1 1 0,0 0 0,0-1 0,-1 1 0,-1-1 0,0 0 0,0 0 0,-1 0 1,0-1-1,-1 1 0,0-1 0,-10 11 0,-42 47 902,39-47-707,1 1 0,1 0 0,0 1 0,2 1 0,-16 32 0,30-54-319,1-1 0,-1 1 0,1-1 0,0 1 0,0 0 0,-1-1-1,1 1 1,0 0 0,0-1 0,0 1 0,0 0 0,0-1 0,0 1 0,0 0 0,0-1-1,0 1 1,0 0 0,0-1 0,0 1 0,0 0 0,0-1 0,1 1 0,-1 0-1,0-1 1,1 1 0,-1-1 0,0 1 0,1 0 0,-1-1 0,1 1 0,0 0 0,1 0-3,-1 0 0,1 0 0,0-1 0,0 1 0,0-1 0,0 1 1,-1-1-1,1 1 0,0-1 0,0 0 0,3 0 0,9-1-18,1 0 0,19-5-1,-30 6 22,21-7-303,0 0-1,-1-2 1,39-19 0,-44 19-129,58-29-3334,-14-1-4104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32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4745,'0'0'6513,"249"238"-4792,-143-107-425,-5 52-264,-42 47-152,-59 44-79,0-16-273,-53-52-224,-6-63-168,5-48-136,7 0-432,-18 8-905,5-11-951,19-41-3089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33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2681,'0'0'13698,"124"0"-13842,-23 0 136,12 0-144,29-20-952,-24 8-1752,-29-4-2938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33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1840,'0'0'10299,"391"36"-10299,-207-36-48,-30 0-1265,-18 0-3248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35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0 5721,'0'0'6198,"-26"37"-5949,26-37-249,-103 161 264,97-149-224,0 0 0,2 0 0,-1 1 0,2-1 0,-1 1 0,2 0 0,0 0 0,0 0 0,1 0 0,1 0 0,2 26 0,0 1 72,-2-19-41,1 0-1,1 0 0,1 0 1,0 0-1,2 0 1,0-1-1,14 34 1,-15-45-57,1 0 1,0 0-1,0-1 1,1 1-1,0-1 1,0 0-1,1-1 1,0 0-1,0 0 1,1 0-1,0-1 1,0 0-1,0 0 1,1-1-1,0 0 0,0-1 1,0 0-1,11 3 1,-11-4-21,0 0 0,0-1 0,1-1 0,-1 0 0,1 0 0,-1-1 0,16-1 0,-19 1 1,0-2 0,0 1 0,-1-1 0,1 1 0,0-2 0,-1 1 0,0 0 0,1-1 0,-1 0 0,0-1 0,0 1 0,-1-1 1,8-6-1,-1-3-24,0-1-1,-1 0 1,0 0 0,-1-1 0,-1 0 0,0 0 0,-1-1 0,-1 0 0,0-1 0,-1 1 0,5-32 0,-4 4-91,-2 0 1,-2-1-1,-5-66 1,2 99 143,-1 0-1,0 0 1,-1 0 0,0 0 0,-1 0 0,0 1 0,-1 0-1,-1 0 1,1 0 0,-2 0 0,1 1 0,-2 0 0,1 0-1,-1 1 1,-1 0 0,0 0 0,0 1 0,0 0 0,-1 1-1,0 0 1,-1 0 0,-20-8 0,26 12 20,0 1 1,0 0-1,-1 0 1,1 0-1,-1 0 1,0 1-1,1 0 1,-1 1-1,0-1 1,0 1-1,1 0 1,-1 0-1,0 1 1,0 0-1,1 0 1,-1 0-1,1 1 1,-1-1-1,1 1 1,-1 1-1,1-1 1,0 1-1,0 0 1,0 0-1,1 0 1,-1 1-1,1 0 1,0 0-1,0 0 1,0 0-1,0 0 1,1 1-1,-1 0 1,1 0-1,-4 10 1,-9 17-53,2 1 1,1 1 0,2 0 0,1 1 0,2 0-1,1 0 1,2 1 0,1-1 0,2 55 0,1-51-7,0-21 20,0 1 1,2-1 0,0 0-1,1-1 1,7 30-1,-8-42-17,1-1 0,0 1 0,0-1 0,1 1 0,-1-1-1,1 0 1,0 0 0,0 0 0,0 0 0,1-1 0,-1 1 0,1-1-1,0 0 1,0 0 0,0 0 0,0 0 0,1-1 0,-1 0 0,1 0-1,-1 0 1,1 0 0,0-1 0,-1 0 0,1 0 0,6 1-1,0-1-35,0 0-1,0 0 0,0-1 0,0 0 1,0-1-1,0 0 0,0-1 0,0 0 1,0-1-1,-1 0 0,16-7 0,-13 4-58,0-2 0,0 1 0,0-2 1,-1 0-1,-1 0 0,1-1 0,16-19 0,-10 6-160,-1 1 1,-1-2 0,-1 0 0,-1-1 0,-2-1 0,0 0-1,-2-1 1,11-41 0,-14 35 241,-3 1-1,0-1 1,-3-63 0,-1 69 586,0 23 300,0 10-370,0 373-328,0-360-142,1 1 0,4 27-1,-4-40-25,1 0 0,0 0 0,0 0 0,1 0 0,0-1 0,0 1-1,1-1 1,-1 0 0,10 11 0,-5-8-262,0-1 0,1 0 0,0-1-1,1 0 1,0 0 0,0-1 0,0 0 0,1-1 0,-1 0-1,1 0 1,13 2 0,41 4-4895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35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5113,'0'0'5675,"48"3"-8299,149 17 1839,-190-19 758,-1 0 0,1 0 1,-1 1-1,0 0 0,0 0 0,1 0 0,-1 1 1,-1 0-1,1 0 0,0 1 0,-1-1 0,8 7 1,-10-6 21,0 0 1,0 0-1,-1 1 1,1-1-1,-1 0 1,0 1-1,0 0 1,0 0-1,2 8 1,-3-9 7,3 12 233,-1 0-1,-1 1 0,0-1 0,-1 1 0,-1-1 1,0 1-1,-1 0 0,-1-1 0,-1 0 0,0 1 1,-1-1-1,-1 0 0,0-1 0,-1 1 0,-1-1 0,-15 26 1,-73 96 1605,-37 61 461,131-196-2271,-3 3 45,1 1-1,0-1 0,1 0 1,-1 1-1,1-1 0,0 1 1,0 0-1,1 0 0,-2 11 0,3-16-63,2 2 41,6-3-21,-4 0-26,28 1 6,1-2 0,-1-1 0,0-2 0,52-13 0,142-54-2440,-139 38-2044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38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49 727 2473,'0'0'12083,"-8"-9"-11292,-23-25-331,31 34-456,0 0 0,0 0 0,-1-1 0,1 1 0,0 0 0,0 0 0,0 0 0,0 0 0,0 0 0,0-1 0,0 1 0,0 0 0,0 0 0,-1 0 0,1 0 0,0 0 0,0 0 0,0 0 0,0-1 0,0 1 0,-1 0 0,1 0 0,0 0-1,0 0 1,0 0 0,0 0 0,-1 0 0,1 0 0,0 0 0,0 0 0,0 0 0,0 0 0,-1 0 0,1 0 0,0 0 0,0 0 0,0 0 0,0 0 0,0 0 0,-1 0 0,1 0 0,0 0 0,0 1 0,0-1 0,0 0 0,0 0 0,-1 0 0,1 0 0,0 0 0,0 0-1,0 0 1,0 1 0,0-1 0,0 0 0,0 0 0,-1 0 0,1 0 0,0 0 0,0 1 0,0-1 0,0 0 0,0 0 0,0 0 0,0 0 0,0 1 0,0-1 0,0 0 0,0 0 0,0 15-50,0-12 58,-1 66-87,4 95 99,-2-146-19,2 0-1,0 0 1,1 0-1,1-1 1,1 0-1,14 32 0,-8-28-5,0-1 0,1 0 0,1 0-1,1-2 1,1 0 0,25 22-1,-29-29-13,1-1-1,1 0 0,-1-1 0,2-1 0,-1 0 1,1-1-1,0 0 0,1-1 0,0-1 0,19 4 1,-10-5-43,0-1 0,0-1 0,40-1 0,-53-2 27,1 0 1,-1-1-1,0 0 1,0-1-1,0 0 0,-1-1 1,1 0-1,-1-1 1,18-10-1,-16 6 8,-1 0-1,1-1 1,-2-1-1,0 0 1,0 0-1,-1-1 0,0 0 1,-1-1-1,8-15 1,-5 6-49,-2 0 0,0-1 0,-2 0 1,0 0-1,4-30 0,-2-9-201,-4-1 0,-2 0-1,-6-104 1,0 145 253,-1-1-1,0 1 1,-2 0 0,0 0-1,-2 1 1,0 0 0,-2 0-1,-11-21 1,1 8 66,-2 2 0,-1 0-1,-49-54 1,-27-11 336,-27-32 575,121 124-1067,2 3 15,1 0 0,-1 1 0,1-1 0,-1 0 0,1 1-1,0-1 1,0 0 0,0 0 0,0 0 0,0 0 0,1 0 0,-1 0 0,0-3 0,8 5-2449,27 2-787,2 8-1015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39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41 581 3913,'0'0'11148,"-10"-43"-10767,-1-5-334,-8-91 1,18 131-47,2 1-1,-1-1 1,1 1 0,0 0 0,1-1 0,-1 1 0,2 0 0,-1 0-1,1 0 1,0 0 0,0 1 0,5-8 0,0 3-2,1 0 1,0 1 0,1 0-1,13-11 1,-8 8 0,8-7-66,1 2 0,1 0-1,0 2 1,1 1 0,0 0 0,2 3-1,-1 0 1,2 1 0,-1 2 0,1 1-1,1 1 1,-1 2 0,1 1 0,0 1-1,0 1 1,0 2 0,49 6 0,-69-5-12,-1 1 1,1 0-1,0 1 1,0 0-1,-1 1 1,1-1 0,-1 2-1,0-1 1,-1 2-1,1-1 1,13 12-1,-11-7 3,-2 0 0,0 0 0,0 1 0,-1 0 0,0 1 0,-1-1 0,11 24-1,-6-4 26,-2 1-1,-1-1 0,-1 2 0,-2-1 1,-1 1-1,1 48 0,-4 210 51,-2-251 26,-1 1-1,-2-1 1,-2 1-1,-2-1 1,-2-1 0,-1 1-1,-2-1 1,-2-1-1,-19 38 1,19-58 424,14-18-400,0 0-1,-1 0 1,1 1-1,0-1 1,-1 0-1,1 0 1,-1 1-1,1-1 1,0 0-1,-1 0 1,1 0-1,0 0 0,-1 0 1,1 0-1,-1 1 1,1-1-1,0 0 1,-1 0-1,1 0 1,-1 0-1,1 0 1,-1-1-1,1 1 1,0 0-1,-1 0 1,1 0-1,-1 0 1,1 0-1,0 0 1,-1-1-1,1 1 0,0 0 1,-1 0-1,1-1 1,0 1-1,-1 0 1,1-1-1,0 1 1,0 0-1,-1 0 1,1-1-1,0 1 1,0-1-1,0 1 1,-1 0-1,1-1 1,0 1-1,0 0 1,0-1-1,0 1 1,0-1-1,0 1 0,0-1 1,0 0-1,-4-18-63,2 0-1,0 0 1,2 0-1,1-26 1,0 7-402,-1 37 380,1 0 1,-1-1-1,1 1 0,-1 0 0,1 0 0,0 0 0,0 0 0,-1 0 1,1 0-1,0 0 0,0 0 0,0 1 0,0-1 0,0 0 0,0 0 1,0 1-1,0-1 0,0 1 0,1-1 0,-1 1 0,0-1 0,0 1 0,0 0 1,1-1-1,-1 1 0,0 0 0,0 0 0,1 0 0,-1 0 0,0 0 1,3 1-1,47 2-1215,-44-1 1180,0 1 0,1-1-1,-1 1 1,0 1-1,-1-1 1,1 1-1,-1 0 1,0 1 0,0 0-1,0 0 1,0 0-1,-1 0 1,0 1-1,0 0 1,0 0 0,-1 1-1,4 6 1,10 18-17,-2 1 1,17 44-1,-29-66 80,19 50 5,38 87 210,-49-124-138,0-1-1,1 0 1,1 0-1,18 20 1,-25-35-68,0 0 0,1 0 0,0-1 0,0 0 0,0 0 1,1-1-1,-1 0 0,1-1 0,0 0 0,1 0 0,-1-1 0,1 0 0,-1-1 0,1 0 0,20 2 1,-22-4-23,0 0 0,0 0 0,0 0 0,0-1 0,0 0 0,0-1 0,0 0 0,0 0 1,0-1-1,-1 0 0,1 0 0,-1 0 0,0-1 0,0-1 0,0 1 0,0-1 0,-1 0 1,0 0-1,9-11 0,-6 6-64,-2-1 0,1-1 0,-1 1 0,-1-1 0,0 0 0,-1 0 0,-1-1 0,1 1 0,3-25 0,-4 6-27,-1 0 0,-1 0 0,-3-35 0,0 58 213,0-1 0,0 1 1,0 0-1,-1 0 0,0-1 0,-1 1 0,0 0 0,0 1 0,-1-1 0,0 1 0,0-1 1,0 1-1,-1 0 0,0 1 0,-1-1 0,1 1 0,-1 0 0,-1 1 0,1-1 1,-1 1-1,0 0 0,0 1 0,0 0 0,-1 0 0,1 0 0,-1 1 0,-9-2 0,15 4-49,0 0-1,-1 0 0,1 0 0,0 1 0,-1-1 0,1 1 0,0 0 1,-1 0-1,1 0 0,-1 0 0,1 0 0,-1 0 0,1 0 0,0 1 1,-1 0-1,1-1 0,0 1 0,-1 0 0,1 0 0,0 0 0,0 0 0,0 1 1,0-1-1,0 0 0,0 1 0,0 0 0,0-1 0,1 1 0,-1 0 1,1 0-1,-1 0 0,1 0 0,0 0 0,-2 4 0,-1 6-85,1-1-1,0 1 0,1 0 0,1 0 1,0-1-1,0 14 0,1-23 39,-1 22-44,1 99-75,1-109 95,1-1 1,0 1-1,1 0 0,0 0 0,2-1 1,9 24-1,-6-24-66,0 0 1,0 0-1,1-1 1,1 0-1,0-1 0,1 0 1,0 0-1,0-1 0,2-1 1,-1 0-1,1 0 0,19 9 1,-2-4-663,0-1-1,1-2 1,0-1 0,55 10 0,12-8-3372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0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1 5145,'0'0'6914,"-231"273"-5922,184-130-80,17 20-320,30 12-216,0 7 32,0-3-120,54-9-24,5-11-96,6-20-168,12-28 0,6-27-344,30-33-848,-24-23-1040,-12-28-2009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0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1 195 4825,'0'0'8689,"46"-32"-9070,154-95-112,-192 122 444,1 1-1,-1-1 1,1 1-1,0 1 1,0 0-1,1 0 1,-1 0-1,1 2 1,-1-1-1,1 1 1,0 0-1,-1 1 1,1 0-1,0 1 1,11 1-1,-3 1-70,-15-3 104,0 0 0,1 1 0,-1 0 0,0-1 0,0 1 1,1 1-1,-1-1 0,0 0 0,0 1 0,0-1 0,-1 1 0,1 0 0,0 0 0,0 0 1,-1 1-1,0-1 0,1 0 0,-1 1 0,0 0 0,0-1 0,0 1 0,-1 0 1,1 0-1,-1 0 0,1 0 0,-1 0 0,0 1 0,0-1 0,0 5 0,2 8 86,-2 1 0,0-1 0,-1 1 0,-3 29 0,2-27 70,-2 2 21,0-1 0,-1 1 0,-1-1 0,-13 35 0,-41 74 480,41-95-569,1 1 1,2 1-1,1 0 0,-10 48 0,18-41-60,1 1 0,2 57 0,3-99-9,0 0-1,1 0 1,-1-1-1,1 1 1,-1 0 0,1 0-1,0 0 1,0-1-1,-1 1 1,1 0-1,0-1 1,0 1-1,1-1 1,-1 1-1,0-1 1,0 0 0,1 0-1,-1 1 1,1-1-1,-1 0 1,1 0-1,0 0 1,-1 0-1,1-1 1,0 1-1,-1 0 1,1-1 0,0 1-1,0-1 1,0 0-1,3 1 1,10 1-10,-1-1 1,1 0-1,18-2 1,-14 0-12,-4 1-108,-1-1 1,0 0 0,0-2 0,0 1 0,0-2 0,-1 0 0,1 0 0,16-9-1,-10 3-1197,0-2-1,24-18 0,13-17-6512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1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6825,'0'0'6010,"326"-48"-6010,-184 40-128,-29 8-1697,-24 0-3720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1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6977,'0'0'5890,"0"242"-4850,0-143-448,18 5-288,-6-5-160,6-8-128,-12-15-16,6-17-712,-12-19-1296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1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1096,'0'0'10362,"-6"269"-9681,6-173-89,6-1 32,6-4-40,-6-7-288,6-17-296,-6-19-24,5-44-1088,1-4-1985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2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6345,'0'0'5722,"356"40"-5722,-208-40-360,-29 0-1577,-13 0-3904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2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1280,'0'0'8930,"48"-5"-8698,149-8-138,-191 13-89,1 0 1,-1 1 0,0-1 0,0 1-1,0 0 1,0 1 0,0-1 0,0 1 0,0 0-1,-1 1 1,1 0 0,5 3 0,-8-3 19,1 0 0,0 1 0,-1-1 0,0 1 0,0 0 0,0 0 0,-1 0 0,1 0 0,1 6 0,2 0 74,-2-1 24,0-1 0,-1 1 1,1 0-1,-2 0 0,1 0 0,-1 1 1,0 11-1,0 69 677,-3-50-587,0-13-76,-1-1 0,-1 1 0,-2-1 0,-1 0 0,-14 42 0,-63 124 460,33-80-403,46-104-191,-49 132 82,49-124-86,0 0 1,1 0-1,1 0 1,0 1-1,1-1 0,1 0 1,1 17-1,0-31-3,-1-1 0,1 1-1,-1-1 1,1 1 0,-1-1 0,1 1-1,0-1 1,0 1 0,0-1 0,-1 0-1,1 1 1,1-1 0,-1 0 0,0 0-1,0 0 1,0 0 0,1 0 0,-1 0-1,0 0 1,1 0 0,-1-1 0,1 1-1,-1 0 1,1-1 0,-1 1-1,1-1 1,-1 0 0,3 1 0,6 0-19,1 1 0,-1-2 0,15 0 0,-12 0-11,3-1-180,0 0 1,0-1 0,0-1-1,0-1 1,-1 0-1,1-1 1,-1 0 0,0-1-1,-1-1 1,1-1 0,-1 0-1,-1 0 1,0-1-1,13-12 1,37-38-4759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2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6305,'0'0'4145,"427"-27"-5529,-297 7-3513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3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4233,'0'0'8999,"41"-6"-10642,134-18 615,-152 21 877,54-3-409,-71 6 512,0 0 1,0 0-1,0 1 1,0 0-1,0 0 1,0 1-1,7 2 1,-10-2 56,0 0 1,0 0-1,0 0 0,0 1 0,0-1 1,-1 1-1,1-1 0,-1 1 0,1 0 1,-1 0-1,0 0 0,0 1 0,0-1 1,-1 0-1,1 1 0,-1-1 0,0 1 1,0-1-1,0 1 0,0 0 0,-1-1 1,1 7-1,0 6 277,0-1-1,-2 1 1,1 0 0,-5 20 0,3-25-103,-1-1 1,0 1-1,-1-1 1,0 0 0,-1 0-1,0 0 1,-9 14-1,-54 64 767,20-28-441,35-42-379,-42 62 409,48-69-411,1 0 0,0 0 0,1 1 0,0 0 0,-4 14 1,9-25-122,-1 0 0,1 0 0,0 1 0,-1-1 1,1 0-1,0 0 0,0 0 0,0 0 0,0 0 0,0 0 1,0 1-1,0-1 0,0 0 0,0 0 0,0 0 1,0 0-1,1 0 0,-1 1 0,1-1 0,-1 0 0,1 0 1,-1 0-1,1 0 0,-1 0 0,2 1 0,0-1-5,1 0-1,-1-1 0,0 1 1,1-1-1,-1 1 0,1-1 1,-1 0-1,1 0 0,-1 0 1,4 0-1,-2 0 3,42 1 20,-18 0-69,-1-1 1,1-1-1,-1-1 1,32-8-1,-8-5-1251,0-3 1,52-25-1,-23 3-4395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3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7922,'0'0'4377,"273"278"-3233,-149-119 144,1 19-80,-19 37-343,-35 39-369,-41-24 144,-30-24-232,0-23-248,-42-44-160,-29 7-112,-6 1-640,-23-36-609,23-43-1463,11-32-4514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4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8370,'0'0'9946,"131"-4"-10218,-31-4 272,13-8-448,23 0-1089,-29 0-1471,-36 5-3762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4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6129,'0'0'8322,"456"-60"-9154,-296 37-1969,-24-1-4856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6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1076 5641,'0'0'5937,"3"37"-5919,17 117 28,-19-146-43,2-1-1,-1 1 1,1 0-1,1-1 0,-1 1 1,1-1-1,0 0 1,1 0-1,0-1 0,0 0 1,0 1-1,1-1 1,0-1-1,0 1 0,11 7 1,0 0 8,2 3 17,0-1 0,1-1-1,41 22 1,-52-32-24,0 0 0,0-1-1,0 0 1,0 0 0,1-1 0,-1 0-1,1 0 1,-1-1 0,1-1 0,-1 0-1,1 0 1,18-3 0,-24 2 20,-1 0 0,1 0 0,-1-1 0,1 1-1,-1-1 1,0 0 0,1 0 0,-1 0 0,0-1 0,0 1 0,-1-1 0,1 1 0,0-1 0,-1 0 0,0 0 0,0 0 0,0 0-1,0-1 1,0 1 0,2-7 0,1-4 77,0-1 0,-2 1 0,5-30-1,-2-29 39,-3-105-1,-4 98-129,0 31 1,-2 0 0,-2 0 1,-2 1-1,-2 0 0,-3 0 1,-23-64-1,-195-395 1070,205 466-617,-8-17 133,33 57-624,0 1 0,0 0 1,0-1-1,-1 1 0,1 0 1,0-1-1,0 1 0,0 0 0,0-1 1,-1 1-1,1-1 0,0 1 1,0 0-1,0-1 0,0 1 0,0-1 1,0 1-1,0 0 0,0-1 1,0 1-1,0 0 0,1-1 0,-1 1 1,0-1-1,0 1 0,0 0 1,0-1-1,0 1 0,1 0 0,-1-1 1,0 1-1,0 0 0,1-1 1,12 0-2445,-9 1 1924,24 0-3847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7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23 560 7634,'0'0'4518,"-4"-41"-2984,-11-133-494,13 164-981,1-1 1,1 0 0,0 0 0,0 1-1,1-1 1,1 0 0,0 1-1,0-1 1,1 1 0,0 0-1,1-1 1,5-9 0,-1 9-37,-1 1 1,1 1 0,1-1 0,0 2-1,0-1 1,1 1 0,18-12-1,-8 7-31,1 0 1,1 1-1,-1 2 0,2 0 0,-1 1 0,1 1 0,33-6 0,-7 5-135,1 2 0,80 0 0,-99 6-69,0 2-1,-1 1 0,60 13 1,-74-11 122,1 1 0,-1 1 0,0 1 0,0 0 1,0 1-1,-1 0 0,-1 1 0,23 19 0,-23-16 45,-2 1 0,1 0 0,-2 0 0,0 1-1,0 1 1,-2 0 0,0 1 0,0-1 0,-2 2 0,0-1 0,0 1-1,5 28 1,-2 2 14,-3-1-1,-2 1 0,-2 77 1,-5-70 100,-2-1 1,-2 0-1,-3 0 1,-2-1-1,-3 0 1,-35 90 0,-2-20 337,-109 186 0,159-319 1623,3-12-2226,0 18 76,1-1-1,-1 1 1,1 0 0,0 0-1,0 1 1,1-1 0,-1 1-1,1-1 1,0 1 0,0 0 0,1 0-1,-1 1 1,1 0 0,8-5-1,-10 6 17,-1 1 0,1-1-1,-1 1 1,1 0 0,0 0-1,-1 0 1,1 0 0,0 1 0,0-1-1,0 1 1,0 0 0,0-1-1,0 1 1,-1 1 0,1-1-1,0 0 1,0 1 0,0-1 0,0 1-1,-1 0 1,1 0 0,0 0-1,0 0 1,-1 1 0,1-1-1,-1 1 1,0-1 0,1 1 0,-1 0-1,0 0 1,3 3 0,9 16 24,-1-1 0,-1 2 0,-1 0 0,9 23 0,-6-12 70,-8-21 8,9 24 7,2-1 1,2 0-1,41 58 0,-54-86 1,0 1 0,0-1 0,1 0 0,0-1 0,0 1-1,0-1 1,1-1 0,0 1 0,0-1 0,1-1 0,-1 0 0,1 0 0,0 0 0,0-1 0,0-1 0,1 0 0,-1 0 0,0 0 0,1-1 0,0-1 0,10 0 0,-15 0-1,0-1 0,0 0 1,0 0-1,0-1 1,-1 1-1,1-1 0,-1 0 1,1-1-1,-1 1 0,0-1 1,1 1-1,5-7 1,-3 2-11,0 0 0,0 0 0,0-1 0,-1 0 0,9-17 0,-5 7-52,-1-1 1,-2 0 0,1 0 0,-2-1-1,6-35 1,-8 19-121,-2-66-1,-3 60 128,1 34 72,0-1 0,0 1 0,-1 0 1,-1-1-1,1 1 0,-1 0 0,0 0 1,-1 0-1,-6-12 0,6 15 82,0 0 1,-1 1-1,1-1 0,-1 1 0,0 0 1,0 0-1,0 0 0,-1 1 0,1-1 0,-1 1 1,0 0-1,0 1 0,0-1 0,-11-3 0,13 4-10,-1 1 0,1 0 0,-1 0-1,0 0 1,1 0 0,-1 1 0,0-1-1,0 1 1,0 0 0,1 0-1,-1 0 1,0 1 0,0-1 0,0 1-1,-5 2 1,7-2-68,0 0-1,-1 1 0,1-1 1,0 1-1,0 0 1,0 0-1,0 0 0,0 0 1,0 0-1,1 0 1,-1 0-1,0 1 0,1-1 1,0 0-1,0 1 1,-2 4-1,-1 9-64,1 0 0,1 1-1,0-1 1,1 0 0,2 31 0,0-18 136,-1-11-110,-1 13 1,2 0 0,8 50 0,-7-70-7,1-1 0,0 1 0,0-1-1,1 0 1,1 0 0,0 0-1,0-1 1,1 1 0,0-1 0,0-1-1,13 14 1,1-4-355,1-1 0,1 0 0,0-2 0,1 0 1,1-2-1,0-1 0,33 13 0,45 3-3894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48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0 7930,'0'0'2013,"-25"36"-764,16-23-1152,-15 20 81,2 1 0,1 0 1,2 2-1,2 0 0,1 1 0,1 1 1,-11 48-1,9 19 172,4 1 1,1 172 0,11-169-55,6 0 0,35 211 0,-28-265-173,2-1-1,3 0 1,2-1-1,2-1 1,2-1-1,3-1 1,57 84-1,-31-66-161,3-2 0,3-3-1,90 77 1,-141-134-19,59 46-412,-59-47 279,0 0 1,1-1-1,0 0 0,-1-1 0,1 0 1,1 0-1,12 3 0,-20-6 140,0 0-1,0 0 1,0 0-1,-1 0 1,1 0-1,0 0 1,0 0-1,0-1 1,0 1-1,0 0 1,0 0-1,0-1 1,0 1-1,0-1 1,0 1-1,-1 0 0,1-1 1,0 0-1,0 1 1,-1-1-1,1 1 1,0-1-1,-1 0 1,1 0-1,0 1 1,-1-1-1,1 0 1,-1 0-1,1 0 1,-1 0-1,0 1 1,1-1-1,-1 0 1,0-2-1,5-36-1370,-5 30 826,1-38-4030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0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399 106 3913,'0'0'10782,"-34"-17"-10094,-104-48-232,100 52-366,37 13-89,0 0 0,1 0 1,-1 0-1,0 0 0,0 0 0,1 0 1,-1 0-1,0 0 0,0 1 1,1-1-1,-1 0 0,0 0 0,0 1 1,1-1-1,-1 0 0,0 1 0,1-1 1,-1 1-1,1-1 0,-2 1 0,-5 9-1,0-1 0,0 1-1,1 0 1,0 1-1,1 0 1,-5 13-1,5-13-2,-9 24-2,2 1 0,1 0 1,2 1-1,-9 74 0,12-35 32,6 112 0,0-181-28,1 0 0,-1 0-1,1 0 1,1 0 0,-1 0 0,1-1-1,0 1 1,1 0 0,0-1-1,0 0 1,0 0 0,1 0-1,8 11 1,-8-13-18,0 0 0,1 0 0,-1-1-1,1 1 1,0-1 0,0 0 0,1 0 0,-1-1 0,0 0-1,1 0 1,0 0 0,-1 0 0,1-1 0,0 0 0,0 0 0,10 0-1,-10-1 10,0 0-1,0 0 0,0-1 0,0 1 0,0-1 1,0-1-1,0 1 0,0-1 0,0 0 0,-1 0 1,1-1-1,-1 1 0,6-5 0,-4 2 19,-1 0 0,0-1 0,-1 1 0,1-1 0,-1-1 0,0 1 0,-1-1 1,0 1-1,5-12 0,2-4 4,-2 0 0,-1-1 0,-1 0 0,0 0 0,-2-1 0,2-23 0,2-145-30,-9 178 23,-1 0 0,0 0 0,-1 1 0,0-1 0,-1 0 0,-1 1 0,0 0-1,-1 0 1,0 0 0,-1 0 0,0 1 0,-1 0 0,-1 0 0,0 1 0,0 0 0,-1 0-1,0 1 1,-1 0 0,0 1 0,-19-14 0,22 18 37,-1 1-1,0-1 1,0 1 0,0 0-1,-1 1 1,1 0 0,-12-2 0,17 4-27,0 0 0,-1 0 1,1 1-1,-1 0 1,1 0-1,-1 0 1,1 0-1,0 0 1,-1 1-1,1-1 0,-1 1 1,1 0-1,0 0 1,0 0-1,0 1 1,-1-1-1,1 1 1,0-1-1,1 1 0,-1 0 1,0 0-1,0 1 1,-2 2-1,-5 8-28,1 1-1,0 1 1,1 0-1,0 0 1,2 1-1,0 0 1,0 0-1,-4 22 1,1 5-17,2 0 0,-2 49 0,6-43 30,7 87-1,-4-130-5,1 0-1,0 0 0,1 0 1,0 0-1,0 0 1,0-1-1,0 1 1,1-1-1,0 1 0,0-1 1,0 0-1,1 0 1,0 0-1,0 0 1,0-1-1,1 0 0,-1 0 1,1 0-1,6 4 1,-4-5-29,-1 1 0,1-1 0,0 0 0,1-1-1,-1 0 1,0 0 0,0-1 0,1 1 0,-1-2 0,1 1 0,-1-1 0,1 0 0,0-1 0,-1 1 0,13-4 0,-8 0-42,-1 0-1,0 0 1,1-1-1,-2-1 1,1 0-1,-1 0 1,0-1-1,0-1 1,-1 1 0,0-1-1,0-1 1,-1 0-1,15-19 1,-4-1-559,0 0 0,-2-1-1,23-54 1,-31 64 468,-2 0-1,0-1 1,-1 0-1,-1 0 1,-1 0-1,-1-1 0,0-37 1,-3 56 1244,0 10-697,1 11-372,1 0 0,0 0 0,1-1 0,1 0 1,1 1-1,11 26 0,-2-11-19,2-1 1,30 46 0,-34-61-469,1-1 0,0 0 0,1-1-1,1-1 1,0 0 0,1-1 0,0 0 0,34 18 0,3-8-4418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3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6905,'0'0'8149,"-3"9"-8136,-3 13 32,2-1 1,1 1-1,0 0 0,2 0 0,1 0 0,4 43 0,30 147 239,-23-154-286,-8-41-200,7 31-887,-10-46 713,1 0 1,0 0-1,0 0 0,-1 0 0,2 0 1,-1 0-1,0 0 0,0 0 1,3 2-1,7 2-4120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3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2833,'0'0'6465,"0"250"-5721,0-167-208,6 5 8,-6-5-232,0-8-200,0-11-112,0-20-880,0-17-1320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3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3305,'0'0'9218,"243"0"-9330,-142-8-1153,-13-8-3344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4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209 536 1776,'0'0'5155,"8"41"-3795,-5-22-1193,69 276 1768,-47-208-1259,-4 1 1,-3 1-1,-5 0 1,5 164-1,-17-211-441,0-18-5,0-1-1,-5 37 1,3-55-179,1-1 1,-1 0 0,0 1 0,0-1-1,0 0 1,-1 0 0,0 0-1,0 0 1,0 0 0,0 0-1,0-1 1,-1 1 0,1 0 0,-1-1-1,0 0 1,0 0 0,0 0-1,-1 0 1,-5 3 0,4-3 25,0-1 0,0 0 0,0 0 0,-1-1 0,1 1 0,-1-1 1,1 0-1,-1-1 0,1 1 0,-1-1 0,0-1 0,1 1 0,-1-1 0,-9-2 1,6 1-29,0-1 0,1 0 0,-1-1 1,1 1-1,0-2 0,0 1 0,1-1 1,-9-7-1,-2-3-26,1 0 1,0-2-1,1 0 0,-27-37 1,36 43-57,0 0-1,1-1 1,0 0 0,1 0 0,0-1 0,1 1 0,0-1-1,1 0 1,1 0 0,-2-18 0,4 19-43,-2-4-168,2 0 1,2-25 0,-1 36 114,0 0 0,0-1 0,0 1-1,1 0 1,0 0 0,0 0 0,0 0 0,1 0 0,-1 1 0,1-1 0,6-6 0,12-9-1422,0 1 0,41-27 1,-61 45 1495,42-29-3135</inkml:trace>
  <inkml:trace contextRef="#ctx0" brushRef="#br0" timeOffset="1">102 1 2961,'0'0'9690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4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2865,'0'0'2329,"7"42"-277,69 308 1143,-32-181-2029,-7 2 1,-8 1 0,8 191-1,-37-343-1127,6 28 81,-6-48-106,0 1-1,0-1 1,-1 0 0,1 0 0,0 1-1,0-1 1,0 0 0,0 0 0,1 1 0,-1-1-1,0 0 1,0 0 0,0 1 0,0-1-1,0 0 1,0 0 0,0 1 0,0-1-1,0 0 1,1 0 0,-1 0 0,0 1-1,0-1 1,0 0 0,0 0 0,1 0-1,-1 1 1,0-1 0,0 0 0,0 0-1,1 0 1,-1 0 0,0 0 0,0 0-1,1 0 1,-1 0 0,0 1 0,0-1 0,1 0-1,-1 0 1,0 0 0,0 0 0,1 0-1,-1 0 1,0 0 0,0-1 0,1 1-1,-1 0 1,0 0 0,0 0 0,1 0-1,-1 0 1,0 0 0,0 0 0,1 0-1,-1-1 1,0 1 0,0 0 0,0 0-1,0 0 1,1 0 0,-1-1 0,0 1-1,0 0 1,0-1 0,9-13 485,-6 10-543,0 0-1,1 0 1,-1 0-1,1 0 1,-1 1-1,1-1 1,0 1 0,0 0-1,1 0 1,-1 0-1,1 1 1,-1 0 0,1 0-1,0 0 1,0 0-1,0 1 1,0-1 0,0 1-1,0 1 1,0-1-1,9 1 1,-6-1-62,0 1 0,0 0 0,0 1 1,0 0-1,0 0 0,0 0 0,0 1 0,0 1 0,0-1 0,-1 1 0,1 0 0,-1 1 1,9 5-1,-11-4 78,0 0 1,0 0 0,0 1-1,-1 0 1,0-1 0,0 1-1,0 1 1,-1-1 0,0 1-1,0-1 1,-1 1 0,1 0-1,-2 0 1,1 0 0,-1 0-1,0 0 1,0 0 0,-1 0-1,0 1 1,0-1 0,-2 10-1,1-13 40,0 0-1,0 0 0,-1-1 0,1 1 1,-1 0-1,0-1 0,0 1 1,0-1-1,-1 0 0,1 0 0,-1 0 1,0 0-1,1 0 0,-1-1 1,0 1-1,-1-1 0,1 0 0,-6 4 1,-7 2 140,0-1 0,-31 10 0,35-13-45,-15 4 125,-1-1 0,0-1 0,1-2 0,-2 0 0,1-2 0,0-2 0,-53-4 0,78 4-255,0-1 0,-1 0 0,1 0 0,0 0-1,0 0 1,-1 0 0,1 0 0,0-1 0,0 0 0,1 0-1,-1 1 1,0-1 0,1-1 0,-1 1 0,1 0 0,-1-1-1,1 1 1,0-1 0,0 0 0,0 0 0,1 0 0,-1 0 0,1 0-1,-1 0 1,1 0 0,0 0 0,0 0 0,1-1 0,-1 1-1,0-5 1,0-10-1101,0 0-1,1 0 1,1 0 0,4-26-1,10-23-6709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4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25 200,'0'0'11272,"36"-4"-12538,116-15 610,-141 18 598,-1 0 0,1 1 0,0 1 0,-1-1 1,13 3-1,-19-2 39,1 1 1,0-1 0,-1 1-1,1 0 1,-1-1 0,0 2-1,0-1 1,1 1 0,4 3-1,-5-1 45,0-1 0,0 1-1,-1 0 1,1 0 0,-1 0 0,0 0-1,0 0 1,-1 1 0,0-1 0,0 1 0,0-1-1,-1 1 1,1 0 0,-1 0 0,0 9-1,1 0 180,-1-1-1,-1 1 0,0-1 1,0 1-1,-2 0 1,0-1-1,0 0 0,-1 1 1,-1-1-1,-1 0 0,0-1 1,0 1-1,-2-1 1,1 0-1,-13 17 0,-4 3 230,-20 31 1154,-66 126-1,106-172-744,3-18-595,3 0-109,16 0-142,0-2 0,0 0 1,-1-1-1,33-10 0,68-32-2186,-87 32 456,20-8-5094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6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36 340 3545,'0'0'9390,"4"-2"-8731,49-30-331,-1-2 0,-2-1 1,-2-4-1,58-56 0,-98 87-402,0 1 0,-1-2 0,1 1 0,-1-1 0,-1 0-1,0 0 1,0-1 0,-1 0 0,6-14 0,-12 99-2062,3-28 2291,-4 44 133,0-30-252,3 0 0,2 0 0,14 80 0,-11-110 19,-3 0-1,0 0 0,-3 35 1,0-65 117,-59-4 182,-101-18 0,99 11 358,-108-4 0,168 14-728,4 0-197,187 1-119,199-2 645,-133-15-6855,-205 8-1319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6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4705,'0'0'8682,"-6"211"-8210,6-120 112,0 4-224,0-4-184,0-3-120,0-13-56,0-11-152,0-37-800,12-11-1641,6-16-3944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7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1256,'0'0'9498,"338"0"-9498,-196-8-648,-11-15-2561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7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90 399 568,'0'0'8406,"-11"41"-6915,-32 135-470,40-165-944,1 0 0,1 1-1,0-1 1,0 1-1,1 0 1,2 13-1,-1-21-59,-1 0-1,1 0 1,1 0-1,-1 0 0,0 1 1,1-2-1,0 1 0,0 0 1,0 0-1,1-1 1,-1 1-1,5 5 0,0-5-28,-1 1 0,1-1 0,-1-1 1,1 1-1,0-1 0,0 0 0,1-1 0,-1 1 0,0-1 0,1-1 0,0 0 0,-1 0 0,1 0 0,11-1 0,-8 0-35,0 1 0,0-2 0,-1 1 0,1-2 0,0 1 0,0-2 1,-1 1-1,1-1 0,-1-1 0,0 0 0,0 0 0,0-1 0,-1-1 0,1 1 0,-1-1 0,-1-1 0,1 0 1,-1 0-1,0-1 0,-1 0 0,1 0 0,6-11 0,0 0-199,-2 0 0,0-1 0,-1 0 0,-1-1 0,0 0 0,-2 0 0,9-37 0,-10 23-119,-1-1 0,-2 0 0,-1 0 0,-3-42 0,0 67 444,-1 0 0,0 0-1,0 0 1,-1 0 0,0 0-1,-1 0 1,-1 1 0,1-1-1,-2 1 1,1 0 0,-1 0-1,-1 0 1,0 1 0,0 0-1,-1 0 1,0 0 0,-1 1 0,1 0-1,-2 1 1,1 0 0,-1 0-1,-17-10 1,14 10 282,0 1 1,0 0-1,-1 1 1,1 0-1,-1 1 0,0 1 1,-1 0-1,-18-2 1,24 4-271,1 1 1,-1 0 0,1 0-1,-1 0 1,1 1 0,0 0 0,-1 1-1,1-1 1,0 2 0,0-1 0,0 1-1,0 0 1,1 0 0,-1 1-1,1 0 1,0 0 0,-6 5 0,0 2-83,2 1 0,-1 1 0,2 0 0,-1 0 0,2 1 0,0 0 0,1 1 0,0-1 0,1 1 1,1 1-1,-7 28 0,6-12-4,2 0 1,0 0 0,2 1-1,5 62 1,-3-90-71,1 1 0,0-1 0,0 0 1,0 0-1,1 0 0,0 0 0,0 0 0,0 0 0,0 0 1,1 0-1,0-1 0,0 1 0,0-1 0,0 0 0,1 0 0,0 0 1,-1-1-1,1 1 0,1-1 0,-1 0 0,0 0 0,1 0 0,0 0 1,7 2-1,-3-2-202,0 0 0,1 0 0,-1-1 1,1-1-1,0 1 0,-1-2 0,1 1 1,0-1-1,0-1 0,0 0 0,18-4 1,-18 2-141,0 0 0,0-1 0,0 0 0,-1-1 0,16-10 0,42-31-2699</inkml:trace>
  <inkml:trace contextRef="#ctx0" brushRef="#br0" timeOffset="1">90 399 1720,'421'12'1249,"-398"40"-41,1 11-64,12-3-416,23 7-440,-6-19-288,1-24-784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7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6209,'0'0'5826,"44"-5"-8263,144-11 1403,-180 16 975,0 0-1,0 0 0,0 1 1,0 0-1,0 0 0,0 0 1,-1 1-1,15 6 0,-18-6 42,-1 0-1,1 0 0,-1 0 1,1 0-1,-1 1 0,0-1 1,0 1-1,0 0 1,-1 0-1,1 0 0,-1 1 1,5 6-1,-3-1 91,-1 1-1,0 0 1,0 1 0,-1-1-1,-1 0 1,1 1 0,-2-1-1,1 1 1,-2 11 0,1-15 37,0 12 299,-1 0 1,0 0-1,-8 35 0,5-43-236,1 0 1,-1 0-1,-1 0 0,0-1 0,-1 1 0,0-1 0,-10 13 0,-34 38 655,27-35-286,1 2 0,1 1 0,-20 37 0,37-60-476,2-1-1,-1 1 1,1 0 0,-1 0-1,2 0 1,-1 0-1,-1 12 1,3-17-68,1 0 1,-1-1-1,1 1 1,-1-1 0,0 0-1,1 1 1,0-1 0,-1 1-1,1-1 1,-1 0 0,1 1-1,-1-1 1,1 0-1,0 0 1,-1 1 0,1-1-1,0 0 1,-1 0 0,1 0-1,0 0 1,-1 0-1,1 0 1,0 0 0,-1 0-1,1 0 1,-1 0 0,1 0-1,0 0 1,0-1 0,3 1-15,10-2-123,0 0 0,0-1 0,1 0 0,-2-1 0,1-1 0,0 0 0,-1-1 0,0 0 0,0-1 0,13-9 0,1 0-896,39-20-3531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8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6449,'0'0'6130,"0"257"-5162,0-153-280,0-1-392,6-8-168,6-8-72,6-23-56,-6-32-760,-1-24-1769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8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1 207 984,'0'0'10162,"450"-36"-10162,-308 1-1320,-23-1-5169</inkml:trace>
  <inkml:trace contextRef="#ctx0" brushRef="#br0" timeOffset="1">973 1 6177,'0'0'5341,"-3"49"-3521,-9 166-587,10-183-1083,2 1 0,2-1 1,1 1-1,1-1 0,1 0 0,2 0 0,2 0 0,21 53 0,-14-42-103,2 6-27,-3-10 12,-1 1-1,-2 1 1,-2 0 0,8 61-1,-16 40 139,-2-138-154,0-1 1,0 0-1,0 1 0,0-1 1,-1 0-1,1 0 0,-1 0 1,0 1-1,0-1 1,0 0-1,0 0 0,-1 0 1,1 0-1,-1-1 1,0 1-1,1 0 0,-1-1 1,-1 1-1,1-1 0,-3 3 1,0-2 44,0 0 0,0-1 0,0 0 0,0 1 0,-1-2 0,1 1 0,-1-1 0,0 0 0,1 0 0,-1 0 0,-6-1 0,-30 3 336,-80-5 0,109 1-327,0-1-1,0 0 1,0-1-1,1-1 1,-1 0-1,1 0 1,0-1-1,0-1 1,1 0 0,-17-11-1,25 14-48,0 0 1,0 0-1,0 0 1,0 0-1,1-1 1,-1 1-1,1-1 0,0 1 1,0-1-1,1 0 1,-1 0-1,1 0 0,-1 0 1,1 0-1,0 0 1,0-8-1,0 4-108,1 0 1,0 0-1,1 0 0,0 0 1,0 0-1,1 0 0,0 0 1,0 0-1,4-10 0,20-34-1117,34-49 0,-32 55-326,31-54-3859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8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11330,'0'0'7682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9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1 120,'0'0'7122,"-3"40"-4007,-11 464 1020,14 362-2273,3-853-1813,4-18 203,8-22 135,-15 27-389,7-15-94,0 2 1,1-1-1,0 1 1,1 0-1,1 1 1,0 0-1,0 1 1,1 0-1,1 0 1,0 1-1,0 1 1,1 0-1,0 0 1,0 2 0,1-1-1,0 2 1,1 0-1,-1 1 1,1 0-1,0 1 1,28-4-1,-22 6-102,-1 1 0,1 1 0,0 0 1,30 6-1,-44-5 175,0 1 0,0 0 0,0 0-1,-1 0 1,1 1 0,-1 0 0,0 0 0,0 1 0,0 0 0,0 0 0,-1 0 0,0 1 0,1 0 0,-2 0 0,1 0 0,0 0 0,4 8 0,-5-6 41,-1 0 1,1 0-1,-1 1 1,-1-1-1,1 1 1,-1 0-1,-1 0 1,2 14-1,-1 3 288,-4 36 1,2-56-245,-1 0 0,1 0 0,-1 0 0,0 0 0,-1 0 0,1 0 0,-1-1 0,0 1 0,0 0 1,-1-1-1,1 0 0,-1 1 0,0-1 0,0 0 0,-7 7 0,3-6 36,0 1 0,0-1-1,0-1 1,-1 1 0,1-1-1,-1-1 1,0 1 0,-14 3 0,-7 0 182,-1-2 1,0-1-1,0-1 1,-40-2-1,59-1-244,-1 0-1,1-1 0,0 0 1,0-1-1,0 0 1,0-1-1,-12-5 1,19 7-76,0-1 0,0 0 0,0 0 0,0-1 0,1 1 0,-1-1 1,1 0-1,0 0 0,0 0 0,0 0 0,0 0 0,0-1 0,1 1 0,0-1 1,-1 0-1,1 0 0,1 0 0,-1 0 0,0 0 0,1 0 0,0 0 0,-1-6 1,0-9-1596,1-1 1,0 0 0,4-35-1,7 7-5390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1:59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236 191 4441,'0'0'10646,"-23"-25"-10997,0 1 67,1-1-1,-21-31 1,42 55 258,0 0 1,0-1-1,1 1 1,-1 0-1,1-1 1,-1 1-1,1 0 1,-1-1-1,1 1 1,-1 0-1,1-1 1,0 1-1,0-1 1,0 1-1,0-1 1,0 1-1,0-1 1,1 1-1,-1 0 1,0-1-1,1 1 1,-1-1-1,1-1 1,1 1-19,-1 1 0,1-1 0,-1 1 0,1-1 0,-1 1 1,1 0-1,0 0 0,0 0 0,-1 0 0,1 0 0,0 0 0,0 0 0,0 0 0,2 0 1,8-1-185,-1 0 0,0 0 0,0 1 0,15 1 1,-23 0 163,0 0 23,0 0 0,0 0 0,0 0 0,0 1 0,0-1 0,0 1 0,0 0 0,-1 0 0,1 0 0,0 0 0,0 0 0,-1 1 0,1-1 0,0 1 0,-1 0 0,0 0 0,4 3 0,-3-1 24,0 0 1,0 0-1,-1 0 1,0 0-1,0 0 1,0 0-1,0 1 1,0-1-1,-1 1 1,1 6-1,1 11 129,-1 0 0,-2 0 0,0 0 0,-4 23 0,3-24 42,-2-2 2,0-1 0,0 0 0,-2 0 0,0 0 0,-2 0 0,0-1 0,-17 31 1,-79 108 916,89-137-913,-31 39 441,27-37-21,1 2 1,-28 47 0,45-70-558,0 0 0,0 0 1,0 0-1,0 0 0,0 1 1,0-1-1,0 0 0,0 0 1,0 0-1,0 1 1,0-1-1,0 0 0,0 0 1,0 0-1,0 1 0,0-1 1,0 0-1,0 0 0,0 0 1,0 0-1,1 1 0,-1-1 1,0 0-1,0 0 0,0 0 1,0 0-1,0 1 0,0-1 1,0 0-1,1 0 0,-1 0 1,0 0-1,0 0 0,0 0 1,0 0-1,1 1 0,-1-1 1,0 0-1,0 0 0,1 0 1,13 3 235,21-3-453,-27 0 292,35-1-221,0-3 0,0-1 1,58-14-1,49-23-3950,-83 22-1775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00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7354,'0'0'3140,"45"50"-3104,153 177-8,-161-181 58,-2 0 0,-2 3-1,-2 0 1,-2 2 0,-3 2 0,27 73-1,-29-64 220,-4 0 1,-2 2-1,-2 0 0,-4 1 0,-2 1 0,-4-1 0,-1 74 0,-7-102-146,-1-1 0,-1 0-1,-3 0 1,-20 67 0,-66 121 190,28-96-614,-146 217 0,199-333-1227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01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7274,'0'0'13803,"41"0"-14252,42 0 441,18 0-56,17 0-336,1 0-560,23-8-880,-35-11-2281,-30-1-4153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01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7498,'0'0'7217,"462"11"-7561,-278-11-1176,-24 0-3265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05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505 101 2833,'0'0'12650,"-27"-7"-12186,4 0-447,0 2-1,-42-5 1,63 10-22,0 0 0,0 0 1,0 0-1,0 1 0,0-1 1,0 1-1,0-1 1,0 1-1,0 0 0,0-1 1,0 1-1,0 0 0,0 1 1,0-1-1,1 0 0,-1 0 1,0 1-1,1-1 0,-1 1 1,1-1-1,0 1 0,-1 0 1,0 1-1,-1 4-5,0-1 1,0 1-1,1-1 1,0 1-1,-1 8 1,-2 4 4,-4 18 12,1 1 0,2 1-1,1 0 1,2-1 0,2 1-1,6 60 1,-3-88-1,-1 0 1,1-1-1,1 1 0,0-1 0,1 1 1,0-1-1,0 0 0,1 0 0,0-1 1,1 1-1,0-1 0,0-1 0,1 1 1,0-1-1,1 0 0,12 10 0,-14-13-5,1 0 0,0 0-1,1 0 1,-1-1-1,1 0 1,0-1-1,0 1 1,0-2-1,0 1 1,1-1 0,-1 0-1,1-1 1,-1 0-1,1 0 1,0-1-1,-1 0 1,1-1 0,-1 1-1,1-2 1,-1 1-1,13-5 1,-14 3 11,-1 0 0,1-1 1,0 0-1,-1-1 0,0 1 1,0-1-1,-1 0 0,1-1 1,-1 1-1,0-1 0,-1 0 1,1 0-1,-1-1 0,0 1 1,-1-1-1,0 0 0,0 0 1,0 0-1,1-8 0,4-11 16,-1-1 0,-2 0-1,4-54 1,-7 58-30,-1-1 1,-2 0-1,-4-36 0,3 51 3,0 0 0,0 0 0,-1 0-1,0 1 1,-1-1 0,0 1 0,0 0 0,-1 0 0,0 0 0,0 1-1,-1 0 1,-6-7 0,-3 0 20,-1 0-1,-1 1 1,0 1-1,-1 0 1,0 2-1,0 0 1,-1 1-1,0 0 1,-1 2-1,-21-5 1,27 8 8,-1 1 0,0 1-1,1 1 1,-1 0 0,0 0 0,-23 4 0,28-2-26,0 1-1,1 0 1,-1 1 0,1 0 0,0 0-1,0 1 1,0 0 0,1 1-1,-1 0 1,-12 10 0,7-2-12,0 0 0,2 1 1,0 0-1,0 1 0,1 0 1,1 1-1,1 0 0,0 0 1,1 1-1,0 1 0,2-1 1,-6 26-1,2 1-12,2 0 0,1 1 0,3-1 0,2 47 0,1-77 11,2-1-1,-1 1 0,2-1 1,0 0-1,0 0 1,8 22-1,-8-31-7,0 1 1,0-1-1,1 1 1,-1-1-1,1 0 1,0 0-1,1 0 1,-1-1-1,1 1 1,-1-1 0,1 1-1,0-1 1,0-1-1,1 1 1,-1 0-1,0-1 1,1 0-1,0 0 1,9 2-1,-3-1-24,0 0 0,1-1-1,-1-1 1,1 0 0,-1-1-1,1 0 1,-1 0 0,1-2 0,-1 1-1,1-1 1,-1-1 0,0 0-1,0-1 1,0 0 0,-1 0 0,1-1-1,-1-1 1,0 0 0,0 0-1,-1-1 1,13-11 0,5-7-58,-1-2 0,-1 0 0,-2-2 0,-1-1 0,25-44 0,-25 39 11,-2-2-1,-1 0 1,-2-2-1,-2 0 0,-1 0 1,-3-1-1,-1-1 1,-1 0-1,-3 0 1,2-71-1,-8 150-50,7 175-108,-4-186 255,2-1 0,0 1 0,1-1 0,2 0-1,20 46 1,-23-61-4,1-1 0,0 0 1,1 0-1,0 0 0,10 9 0,-13-14-52,1 0 0,0-1 0,0 0 0,0 0 0,0-1 0,1 1 0,-1-1 0,1 0 0,0 0 0,0-1 0,7 2 0,1-1-617,-1-2 0,1 0 0,0 0 0,0-2 0,25-2 0,4-11-3824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05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0 259 5321,'0'0'4300,"24"-39"-5211,73-121-24,-79 128 726,-2 7-50,-16 25 256,0-1 0,1 1 0,-1 0 0,0 0 0,0 0 0,1-1 0,-1 1 0,0 0 0,1 0 0,-1 0 0,0 0 0,1 0 0,-1 0 0,0-1 0,1 1 1,-1 0-1,0 0 0,1 0 0,-1 0 0,0 0 0,1 0 0,-1 0 0,0 0 0,1 0 0,-1 1 0,0-1 0,0 0 0,1 0 0,-1 0 0,0 0 0,1 0 0,-1 1 0,0-1 0,0 0 0,1 0 0,-1 0 0,0 1 0,0-1 0,1 0 1,-1 1-1,2 1 31,0 1 1,0-1-1,-1 1 0,1-1 1,-1 1-1,0 0 1,0 0-1,0 0 1,0 0-1,0 0 1,-1 0-1,1 0 1,-1 0-1,0 0 1,0 4-1,2 11 181,13 128 866,-7 221 1,-8-265-904,-1-101-135,1 0 1,-1 0-1,1 0 1,-1 0 0,1-1-1,-1 1 1,0 0-1,1 0 1,-1 0-1,0-1 1,0 1-1,0 0 1,1-1-1,-1 1 1,0-1-1,0 1 1,0-1 0,0 1-1,0-1 1,0 1-1,0-1 1,0 0-1,0 0 1,0 0-1,0 1 1,0-1-1,-1 0 1,1 0-1,0 0 1,-2-1-1,-43 0 1028,38 0-919,1 0 22,0 0 0,0 0 0,0-1 0,0 0 1,0 0-1,0-1 0,1 0 0,0 0 0,-10-6 575,116 5-1591,176-31-1,-270 34 730,74-15-2658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05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5401,'0'0'7882,"18"254"-7178,11-175-112,1 1-272,-1-9-120,-5-4-120,0-15-80,-6-20-144,-7-32-1152,1-20-3041,-12-32-1752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06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5145,'0'0'6337,"433"12"-6321,-273-40-16,-24 4-2296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06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37 6833,'0'0'4344,"-17"46"-2894,17-46-1450,-67 200 987,61-177-847,1 0 1,2 0-1,0 0 1,1 1 0,1-1-1,4 46 1,-1-37 27,-1-19-98,1 0 0,0-1 1,0 1-1,1-1 0,1 0 0,0 0 1,1 0-1,0-1 0,0 1 1,2-1-1,12 18 0,-12-21-40,-1 0 0,1-1 0,0 0 0,1-1 0,0 0 0,0 0 1,0 0-1,0-1 0,1 0 0,0-1 0,0 0 0,0 0 0,1-1 0,-1-1 0,16 4 0,-14-5-11,0 1 0,1-2 0,-1 1 0,1-1 0,-1-1 0,0 0 0,1-1 0,-1 0 0,0-1 0,0 0 0,0 0 0,-1-1 0,17-9-1,-15 6-15,-1-1 1,1-1-1,-1 0 0,-1-1 0,0 0 0,0 0 0,-1-1 0,0 0 0,-1-1 0,10-18 0,-8 13-71,-2-2 0,0 1 0,-1-1 0,-1 0-1,-1 0 1,4-25 0,-4-1-153,0-75 0,-4 104 202,-2 0 0,0-1 0,-2 1 0,1 0-1,-2 0 1,-7-23 0,6 29 20,1 0 1,-1 0-1,-1 1 0,0 0 0,0 0 0,0 0 0,-1 1 0,-1 0 0,0 0 1,-11-9-1,10 10 51,0 1 1,-1 0-1,1 1 1,-1 0-1,0 1 1,0 0 0,-1 0-1,1 1 1,-20-4-1,23 6-30,0 1 0,1-1 0,-1 1 0,0 0 0,0 0-1,1 1 1,-1 0 0,0 0 0,1 1 0,-1-1 0,1 2-1,-1-1 1,1 1 0,0 0 0,0 0 0,0 0 0,-5 5-1,1 1-23,0 1-1,1 0 0,1 1 0,0 0 0,0 0 0,1 1 0,0 0 1,1 0-1,0 0 0,1 1 0,1 0 0,0 0 0,-3 18 0,2-3-9,2 0 0,0 0 0,2 0 0,1 0 0,5 43 0,-4-66 3,0 1-1,0-1 1,0 0-1,1 0 1,0 0-1,0 0 0,0 0 1,1 0-1,-1 0 1,1-1-1,0 0 1,1 1-1,-1-1 0,1 0 1,4 4-1,-2-4-50,0 1 0,1-1-1,0 0 1,0 0-1,0 0 1,0-1 0,1 0-1,-1-1 1,13 3 0,-7-3-76,0 0 1,0-1 0,0 0-1,-1-1 1,1-1 0,0 0-1,0 0 1,0-2-1,-1 1 1,1-2 0,-1 1-1,21-11 1,-16 4-213,-1-1 0,0-1 1,-1 0-1,0-1 0,-1 0 0,0-2 1,-2 1-1,1-2 0,-2 0 1,0 0-1,-1-1 0,0 0 0,-2-1 1,0 0-1,7-22 0,-14 33 446,0 1-1,0-1 1,0 1-1,-1-12 1,0 6 2637,0 19-1676,0 24-891,2-1 0,1 1 0,2 0-1,1-1 1,15 46 0,-16-61-157,1 0 0,0 0 1,1 0-1,1-1 1,0 0-1,1-1 0,1 0 1,0 0-1,0-1 0,1 0 1,1-1-1,0 0 1,15 10-1,-6-9-725,-1-1 0,1-2-1,1 0 1,0 0 0,37 7 0,18-8-5451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07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5905,'0'0'7234,"28"-3"-8132,96-8 532,-117 10 338,1 0 1,-1 1 0,1 0 0,-1 0-1,1 0 1,-1 1 0,1 0 0,-1 1-1,0-1 1,0 2 0,1-1 0,8 5 0,-13-5 49,0 1 1,-1 0-1,1-1 1,-1 1-1,1 1 1,-1-1 0,0 0-1,0 0 1,0 1-1,-1-1 1,1 1-1,-1-1 1,0 1 0,0 0-1,0-1 1,-1 1-1,1 0 1,-1 0-1,0 0 1,0 4 0,2 14 263,-1 0 1,-1 0 0,-1 1 0,-1-1 0,-1 0 0,-1 0 0,-1 0-1,-1-1 1,-11 30 0,-100 204 1359,113-247-1603,1 0 0,1 0 0,-1 0 0,1 1 0,0-1 0,1 0-1,0 1 1,0 0 0,1 10 0,0-19-40,0 1 1,0 0-1,0 0 0,1 0 0,-1 0 0,0 0 0,0 0 1,0-1-1,1 1 0,-1 0 0,1 0 0,-1 0 0,0-1 0,1 1 1,-1 0-1,1 0 0,0-1 0,-1 1 0,1-1 0,0 1 0,-1 0 1,1-1-1,0 1 0,-1-1 0,1 1 0,0-1 0,0 0 1,0 1-1,0-1 0,1 0 0,32 3 96,-23-3-84,17 1-131,0-1 0,-1-1 0,1-2 0,-1-1-1,0-1 1,0-1 0,0-1 0,34-15 0,30-17-2586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07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6481,'0'0'11147,"189"0"-11683,-76 0 480,5 0-520,19 0-537,-31 0-1031,-29 0-2609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08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6241,'0'0'9010,"255"12"-8786,-125-12-224,72-12-152,-36-19-1440,-24-1-3689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08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1104 520,'0'0'14104,"-10"15"-13954,7-10-151,-1 0 4,0 0 0,0 1-1,1 0 1,-1 0 0,1 0-1,1 0 1,-1 1 0,1-1-1,0 1 1,1-1 0,-1 1 0,1 0-1,1 0 1,-1-1 0,1 1-1,0 0 1,1 0 0,0 0-1,0-1 1,3 11 0,4 4 25,2 0 0,1 0 0,1-1 0,0 0 0,1-1 0,2 0 0,-1-1 0,24 20 0,-17-17 9,2-2-1,0-1 1,1-1 0,1 0 0,0-2-1,33 14 1,-40-22-25,-1 0 1,1-2-1,0 0 0,1-1 0,-1 0 0,24 0 0,-34-3-11,-1-1 0,0 0-1,1 0 1,-1-1 0,0 0-1,1-1 1,-1 1-1,0-1 1,0 0 0,0-1-1,-1 0 1,1 0 0,0-1-1,-1 1 1,0-1 0,0-1-1,0 1 1,9-10 0,-4-1 14,0 0 1,-2-1-1,1 0 0,-2-1 1,0 1-1,-1-2 1,-1 1-1,0-1 1,-1 0-1,3-32 1,0-16-10,-3-108 0,-5 135-6,-2 0-1,-2 0 0,-2 0 0,-1 1 0,-2 0 1,-1 0-1,-3 1 0,0 1 0,-38-70 0,12 40-1,-81-103 0,-64-49 127,112 135 37,55 64-106,4 5-30,0-1 0,2 1 0,-1-2 0,2 0 0,-17-32 0,26 45-378,6 3-752,22 4-2584,13 16 792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09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8 434 5841,'0'0'6155,"-3"-36"-4391,-1-6-1271,4-70 0,1 106-469,-1 0 1,2-1-1,-1 1 1,1 0-1,0 0 1,0 0-1,0 0 0,1 0 1,0 0-1,0 0 1,1 1-1,0 0 1,0 0-1,7-8 1,-1 5-18,0 0 1,1 0 0,0 1 0,23-11 0,-24 13-6,28-12-54,1 1 0,1 2 0,0 2 0,0 2 0,1 1 1,0 2-1,1 2 0,-1 2 0,1 2 0,68 6 0,-96-4 1,-1 1 1,1 1-1,-1 0 0,1 1 0,-1 1 1,0 0-1,-1 0 0,1 1 0,-1 1 0,0 0 1,-1 1-1,0 0 0,0 1 0,0 0 1,11 14-1,-9-8 7,-1 1 0,-1 0 0,-1 1 0,0 1 0,-1-1 1,-1 1-1,0 1 0,-1-1 0,-2 1 0,5 23 0,-2 14 70,-2 2-1,-3 90 0,-3-123-7,-1 33 40,-2 0 0,-2 0 0,-3-1 0,-2 0 1,-28 87-1,5-52 272,-46 91 0,74-178 1051,3-12-981,3-18-198,0 15-206,1 1 1,0-1-1,1 1 0,0 0 1,0-1-1,1 1 0,0 1 1,1-1-1,6-9 0,58-72-934,-60 80 765,-4 3 79,-4 5 68,0 0 1,0 0-1,0 1 0,1-1 0,-1 0 0,0 1 1,1-1-1,0 1 0,-1 0 0,1-1 0,0 1 0,-1 0 1,1 0-1,0 0 0,0 0 0,0 0 0,0 1 0,0-1 1,0 0-1,0 1 0,0 0 0,0-1 0,4 1 0,-5 0 7,-1 0 0,1 0-1,-1 1 1,1-1-1,0 0 1,-1 0 0,1 1-1,-1-1 1,1 0-1,-1 1 1,1-1-1,-1 0 1,1 1 0,-1-1-1,1 1 1,-1-1-1,1 1 1,-1-1 0,0 1-1,1-1 1,-1 1-1,0-1 1,0 1-1,1 1 1,9 25-163,11 42 0,2 7 226,-8-35-7,2-1 0,35 62 0,-43-85-11,2-1 0,0-1 0,1 0 0,1-1 0,0 0 0,0 0 0,2-2 0,22 17 0,-28-24 1,-1-1 0,1 1 0,0-2 1,0 1-1,0-1 0,1-1 0,-1 1 0,1-2 0,-1 1 0,1-1 0,-1-1 0,14 0 0,-16-1-6,1 1 0,-1-2 0,1 1-1,-1-1 1,0 0 0,1 0 0,-1-1 0,0 0 0,-1 0 0,1-1-1,-1 0 1,1 0 0,-1-1 0,0 1 0,9-11 0,-5 3-24,-1 0 0,0-1 1,-2 0-1,1-1 0,-1 0 0,-1 0 1,-1 0-1,0 0 0,0-1 0,2-19 1,-1-8-143,-1 0 0,-2-63 1,-3 94 131,0-1 0,-1 1 0,-1 0 0,0-1 0,0 1 0,-1 0 0,0 0 0,-8-17 1,8 24 45,1-1 0,-1 1 0,1 0 0,-1 0 0,0 0 0,-1 0 0,1 1 0,-1-1 0,1 1 0,-1 0 0,0 0 0,-1 0 0,1 1 0,0-1 0,-1 1 0,1 0 0,-1 0 0,0 1 0,1-1 0,-1 1 0,-8-1 1,10 2-21,1 0 1,-1 0 0,1 0-1,-1 0 1,1 0 0,0 1-1,-1-1 1,1 1 0,0 0-1,-1 0 1,1-1 0,0 1-1,0 1 1,0-1 0,-1 0-1,1 1 1,1-1 0,-1 1 0,0-1-1,0 1 1,0 0 0,1 0-1,-1 0 1,1 0 0,0 0-1,0 0 1,-1 0 0,1 0-1,0 0 1,1 1 0,-1-1-1,0 0 1,0 4 0,-2 10-48,0 0 0,1 0 0,0 33 0,1-31 62,0 9-35,0 0 0,2 1 0,1-1 0,7 38 1,-6-56-2,-1 0 1,2 0 0,-1 0 0,1-1 0,0 1 0,1-1 0,0 0 0,0 0 0,1-1 0,0 1 0,0-1 0,1-1 0,0 1-1,0-1 1,1 0 0,14 9 0,1-3-253,1-1 0,0-1 1,0 0-1,1-2 0,0-1 0,34 5 0,-29-9-1117,36-2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0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 6809,'0'0'9695,"-44"50"-9631,-5 6 2,-78 116 0,118-156-42,1-1 0,1 1 0,1 0 0,0 0 0,1 1 0,1 0 0,0 0 0,1 0 0,1 0 0,0 21 0,-1 238 519,3-183-373,0-46-93,1 1 0,2-1 0,2 0 1,3 0-1,15 55 0,-8-56-43,1-2 1,36 68-1,-37-87-124,0 0-1,2-1 1,1 0-1,0-1 0,33 30 1,-40-44-90,0 0 1,0 0-1,1-2 1,0 1-1,0-1 1,1-1-1,0 0 1,0-1-1,0-1 0,23 6 1,1-5-1707,0-1 0,65-1 0,-10-3-4308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0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1 128 4689,'0'0'5736,"51"-22"-5720,163-67-97,-204 85 68,1 1 0,-1 0 0,20-3 0,-28 6 10,0 0 0,0 0 0,0 0 0,0 0 0,0 0 0,0 0 0,0 1 0,0-1 0,0 1 0,0 0 0,0-1 0,3 3 0,-1 0 25,1 0 0,0 0 1,-1 1-1,0 0 0,1 0 1,-1 0-1,-1 0 0,1 1 1,-1-1-1,0 1 0,0 0 1,0 0-1,0 0 0,-1 0 0,0 1 1,0-1-1,-1 1 0,2 6 1,1 12 366,-1 0 1,-2 0-1,0 26 0,-1-34-219,-2 50 234,-3 0-1,-16 81 1,10-74-314,3 1 0,1 96-1,7-164-88,0 1 0,0 0 0,1-1 0,0 1 0,0 0-1,0-1 1,1 0 0,0 1 0,0-1 0,1 0 0,4 9 0,-4-12-6,0 0-1,0 1 1,0-1 0,0 0 0,1 0 0,-1-1 0,1 1 0,-1-1 0,1 0 0,0 0-1,0 0 1,0 0 0,0 0 0,1-1 0,-1 0 0,0 0 0,1 0 0,6 0 0,3 0-30,-1 0 0,1-1 1,0 0-1,-1-1 0,1-1 1,-1 0-1,1-1 1,-1 0-1,0-1 0,17-7 1,-3-2-736,0-2 1,-2-1 0,38-29 0,0-7-3778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0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3993,'0'0'6113,"391"-79"-8273,-272 59-3097</inkml:trace>
  <inkml:trace contextRef="#ctx0" brushRef="#br0" timeOffset="1">1002 139 5745,'0'0'7650,"0"214"-6282,0-134-688,0-5-360,0-3-320,0-13-192,5-15-904,7-16-1448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1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3633,'0'0'6089,"213"258"-4649,-112-124-303,-12 21-1,-18 12-160,-36 8-128,-35 7-256,0-7-296,-18-9-112,-35-23-184,-30-24-888,18-39-1456,18-41-3681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1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6361,'0'0'8178,"-6"242"-7394,6-123-256,0 8-104,0-4-215,0-4-121,6-16-88,12-20-633,6-43-1199,-6-20-3001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1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4369,'0'0'9074,"468"-28"-9450,-326 4-1657,-23 9-3608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2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1168 4121,'0'0'6345,"11"37"-4966,38 119-477,-47-149-834,1-1 1,-1 0-1,1 0 1,0 0-1,1-1 1,0 1-1,0-1 1,9 10-1,-10-13-16,0 1-1,0-1 1,0 0-1,1 0 0,-1-1 1,1 1-1,0-1 0,-1 0 1,5 1-1,-2 0 26,0 0-5,0-1-1,0 0 1,0 1 0,1-2 0,-1 1 0,0-1 0,0 0 0,1 0 0,-1-1 0,0 0 0,0 0 0,1 0-1,-1-1 1,0 0 0,-1 0 0,1 0 0,0-1 0,-1 0 0,1 0 0,-1-1 0,0 1 0,0-1 0,6-5-1,2-6 27,-1 0 0,0 0 0,0-1 0,-2-1 0,0 1 0,9-24 0,-5 8-66,-1 0-1,-1-1 1,-2-1 0,-2 0 0,6-43-1,-6-3 13,-2-95 1,-6 144-35,-1 0 0,-1 0 0,-2 0 0,-1 0 0,-2 1 1,-1 0-1,-16-42 0,-18-17 34,-4 2 1,-3 3-1,-63-83 0,77 121 43,18 28-458,13 18 44,8 11-558,19 30-2153,16 3-1288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27 481 8186,'0'0'5997,"-5"-35"-4631,-14-113-570,18 140-768,0 0 0,1 0 1,0 0-1,0 0 0,1 1 1,0-1-1,0 0 0,1 0 1,0 1-1,5-15 0,-3 15-24,1 0-1,0 1 0,0-1 0,1 1 0,0 0 1,0 1-1,8-7 0,-13 11-3,21-16-47,1 1 0,1 1 0,0 1 0,0 2-1,1 0 1,1 1 0,0 2 0,1 0 0,0 2 0,0 1 0,0 2-1,1 0 1,50 0 0,-62 4-15,0 0 0,1 1 0,-1 0 0,0 1-1,0 1 1,-1 1 0,17 5 0,-25-5 26,1-1 0,0 1 0,-1 1 0,1-1 0,-1 1 0,-1 1 0,1-1 0,-1 1 0,0 0 0,0 1 0,0-1 0,-1 1 0,0 0 0,6 13 0,-3-4 1,-1 1 0,0 1 0,-2-1 0,0 1 0,-1 0 1,0 0-1,1 30 0,-3 8 40,-6 68-1,0-88 16,-2-1 0,-1 1 0,-2-1 0,-1 0 0,-1-1 0,-3-1 0,-21 42 0,-14 13 91,-80 107 0,110-166-99,12-18 8,0 0 1,0-1 0,-1 0 0,0 0-1,-1 0 1,-16 12 0,19-21 321,5-14 155,1 13-495,1-12-71,0 0-1,0 0 1,1 0-1,1 1 1,0-1-1,1 1 1,0 0-1,0 0 1,1 0-1,1 0 1,0 1-1,0 0 1,10-11-1,-10 13-12,1 1 0,0-1 0,0 1 0,1 0 0,0 1 0,0 0 0,1 0 0,0 0 0,0 1 0,0 1 0,0 0 0,1 0 0,-1 1 0,1 0 0,20-3 0,-18 4 29,0 1 1,-1 0 0,23 3-1,-30-2 52,0 1 0,-1 0 0,1 0 1,-1 0-1,1 1 0,0-1 0,-1 1 0,0-1 0,1 1 0,-1 0 0,0 1 0,0-1 0,0 1 0,-1-1 0,5 5 1,1 4 85,-1 1 0,0 0 1,-1 0-1,0 0 0,-1 1 1,0 0-1,-1 0 0,0 0 1,3 26-1,0 16 217,-2 62 1,-3-58-294,-1-30 18,2 1 0,1-1 0,11 41 0,-12-60-52,0 0 1,1 0-1,0 0 1,0-1 0,1 0-1,0 1 1,1-1-1,0-1 1,0 1-1,1-1 1,0-1 0,15 13-1,-19-17-1,-1-1-1,2 0 1,-1 0-1,0 0 1,0-1 0,1 1-1,-1-1 1,0 1-1,1-1 1,0 0-1,-1-1 1,1 1-1,0-1 1,-1 1 0,1-1-1,0 0 1,-1 0-1,1-1 1,0 1-1,-1-1 1,1 0-1,-1 0 1,1 0 0,-1 0-1,1-1 1,-1 1-1,0-1 1,1 0-1,-1 0 1,0 0-1,0 0 1,-1-1 0,1 1-1,4-6 1,55-96-5149,-37 55-63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2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72 362 5841,'0'0'9569,"11"-42"-9458,37-133-75,-45 162-23,0 1 1,0-1 0,-1 0 0,-1 0-1,-1-25 1,0 19 18,0 18-16,0 0 0,0 0-1,0 0 1,0 0 0,0 0-1,0 0 1,0 0 0,0 0-1,-1 0 1,1 0 0,0 1-1,-1-1 1,1 0 0,0 0-1,-1 0 1,1 0 0,-1 0-1,1 1 1,-1-1 0,0 0-1,1 1 1,-1-1 0,0 0-1,1 1 1,-1-1 0,-1 0-1,1 1 8,0-1 1,-1 1-1,1 0 0,0 0 0,0 0 1,0 0-1,-1 1 0,1-1 0,0 0 1,0 0-1,0 1 0,0-1 0,0 1 1,-1-1-1,1 1 0,0-1 0,0 1 1,0 0-1,0-1 0,-1 3 0,-2 1-12,0 0 0,0 0 1,1 0-1,0 1 0,-1 0 0,2 0 0,-1 0 0,-3 7 0,-17 52-46,20-53 38,-10 32 24,3 0-1,1 1 1,2 1-1,2-1 0,1 48 1,4-73-18,1-1 0,0 1 0,1 0 0,9 33 0,-10-46-16,1-1-1,0 0 1,0 0-1,0 1 0,1-2 1,0 1-1,0 0 0,0 0 1,1-1-1,-1 0 1,1 0-1,0 0 0,0 0 1,1-1-1,-1 1 0,1-1 1,0 0-1,-1 0 1,1-1-1,8 4 0,9-2-560,1 0 1,-1-1-1,0-2 0,1 0 1,0-1-1,28-4 0,29-9-7119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3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0 1016,'0'0'12699,"-148"302"-12339,130-116 248,13-3 40,5 7-248,0 1-48,35-32-31,24 3-185,7-23-128,11-28-8,35-47-561,-17-32-1127,-6-32-3553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3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5033,'0'0'4813,"58"-1"-4773,184 3-101,-232-2 52,0 1 0,-1 1 0,1 0 0,-1 0 0,13 5 1,-19-5 3,0-1 0,0 1 0,0 0 0,0 0 0,0 0 0,-1 0 0,1 1 0,4 4 0,-2-1 17,0 1-1,-1-1 1,0 1-1,0 0 1,-1 0-1,0 0 1,0 0-1,0 1 1,-1-1-1,2 15 1,-1 3 352,-1 52 1,-2-53-104,-1-3 9,-1 0 1,-1 0 0,0 0 0,-2 0-1,-11 32 1,-48 98 1007,46-114-1081,1 1 0,1 1 0,3 0 0,-11 51 0,20-62-171,1 0-1,1 1 1,4 45 0,-2-72-34,0 1 0,1-1 1,-1 0-1,1 0 0,-1 0 0,1 0 1,0 0-1,0 0 0,0 0 0,0 0 1,0 0-1,1 0 0,-1 0 0,0 0 1,1-1-1,-1 1 0,3 1 0,0 0-13,0-1 0,0 1-1,0-1 1,0 0-1,0-1 1,0 1 0,1-1-1,5 2 1,10 0-66,0-1 1,0-1 0,23-1-1,-23 0 47,-2-1-134,0 0 0,0-1 0,0-1-1,0 0 1,0-2 0,-1 0 0,0-1 0,0 0-1,0-2 1,-1 0 0,0 0 0,0-2-1,14-12 1,28-25-2709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4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4417,'0'0'6169,"426"-55"-8553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4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65 1200,'0'0'13542,"8"-9"-13814,-5 4 232,0 1-1,0 0 1,1 0 0,-1 1 0,1-1 0,0 1-1,0 0 1,1 0 0,-1 0 0,0 0-1,1 1 1,0 0 0,0 0 0,0 0 0,-1 0-1,1 1 1,1 0 0,-1 0 0,6 0 0,3 0-43,-4 0 44,0 1 0,-1 0 0,1 0 0,0 1 0,13 3 0,-20-4 38,-1 1 0,1 0 0,-1 0 0,1 1 0,-1-1 1,0 0-1,0 1 0,0-1 0,0 1 0,0 0 1,0-1-1,0 1 0,0 0 0,-1 0 0,1 1 1,-1-1-1,1 0 0,-1 0 0,0 1 0,0-1 0,0 1 1,0-1-1,0 1 0,0 4 0,2 7 79,0 0 1,-1 1-1,-1 0 0,0-1 1,-1 1-1,-1 0 0,0-1 0,-1 1 1,-5 20-1,-6-8 218,-1 0 0,-1 0 0,-37 48 0,8-11 168,36-52-378,-52 89 554,55-92-594,1 2 1,0-1-1,0 0 0,1 1 0,0 0 0,1-1 1,0 1-1,0 14 0,2-25-45,0 1 1,0 0 0,0-1-1,1 1 1,-1-1-1,0 1 1,0-1-1,1 1 1,-1-1-1,0 1 1,1-1-1,-1 1 1,0-1-1,1 1 1,-1-1-1,1 1 1,-1-1-1,1 0 1,-1 1-1,1-1 1,-1 0-1,1 1 1,-1-1-1,1 0 1,-1 0 0,1 0-1,-1 0 1,1 1-1,0-1 1,-1 0-1,1 0 1,-1 0-1,1 0 1,0 0-1,-1 0 1,1 0-1,-1 0 1,1-1-1,0 1 1,-1 0-1,1 0 1,-1 0-1,1-1 1,9 1 19,2 0-15,0-1-1,-1 1 1,1-2 0,0 0-1,0 0 1,0-1 0,-1-1 0,0 0-1,0 0 1,19-11 0,52-36-1125,95-77 1,-61 30-3583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14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3729,'0'0'7201,"255"242"-4248,-136-103-521,-13 28-543,-17 39-249,-41 48-632,-48 44-503,-42 7-297,-53-62-208,0-65-657,7-59-1175,28-51-1241,7-25-3680</inkml:trace>
  <inkml:trace contextRef="#ctx0" brushRef="#br0" timeOffset="1">1499 1389 11282,'0'0'10363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35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36 1376,'0'0'8261,"-18"0"-2083,65-2-6548,62-11-1,10-2-475,-41 9-1477,146 9 0,-218-2 2170,-1-1 0,1 1 1,-1 0-1,0 0 0,0 1 0,1-1 0,-1 1 0,0 0 0,0 1 1,-1-1-1,1 1 0,0 0 0,-1 0 0,6 6 0,-7-5 63,1 0-1,-1 0 0,-1 1 1,1-1-1,-1 1 0,0 0 1,0 0-1,0 0 0,0 0 1,-1 0-1,0 0 0,0 0 1,-1 0-1,1 9 0,-1-2 126,-1 0-1,0 0 0,0 0 1,-1 0-1,-1 0 0,0-1 1,-1 1-1,0-1 1,0 0-1,-1 0 0,-1 0 1,0-1-1,-15 20 0,-6 3 517,-3 0-1,-50 43 0,43-42-55,10-9-88,-22 21 1003,-86 101 1,130-141-1334,0 1 0,1 0 0,0 0 0,1 0 0,-1 0 0,1 0 0,1 1 0,0-1 0,0 1 0,0 0 1,1 0-1,0 0 0,0 13 0,1-20-72,0 0 1,1 1-1,-1-1 1,0 0-1,1 0 1,-1 1-1,0-1 1,1 0-1,0 0 1,-1 0-1,1 0 1,0 1 0,-1-1-1,1 0 1,0 0-1,0 0 1,0-1-1,0 1 1,0 0-1,0 0 1,0 0-1,0-1 1,1 1-1,-1-1 1,0 1-1,0-1 1,0 1-1,3 0 1,43 6-20,-38-7 10,76 5-344,112-8 0,-167 1-475,47-11 1,10-13-2784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35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4337,'0'0'8114,"379"-12"-8610,-260-4-2465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36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6265,'0'0'4001,"320"0"-4001,-190 0-1480,-12-8-3313</inkml:trace>
  <inkml:trace contextRef="#ctx0" brushRef="#br0" timeOffset="1">48 270 3409,'0'0'8730,"385"0"-8882,-254 0-2449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36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23 1400,'0'0'6006,"-7"40"-4913,-20 131-166,24-155-835,2 0-1,0 1 1,0-1 0,2 0-1,0 1 1,1-1 0,1 0-1,0 0 1,1 0 0,0-1 0,10 22-1,-5-21-47,0-1 0,1 0 0,1 0 0,0-1 0,1 0-1,1-1 1,0 0 0,21 15 0,-22-19-61,0 0 0,0-1 0,1-1 0,1 0 0,-1-1 0,1 0 0,0-1 0,0 0 0,0-1 0,1-1 0,0-1 0,0 0 0,-1 0 0,30-2 0,-38 0-12,1-1-1,-1 0 0,0 0 1,1 0-1,-1 0 1,0-1-1,0 0 0,0-1 1,0 1-1,0-1 0,-1 0 1,1-1-1,-1 1 1,0-1-1,0 0 0,6-5 1,-4 0-40,0 1 0,-1-1 1,0 0-1,0-1 0,-1 1 1,0-1-1,-1 0 0,7-21 1,-5 5-156,-2 1 1,0-1 0,-2 0-1,-1 0 1,-2-32-1,0 46 221,0 1-1,0 0 0,-1 0 0,0-1 1,-1 1-1,0 1 0,-1-1 0,0 0 1,-1 1-1,-10-16 0,6 13 136,0 0 0,-2 1-1,0 1 1,0 0 0,-1 0-1,0 1 1,-15-9 0,10 7 240,0 0 0,-1 2 1,-1 0-1,0 1 1,0 1-1,-1 1 0,0 1 1,0 0-1,-1 2 1,1 0-1,-1 1 0,-35 0 1,52 3-365,-1 1 1,1-1 0,0 1 0,0 0 0,-1 0 0,1 0-1,0 1 1,0-1 0,0 1 0,1 0 0,-1 0-1,0 1 1,1-1 0,-1 1 0,1-1 0,-5 6-1,4-3-8,-1 1 0,1 1-1,-1-1 1,2 1 0,-1-1-1,1 1 1,0 0 0,-3 13-1,0 6-15,1 0 0,1 0-1,2 0 1,1 36 0,0-52 9,2 0 0,-1 0 1,1 0-1,1 0 0,0-1 0,0 1 0,7 16 1,-7-21-14,1 0 0,0 0 0,0-1 1,0 1-1,1-1 0,-1 1 1,1-1-1,0-1 0,1 1 1,-1 0-1,0-1 0,1 0 1,0 0-1,0 0 0,8 3 1,-1-2-150,-1 0 0,1-1 0,0 0 0,0-1 0,0 0 0,0-1 0,0 0 0,0-1 0,0 0 0,0-1 0,0-1 0,0 0 0,20-5 0,-13 0-284,0 1-1,0-2 0,-1-1 1,-1 0-1,1-1 0,-1-1 1,23-20-1,35-42-3360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37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13 132 4049,'0'0'4529,"-12"234"-3617,24-159-448,41-7-352,6-13-112,48-15-136,-18-16-1048,-6-16-1713</inkml:trace>
  <inkml:trace contextRef="#ctx0" brushRef="#br0" timeOffset="1">818 1 5153,'0'0'3497,"-5"214"-2185,5-126-512,0 3-536,17-8-16,-5-11-88,18-21-160,-12-19-904,-1-24-2336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37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5009,'0'0'6617,"308"20"-6617,-189-32-1416,-19-4-2961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37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45 588 3025,'0'0'2963,"15"42"-1764,-3-11-948,110 263 1888,40 96 1019,-144-335-2769,-3 1 0,-2 0-1,-2 1 1,-3 0 0,1 75-1,-9-109-304,1-19-55,-1 1 1,0-1 0,0 0-1,0 1 1,0-1-1,-1 0 1,-2 8 0,2-10-9,0-1 1,1 0 0,-1 1-1,0-1 1,-1 0 0,1 0-1,0 0 1,0 0 0,0 0-1,-1 0 1,1 0 0,0-1-1,-1 1 1,1 0 0,-1-1 0,1 1-1,-1-1 1,1 1 0,-1-1-1,1 0 1,-1 0 0,1 0-1,-1 0 1,0 0 0,-1 0-1,-9 0 69,-1-1-1,0 0 1,1-1-1,-1 0 0,1-1 1,0-1-1,0 0 0,0 0 1,0-1-1,1-1 1,0 0-1,0 0 0,-16-13 1,7 3-135,1-1 0,0-1 0,2 0 0,0-1 0,-27-40 0,34 43-41,0-1 1,2-1-1,0 0 0,0 0 0,2-1 1,0 1-1,1-1 0,1-1 1,1 1-1,1-1 0,1 1 0,0-1 1,1 1-1,6-37 0,-4 48-7,0 1 1,0 0-1,1 0 0,0 0 0,0 0 0,1 1 0,0-1 1,0 1-1,7-7 0,50-51-1656,-34 37 592,8-10-1533,-9 5-2208</inkml:trace>
  <inkml:trace contextRef="#ctx0" brushRef="#br0" timeOffset="1">110 0 8490,'0'0'7865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38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1720,'0'0'5448,"11"44"-3605,-4-16-1555,83 292 2009,-33-137-97,62 354-1,-111-465-2083,-8-71-101,0-1-1,0 1 1,0-1-1,0 0 1,0 1-1,0-1 1,0 1-1,0-1 1,1 0-1,-1 1 0,0-1 1,0 0-1,0 1 1,1-1-1,-1 0 1,0 1-1,0-1 1,1 0-1,-1 1 1,0-1-1,0 0 0,1 0 1,-1 1-1,0-1 1,1 0-1,-1 0 1,1 0-1,-1 0 1,0 1-1,1-1 1,-1 0-1,0 0 0,1 0 1,-1 0-1,1 0 1,-1 0-1,0 0 1,1 0-1,-1 0 1,1 0-1,-1 0 1,0 0-1,1-1 0,-1 1 1,1 0-1,-1 0 1,0 0-1,1 0 1,-1-1-1,0 1 1,1 0-1,-1 0 1,0-1-1,1 1 0,-1 0 1,0 0-1,0-1 1,1 1-1,-1 0 1,0-1-1,0 1 1,0 0-1,1-1 0,20-25 565,-19 23-649,4-5-58,0 0 1,1 1-1,0 0 0,0 0 0,0 1 1,1 0-1,0 0 0,0 1 0,1 0 0,-1 0 1,1 1-1,0 0 0,1 0 0,-1 1 1,0 1-1,1-1 0,0 2 0,-1-1 1,13 1-1,-5 0-299,-1 1 0,0 1 0,26 4-1,-36-4 338,0 0 0,0 1-1,-1 0 1,1 0-1,-1 1 1,1 0 0,-1 0-1,0 0 1,0 0-1,0 1 1,-1 0 0,1 0-1,4 5 1,-2 0 77,0 1 1,-1 0-1,-1 0 1,1 0-1,-1 0 1,-1 1-1,0 0 0,-1 0 1,0 0-1,0 0 1,-1 1-1,-1-1 1,0 1-1,0-1 0,-1 1 1,-1-1-1,0 1 1,-3 12-1,3-20 43,1 0-1,-2 0 1,1 0-1,0-1 1,-1 1-1,0 0 0,0-1 1,0 1-1,0-1 1,0 0-1,-1 0 1,1 0-1,-1 0 1,-4 3-1,2-1 50,-1-1 0,-1 0 1,1-1-1,0 1 0,-1-1 0,0 0 0,-8 2 0,-8 0 260,1 0 0,-1-2 0,0 0 0,-23-2 0,36 0-201,-27 0 398,0-1 0,-45-7-1,70 5-477,1 0 0,0-1 0,-1 0 0,1-1 0,1 0 0,-1-1 0,1 0 0,-1-1 0,2 0 0,-1 0 0,-10-10 0,16 13-80,1-1 1,-1 1 0,1-1-1,0 0 1,0 1 0,1-2 0,-1 1-1,1 0 1,0 0 0,0-1-1,0 1 1,0-1 0,-1-8-1,2 1-583,0-1 0,0 1 0,1-1-1,2-12 1,3-9-3696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39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3713,'0'0'9106,"302"-15"-8938,-177-1-168,35 4-296,-36 4-1145,-23 4-1831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39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3881,'0'0'9946,"379"4"-9946,-213-8-176,-30-12-1560,-23 0-2649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0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7034,'0'0'9479,"0"53"-10055,0-13 562,-1 44 25,4 0 0,19 109-1,55 318 522,-42 1 38,-35-492-527,0-16-172,0-12-568,-6-128-5399,0 61-553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0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5457,'0'0'5455,"-2"40"-5133,-1 9-174,-2 21 294,6 121 1,9-126-27,2 0 0,3-1 0,30 81 0,16 65 256,-32-4-155,-26-136-2946,-3-98-1316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0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6385,'0'0'5322,"57"-12"-5515,186-36-112,-228 45 237,0 1 0,1 0 0,-1 1 0,1 0 0,30 4 0,-40-1 32,0-1-1,0 2 0,0-1 0,0 1 0,-1 0 0,1 0 0,-1 0 1,0 1-1,10 8 0,-9-6 24,0-1 0,-1 1 0,1 1 0,-1-1 0,0 1 0,-1 0 0,0 0 0,0 0-1,0 0 1,-1 1 0,0-1 0,0 1 0,-1 0 0,0 0 0,1 11 0,0 10 224,-2-1 0,0 0 0,-5 33 0,2-43-51,-1-1 0,0 1 1,-2-1-1,0 0 0,-8 18 1,-42 81 544,38-85-552,1 1-1,2 0 0,-17 57 0,25-65-112,2 0 0,0 0 0,0 45 0,4-68-43,0-1-1,1 1 0,-1 0 1,0 0-1,1 0 1,-1-1-1,0 1 1,1 0-1,-1-1 0,1 1 1,-1 0-1,1-1 1,0 1-1,-1 0 0,1-1 1,-1 1-1,1-1 1,0 1-1,0-1 1,-1 0-1,1 1 0,0-1 1,0 0-1,-1 1 1,1-1-1,0 0 0,0 0 1,0 0-1,1 1 1,32 2-80,-26-3 79,12 2-189,-1-2 1,1 0 0,-1 0 0,0-2 0,1-1-1,-1 0 1,0-1 0,0-1 0,18-8 0,35-18-2594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1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4657,'0'0'6553,"302"-8"-6553,-207-4-416,-12 0-2328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1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4121,'0'0'6939,"6"49"-6538,21 165 151,-4-81 49,-4-12 188,-5 390 1940,-14-384-2755,2-79-479,-2-47 399,0 0 0,0-1 1,0 1-1,0-1 0,0 1 1,0 0-1,0-1 1,1 1-1,-1-1 0,0 1 1,0 0-1,1-1 0,-1 1 1,0-1-1,1 1 0,-1-1 1,1 1-1,-1-1 1,1 1-1,-1-1 0,1 0 1,-1 1-1,1-1 0,-1 0 1,1 1-1,-1-1 0,1 0 1,0 1-1,-1-1 0,1 0 1,-1 0-1,1 0 1,0 0-1,-1 0 0,1 0 1,0 0-1,-1 0 0,1 0 1,-1 0-1,1 0 0,0 0 1,-1 0-1,1 0 1,0-1-1,-1 1 0,1-1 1</inkml:trace>
  <inkml:trace contextRef="#ctx0" brushRef="#br0" timeOffset="1">262 60 1712,'0'0'8290,"11"210"-6585,13-111-377,6 8-248,-7 0-104,1 1-336,-6-5-248,-6-12-232,-12-8-160,0-15-160,0-13-544,0-15-504,-24-12-568,0-12-2121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3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654 1 784,'0'0'14065,"-1"7"-13905,-12 39-133,-3-2 0,-1 0 0,-3 0 0,-29 48 0,4-6 23,-160 298 298,86-165-137,33-74-42,41-72 228,32-56-166,-7 12-86,20-28-55,-1 0 0,0 0 0,1 0 0,-1 1 0,1-1 0,-1 0 0,1 1 0,0-1 0,-1 0 0,1 0 0,0 1 0,0-1 0,0 0 0,0 1 0,0-1 0,0 0 0,1 1 0,-1-1 0,1 3 0,15-4-65,1183 0 2804,-1230-5-2555,11-5-2961,-36-19 0,33 13-2328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3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7586,'0'0'8229,"24"-13"-8239,85-41-2,-97 49-4,0 1 0,0 0 0,0 1 0,1 0 0,0 1 0,-1 0 0,1 1 0,0 1 0,-1 0 0,1 0 0,15 4 0,-14-3-28,-12-1 24,1 1-1,-1-1 1,1 1 0,-1-1 0,1 1 0,-1 0 0,1 0 0,-1 0-1,0 0 1,1 0 0,-1 0 0,0 1 0,0-1 0,0 1-1,0 0 1,0-1 0,0 1 0,-1 0 0,1 0 0,-1 0 0,1 0-1,-1 0 1,0 1 0,1-1 0,-1 0 0,0 1 0,0 3 0,2 5-40,-1 0 1,-1 0 0,0 1 0,-1 22-1,0-19 71,1 1 0,-1 0 0,-1 0-1,0 0 1,-2 0 0,1 0 0,-2 0 0,0-1-1,-1 0 1,-1 0 0,0 0 0,-10 18 0,-33 42 44,-72 87 1,7-12 519,106-139-487,6-8-80,0-1 1,0 0-1,1 1 1,-1 0 0,1-1-1,0 1 1,0 0 0,-1 0-1,2-1 1,-1 1 0,0 0-1,1 0 1,-1 0-1,1 0 1,0 0 0,0 0-1,1 5 1,-1-7-13,0 0 1,0 0-1,1-1 0,-1 1 1,1 0-1,-1 0 0,1-1 1,-1 1-1,1 0 1,-1-1-1,1 1 0,0-1 1,-1 1-1,1-1 0,0 1 1,0-1-1,-1 1 0,1-1 1,0 0-1,0 1 0,0-1 1,-1 0-1,1 0 0,0 1 1,0-1-1,1 0 0,30 5-10,-22-4 12,53 5-728,0-3-1,85-6 0,-88-4-2303,-16-4-2366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4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5009,'0'0'11899,"261"0"-11603,-166 0-232,35-20-64,-29-4-1489,-24 0-3096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7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5825,'0'0'12931,"83"4"-13219,0 0 288,18 4-136,-1-4-520,31 0-665,-31-4-1127,-23 0-2713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7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4913,'0'0'8938,"486"20"-9218,-302-20-1657,-19 0-3696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7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6369,'0'0'9500,"8"29"-9568,85 243 130,-62-188 98,-3 2 0,-5 1-1,15 99 1,-22-59 297,2 205 1,-18 33-1610,14-402-2092,7-24 114,3-16-3720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8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1 256,'0'0'11848,"-4"41"-11500,0-1-245,-3 7 61,3 0 0,2 0 1,2 1-1,7 53 0,43 153 1083,-16-91-572,49 430-10,-82-584-863,-2-8 123,1 0 0,0 0 0,0 0 0,0 0 0,0 0 0,0 0 0,0 0 0,0 0-1,0 0 1,0 0 0,1 0 0,-1 0 0,0 0 0,1 0 0,-1 0 0,1 0 0,-1 0 0,1 0 0,-1 0 0,1 0 0,0 1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8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5577,'0'0'5764,"29"-4"-5937,-4 0 120,-10 0 14,0 1 1,1 1-1,0 0 0,0 1 1,-1 1-1,1 1 1,0 0-1,-1 1 0,1 0 1,21 7-1,-26-5 25,-1 0 1,0 1-1,0 0 0,0 1 0,-1 0 0,0 0 0,0 1 1,0 0-1,-1 1 0,0 0 0,-1 0 0,1 1 0,-2-1 1,1 2-1,-1-1 0,-1 1 0,1 0 0,-2 0 0,1 0 1,-2 1-1,1-1 0,-1 1 0,1 12 0,-1 14 259,-3 43-1,0-40-26,-1-17-62,-1 0 0,-1 0 0,-1 0 0,-2-1-1,0 0 1,-15 37 0,-70 127 560,36-81-129,55-105-583,-50 116 791,44-100-725,2 0 0,0 0 1,1 0-1,1 0 0,-1 28 0,3-43-74,1 0-1,-1 0 0,0-1 1,0 1-1,0 0 1,1-1-1,-1 1 0,0 0 1,1-1-1,-1 1 1,1 0-1,-1-1 0,0 1 1,1-1-1,-1 1 1,1-1-1,0 1 1,-1-1-1,1 1 0,-1-1 1,1 1-1,0-1 1,-1 0-1,1 1 0,0-1 1,0 0-1,-1 0 1,1 0-1,0 1 0,0-1 1,-1 0-1,2 0 1,31 1-92,-23-2 63,17 1-247,0-1-1,38-7 1,-53 6-135,0-1 1,0-1 0,0 0-1,0 0 1,-1-1-1,0-1 1,15-9-1,18-20-3738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9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4537,'0'0'6321,"350"-44"-6313,-273 36-8,12 4-656,-24 0-1320,-12 4-3281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9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5873,'0'0'5527,"-1"42"-5242,-4 303 595,8 227 2370,-1-306-3233,-1-20-4997,-1-281 2138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49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1376,'0'0'11393,"0"44"-10832,0 312 1372,0 941 2151,0-1283-4369,0 0 1,-2-1-1,-3 18 0,-10 12-4111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50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0 397 104,'0'0'11425,"16"8"-11050,-7-3-333,-4-3-27,0 1 1,1 0 0,-1-1-1,0 0 1,1 0 0,-1-1-1,8 2 1,-10-3-8,0 0-1,-1 0 1,1 0 0,-1 0 0,1-1-1,-1 1 1,1-1 0,-1 0 0,1 0 0,-1 0-1,0 0 1,1 0 0,-1 0 0,0 0-1,0-1 1,0 1 0,0-1 0,0 0-1,0 0 1,0 0 0,-1 0 0,1 0 0,2-4-1,7-10-35,-1-1 0,0 0 0,-1-1-1,-1 0 1,-1-1 0,-1 1 0,0-1 0,-1-1-1,-1 1 1,-1-1 0,-1 1 0,0-22 0,-2 19 11,1 13 32,-1 0 0,0-1 0,-1 1 0,0-1 0,-4-15-1,4 22 28,0 1-1,0-1 0,0 1 0,-1 0 0,1 0 0,-1-1 0,1 1 1,-1 0-1,0 0 0,0 0 0,0 1 0,0-1 0,0 0 0,0 1 1,-1-1-1,1 1 0,0 0 0,-1 0 0,1 0 0,-1 0 1,1 0-1,-1 0 0,1 1 0,-4-1 0,3 0-7,0 1-1,0 0 1,0 0-1,0 0 1,0 0-1,0 0 0,0 1 1,0-1-1,0 1 1,0 0-1,0 0 1,0 0-1,0 0 1,1 1-1,-1-1 1,1 1-1,-1-1 1,1 1-1,-1 0 1,1 0-1,0 0 1,0 0-1,0 0 1,0 1-1,0-1 1,0 1-1,1-1 1,-1 1-1,1-1 0,-1 5 1,-5 8-46,2 0-1,0 0 1,1 1 0,-3 20-1,7-35 16,-5 37-2,2 1 1,2 44-1,1-59 3,0-9 27,0 1-1,2 0 1,0 0 0,0-1-1,2 1 1,0-1 0,0 0-1,2 0 1,0 0 0,0-1-1,1 0 1,1 0 0,1-1-1,0 0 1,0 0 0,1-1-1,1 0 1,0-1 0,1-1-1,0 1 1,0-2 0,22 13-1,-23-15-33,0-2-1,1 1 1,0-2-1,0 1 1,0-2-1,0 0 1,15 2-1,5-2-133,45-1 0,-64-2 81,29 1-573,42-7 0,-48 0-692,43-14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50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0 7946,'0'0'7532,"-4"39"-7521,1-14-19,-1-4 3,2 0 0,0 1 1,2-1-1,0 1 0,1-1 0,1 0 1,1 1-1,1-1 0,1 0 0,14 36 1,21 34 29,57 146 153,-85-201-139,-1 2-1,-2-1 0,-2 1 0,4 61 0,-10 12 49,0-109-89,-1 0 0,0-1 0,0 1 0,0 0-1,0-1 1,0 1 0,-1 0 0,1-1 0,0 1 0,-1-1 0,1 1 0,-1 0-1,1-1 1,-1 1 0,0-1 0,0 0 0,0 1 0,0-1 0,0 0 0,0 1 0,0-1-1,0 0 1,-2 2 0,-1-2-4,1 0 0,-1 0 0,0 0 0,0-1 0,0 1 0,0-1 0,1 0 0,-8 0 0,4 0 19,-3-1-7,-1 0 1,1-1-1,0 0 0,0 0 0,0-1 1,0 0-1,1-1 0,-1 0 1,1-1-1,0 0 0,-13-9 0,-9-9-58,-48-47-1,76 67 47,-9-8-8,1 0 0,0-1-1,-17-24 1,25 30 10,-1 0 0,1 0-1,1 0 1,-1 0 0,1-1 0,0 1-1,1-1 1,-1 0 0,1 0 0,1 1-1,-1-10 1,1 14-3,1 1 1,-1-1-1,0 0 0,1 1 0,-1-1 1,1 1-1,-1-1 0,1 0 0,0 1 1,0-1-1,0 1 0,0 0 0,0-1 1,0 1-1,0 0 0,0-1 0,0 1 1,1 0-1,-1 0 0,1 0 1,-1 0-1,2-1 0,41-16-155,-31 14 70,186-76-4213,-139 52 210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50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9858,'0'0'6858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5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0 3673,'0'0'6519,"0"35"-6102,0-6-333,1 2 31,-1 1 1,-1 0-1,-2 0 0,-2 0 1,-14 53-1,-34 63 538,-85 162 0,43-102-72,59-131-221,37-77-287,-1 1 0,1 0 0,-1-1 0,1 1 0,-1-1-1,1 1 1,-1-1 0,1 0 0,-1 1 0,1-1 0,0 0 0,-1 1 0,1-1-1,0 0 1,0 0 0,-1 1 0,1-1 0,0 0 0,-1 0 0,1 0 0,0 0-1,0 0 1,-1 0 0,1 0 0,0 0 0,0 0 0,-1-1 0,2 1 0,5 0 56,160 22-47,193 14 268,-35-35-328,-323-1-73,1 0 1,-1 0-1,0 0 0,0 0 1,1 0-1,-1 0 0,0-1 1,0 1-1,1-1 1,-1 0-1,0 1 0,0-1 1,0 0-1,0 0 0,0 0 1,0-1-1,0 1 1,2-2-1,-2 0-296,-1 0-1,1-1 1,-1 1 0,1 0-1,-1-1 1,0 1 0,0-1-1,-1 1 1,1-1 0,-1-5-1,1-15-4501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52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4049,'0'0'7648,"38"-5"-7564,126-13-73,-153 16-13,-1 1-1,1 0 1,0 0 0,-1 1-1,1 1 1,-1 0 0,1 0-1,0 1 1,19 7 0,-27-7 18,1 0 1,-1 0 0,0 1-1,0 0 1,-1-1 0,1 1-1,-1 0 1,1 0 0,-1 0-1,0 1 1,0-1 0,0 0-1,0 1 1,-1 0 0,0-1-1,1 1 1,-1 0 0,-1 0-1,1-1 1,0 1 0,-1 0-1,0 5 1,2 6 78,-1 1 0,0-1 0,-1 1 1,-1-1-1,0 1 0,-2-1 0,1 0 0,-2 0 1,0 0-1,-1 0 0,0 0 0,-1-1 0,-1 0 1,0 0-1,-16 21 0,-36 47 159,6-11 157,-45 85 0,93-148-384,1 0 0,1 1 0,0 0-1,0 0 1,1 0 0,0 0 0,0 0 0,1 0-1,0 1 1,1 12 0,0-20-22,1-1 1,-1 0-1,1 0 0,-1 1 0,1-1 1,0 0-1,0 0 0,-1 0 1,1 0-1,0 0 0,0 0 1,0 0-1,0 0 0,0 0 1,0 0-1,0-1 0,1 1 1,-1 0-1,0-1 0,0 1 1,0-1-1,1 1 0,-1-1 0,0 0 1,1 1-1,-1-1 0,0 0 1,2 0-1,47 5 251,-41-4-191,233 2 13,-228-4-417,-1-1 0,1 0 1,0-1-1,-1-1 0,1 0 0,-1 0 0,0-2 0,-1 0 0,1 0 0,-1-1 0,-1 0 0,15-12 0,12-12-3941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2:52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6857,'0'0'8282,"350"0"-8010,-214-12-272,30-23-568,-42 3-1936,-23 4-5298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01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3016 5913,'0'0'13311,"2"-3"-13248,1-2-59,0 1-1,1 0 1,-1-1 0,1 1 0,0 0 0,0 1 0,0-1-1,1 1 1,4-3 0,13-11 28,457-404 325,-198 166-371,-125 119-13,292-262 21,-18-19 23,-406 392-10,3-2 19,-1-1 0,42-61 1,-62 79 170,-5 9-7,0 0 0,0-1 0,0 1 0,0 0 0,-1-1 0,1 1 0,0-1 0,-1 1 1,1-1-1,-1 1 0,0-1 0,1 1 0,-1-1 0,0 1 0,0-3 0,13-1-137,211-182-251,-68 59 195,50-45-45,479-423-907,-649 567 920,-35 25 48,-1 3 18,-47 1-16808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02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178 147 1432,'0'0'11425,"-7"1"-10802,-25 1-91,24-1 1686,32-6-2163,1-1-1,-1-1 1,-1-1-1,29-13 1,7-3-20,107-31 34,-138 48-218,0 1 1,1 1-1,58-2 1,-86 7 122,-1 1 1,1-1-1,-1 0 0,1 0 1,-1 0-1,1 1 0,-1-1 1,1 0-1,-1 1 1,1-1-1,-1 0 0,1 1 1,-1-1-1,0 1 1,1-1-1,-1 1 0,0-1 1,1 0-1,-1 1 0,0 0 1,0-1-1,1 1 1,-1-1-1,0 1 0,0-1 1,0 1-1,0 0 1,4 27-273,-9 29 223,2-46 76,0 0 0,-1 0-1,0 0 1,-1-1 0,0 1 0,-8 9-1,-45 61 13,20-30 5,-13 20 28,-10 15 636,-74 137 0,133-210 2,1-15-337,-117-165 820,-52-67-1157,169 233-5,0-1-1,0 1 0,-1-1 0,1 1 1,0-1-1,0 0 0,0 1 1,0-1-1,1 0 0,-1 0 1,0 1-1,1-1 0,0 0 0,-1 0 1,1 0-1,0 0 0,0-2 1,0 3-183,40 3-6300,-9 8 464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03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32 4513,'0'0'9622,"-9"-5"-9243,-26-16-226,26 16-152,19 8-269,35 26 197,73 59-1,-12-6 173,-2-15-54,173 83 0,-261-142-11,4 0 2333,-52-66-5226,20 30-1757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0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12 3625,'0'0'11248,"-5"-4"-10854,-13-4-436,18 8 39,0 0 1,0 0-1,0 0 1,0 0-1,0 1 0,-1-1 1,1 0-1,0 0 1,0 0-1,0 0 1,0 0-1,0 0 1,-1 0-1,1 0 1,0 0-1,0 0 1,0 0-1,0 1 1,0-1-1,0 0 1,0 0-1,-1 0 1,1 0-1,0 0 1,0 0-1,0 1 1,0-1-1,0 0 0,0 0 1,0 0-1,0 0 1,0 0-1,0 1 1,0-1-1,0 0 1,0 0-1,0 0 1,0 0-1,0 0 1,0 1-1,0-1 1,0 0-1,0 0 1,0 0-1,8 19-129,76 95 38,-25-37 151,48 76 125,164 224 52,-259-366-365,-12-11 124,0 0-1,0 0 1,1 0 0,-1 0-1,0 0 1,0 0-1,0 0 1,1 0-1,-1 0 1,0 0 0,0 0-1,0-1 1,1 1-1,-1 0 1,0 0-1,0 0 1,0 0-1,1 0 1,-1 0 0,0 0-1,0-1 1,0 1-1,0 0 1,0 0-1,1 0 1,-1 0 0,0-1-1,0 1 1,0 0-1,0 0 1,0 0-1,0-1 1,0 1 0,0 0-1,0 0 1,1-1-1,0-30-754,-1 19 487,0-37-2054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05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6849,'0'0'5266,"30"278"-5162,-18-167 320,-6 0 248,-6-3 120,0-9-232,0-20-336,0-19-224,0-17 0,6-23-744,17-24-1312,-5-39-1921,0-21 1288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05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4233,'0'0'2656,"0"211"-1431,12-96-17,0 8-352,0 8 120,-6 0-279,6-4-129,-12-16-128,5-16-264,-5-15-96,0-25-80,0-15-176,0-20-576,0-48-9050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05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4233,'0'0'7129,"18"-26"-7059,6-11-65,32-34 0,-53 67-7,1 0 0,0 0-1,1 1 1,-1 0 0,0-1-1,1 2 1,0-1-1,0 0 1,0 1 0,0 0-1,0 0 1,0 0-1,0 1 1,1 0 0,-1 0-1,1 0 1,-1 1-1,1-1 1,6 2 0,4-2-11,-2 0-9,0 0-1,1 1 0,-1 1 0,0 0 0,20 4 0,-29-4-5,-1 1 0,1-1 0,0 1 0,-1 0 0,0 1 0,0-1 0,0 1 0,0-1-1,0 1 1,0 0 0,0 1 0,-1-1 0,0 1 0,0-1 0,0 1 0,0 0 0,0 0 0,-1 0 0,3 6 0,-1-1-8,-1 1 1,0-1 0,-1 1 0,0 0 0,0 0 0,0 15-1,-4 65 159,1-58-17,-1-16-36,0 0 0,0-1 0,-2 1 0,0-1-1,-1 0 1,0 0 0,-12 22 0,-63 99 405,31-59-272,33-49-96,-13 30 0,25-48-80,0 0-1,1 0 1,0 0 0,1 0-1,0 1 1,0-1 0,1 13 0,1-23-32,0 1 0,0-1 0,0 1 0,0-1 0,0 1 0,0-1 1,0 1-1,0-1 0,0 1 0,1-1 0,-1 1 0,0-1 0,0 0 1,1 1-1,-1-1 0,0 1 0,1-1 0,-1 0 0,0 1 0,1-1 0,-1 0 1,0 1-1,1-1 0,-1 0 0,1 1 0,-1-1 0,1 0 0,-1 0 1,0 0-1,1 1 0,-1-1 0,1 0 0,20 1-77,-13-2 41,13 2-58,-10-1 45,-1 1 0,0-2 0,1 1 0,-1-1 0,0-1 0,15-4 0,5-7-411,-1-1-1,0-1 0,29-22 0,-7-3-2312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06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3873,'0'0'8458,"350"-83"-8978,-261 71-1529,-24 0-2864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06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 1632,'0'0'7290,"0"35"-6649,0 253 918,-18 347 754,16-608-2397,-1 0 0,-1-1 0,-11 38 0,15-63 16,0-1 1,0 1-1,-1-1 0,1 1 1,0-1-1,0 1 0,0-1 1,-1 1-1,1-1 1,0 0-1,-1 1 0,1-1 1,0 1-1,-1-1 0,1 0 1,-1 0-1,1 1 1,0-1-1,-1 0 0,1 1 1,-1-1-1,1 0 0,-1 0 1,1 0-1,-1 0 1,1 0-1,-1 1 0,1-1 1,-1 0-1,1 0 0,-1 0 1,1 0-1,-1 0 1,1 0-1,-2-1 0,0 1-459,-5 0-1944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06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3929,'0'0'6433,"-6"218"-5737,6-107 217,0 8-169,0 0-208,0-4-240,0-12-168,0-7-80,0-13-48,0-12-512,0-19-1481,0-20-2632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07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3473,'0'0'8751,"9"5"-8790,38 25 67,-3 2 0,0 2 0,-2 2 0,-2 1-1,-1 3 1,-2 1 0,-2 1 0,-2 2 0,-2 2 0,-2 1 0,-2 1-1,-2 1 1,-2 1 0,-2 1 0,21 83 0,-22-37 91,-5 0 0,-4 2 1,-2 160-1,-9-125 3546,0-144-3856,0-32-3087,0 19-464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08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0 2513,'0'0'5762,"-11"41"-4602,-32 132-325,39-157-668,0 0-1,2 0 1,0 0-1,1 0 0,1 32 1,2-11 198,-2-35-349,0 0-1,0-1 0,0 1 0,0 0 0,0 0 0,1-1 0,-1 1 1,1 0-1,-1-1 0,1 1 0,0 0 0,-1-1 0,1 1 0,0-1 0,2 3 1,-3-4-14,0 0 1,1 1 0,-1-1-1,0 0 1,1 0 0,-1 1-1,1-1 1,-1 0 0,0 0-1,1 0 1,-1 0 0,1 0-1,-1 0 1,1 0-1,-1 0 1,1 0 0,-1 0-1,1 0 1,-1 0 0,0 0-1,1 0 1,-1 0 0,1 0-1,0-1 1,15-13 62,5-17 206,-2 0 0,-2-2 0,21-52 0,-23 51-275,4-17 67,-16 39-44,1 0 0,1 0 0,0 1 0,1-1 0,7-11 1,-10 20-41,0 0 0,0 1 1,0-1-1,1 1 1,-1 0-1,0 0 0,1 0 1,-1 0-1,1 1 1,0 0-1,0-1 0,-1 1 1,1 1-1,0-1 1,0 0-1,0 1 0,6 0 1,3 0-37,0 0-1,0 1 1,0 1-1,15 3 1,-9 2 39,1 1 0,-1 0 0,0 2 0,0 0 0,-1 1 0,-1 1 1,26 22-1,17 11-215,76 51-1767,-87-55-358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10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0 2401,'0'0'4786,"-8"36"-4299,-28 117-22,34-141-360,-2 0-1,0-1 1,0 1-1,-1 0 1,0-1-1,-9 13 1,0-1 85,-15 29 216,-36 74 601,14-14-92,-36 85 46,73-158-776,1 0 0,1 1 1,-5 44-1,16-83-162,1 0 0,0 0 0,0 0 0,-1 0 0,1 0 0,0 0 0,0 0 0,0 0 0,0 0 0,0 0 0,0 0 0,0 0 1,1 0-1,-1 0 0,0 0 0,0 0 0,1 0 0,-1 0 0,1 0 0,-1 0 0,1-1 0,-1 1 0,1 0 0,0 0 0,-1 0 0,1-1 0,1 2 0,0-1 64,1-1 0,-1 1-1,1-1 1,-1 1-1,1-1 1,-1 0 0,1 0-1,-1 0 1,4-1-1,9 1-156,529-15 973,-312 10-1320,-170 5 289,-63-5-272,-1-1-18,0 1 1,0-1-1,-1 1 1,1 0 0,-1 0-1,0 0 1,-1 0-1,1 0 1,-8-7 0,-19-23-5682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11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4425,'0'0'7776,"13"-3"-7933,37-5 140,0 3 1,78 1 0,-124 4 17,0 0 0,0 0 0,0 0 0,0 0 1,0 1-1,0-1 0,0 1 0,0 0 0,-1 1 0,1-1 1,0 0-1,0 1 0,-1 0 0,1 0 0,-1 0 1,0 0-1,0 1 0,0-1 0,0 1 0,0 0 1,0 0-1,0 0 0,-1 0 0,0 0 0,0 1 0,0-1 1,0 1-1,0-1 0,0 1 0,-1 0 0,0-1 1,0 1-1,0 0 0,0 0 0,-1 0 0,1 7 1,1 17 162,-3 53 1,0-71-138,-1 1 0,0-1 1,0 0-1,-1 0 0,0 0 1,-1 0-1,0 0 0,-7 10 0,-18 24 217,-53 60-1,-10 16 1185,91-119-1412,0-1-1,1 1 0,-1 0 0,1-1 0,-1 1 1,1 0-1,-1 0 0,1-1 0,0 1 0,-1 0 1,1 0-1,0 0 0,-1 0 0,1 0 0,0 0 0,0 0 1,0-1-1,0 1 0,0 0 0,0 2 0,1-2-17,0-1 0,1 1 0,-1 0-1,0-1 1,0 1 0,0 0 0,1-1-1,-1 0 1,0 1 0,1-1-1,-1 0 1,0 1 0,1-1 0,-1 0-1,2 0 1,70 5 210,85-5 0,-62-1-492,-77 1-328,0 0-1,0-1 1,0-1 0,32-8-1,-13-5-3306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11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1 183 6153,'0'0'5986,"344"-75"-5738,-202 31-248,-30 12-921,-23 0-3447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27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27 3993,'0'0'11346,"0"-4"-10479,0-12-165,0 12-144,-1 2-3,5 4 968,32 27-1768,17 13 15,-3 3 0,-1 1 0,73 91 0,-95-97 136,-2 1 1,-1 1 0,-2 1-1,-2 1 1,-2 1-1,-2 0 1,-2 1 0,-2 1-1,-3 0 1,-1 1 0,3 87-1,-12 127-228,-2-223 280,-1-1 0,-3-1 0,-1 1 0,-22 64 0,7-44 35,-3-1-1,-2-2 1,-37 56 0,46-83 20,0-2 1,-2 0-1,-1-1 1,-1-1-1,-1 0 1,-1-3-1,-39 27 1,51-40 80,0-1 1,0-1-1,-1 0 0,0-1 0,0-1 1,-1 0-1,1-1 0,-1 0 1,0-1-1,0-1 0,0 0 1,1-1-1,-27-4 0,37 4-68,1-1-1,-1 1 1,0-1 0,1 0-1,-1 0 1,1-1-1,-1 1 1,1-1-1,0 0 1,0 0 0,0 0-1,0 0 1,0 0-1,0-1 1,0 1 0,-2-4-1,1 0-17,0 1 0,0-1-1,1 0 1,0 0 0,0 0 0,1 0-1,-1-1 1,-1-8 0,1-4-179,0-1-1,1 1 1,1 0-1,1-1 1,3-26-1,-1 37 20,-1 1 1,1 0-1,1 0 0,0-1 0,0 2 0,0-1 1,1 0-1,0 1 0,1 0 0,0 0 1,0 0-1,0 0 0,8-6 0,9-9-838,2 2 0,32-22 0,-35 26 18,33-21-2624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28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7009,'0'0'10131,"77"36"-23262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29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270 250 4441,'0'0'9745,"-28"8"-9110,-90 24 35,74-23 15,28-10-208,10-1-354,4 0-103,-1 1 0,1 0-1,-1-1 1,1 0 0,0 1 0,-1-1 0,1 0 0,0 0 0,0 0 0,1 0 0,-1-1 0,0 1 0,1 0 0,-1-1 0,1 1 0,-2-4 0,-13-43-157,13 32 48,1 0 0,1 0 0,1 0 0,0 0 0,5-28 0,-5 42 60,1 0 1,0 0 0,0-1 0,0 1-1,0 0 1,1 1 0,-1-1 0,1 0-1,0 0 1,-1 1 0,1-1 0,0 1 0,1-1-1,-1 1 1,0 0 0,4-3 0,0 2-59,-1-1 0,1 1 0,0 0 1,0 1-1,0-1 0,0 1 0,12-2 1,-5 1-156,0 2 1,0 0-1,0 0 1,0 1-1,0 1 1,0 0-1,22 5 1,-30-5 179,1 1 0,-1 1 0,0-1 0,0 1 0,0 0 0,0 0 0,-1 1 1,1-1-1,-1 1 0,0 0 0,0 0 0,0 0 0,-1 1 0,1-1 0,-1 1 0,0 0 1,-1 0-1,1 0 0,-1 0 0,0 1 0,0-1 0,0 0 0,0 8 0,3 12 19,-1 1 0,-1-1 0,-1 46 0,-2-31 63,-11 74 0,8-96 7,-1 0 1,-1 0 0,0 0-1,-2-1 1,0 0 0,-12 21-1,-3-3 216,-43 56-1,52-76-69,-1 0 0,0-1 0,-1 0-1,0-2 1,-25 17 0,37-27 1,0 0 0,-1-1 0,1 1 0,-1-1 0,1 0-1,-1 0 1,1-1 0,-1 1 0,1-1 0,-1 1 0,-5-1 0,8-1-182,1 1-1,0-1 1,-1 1 0,1-1 0,0 1-1,0-1 1,0 0 0,-1 1-1,1-1 1,0 1 0,0-1 0,0 0-1,0 1 1,0-1 0,0 1 0,0-1-1,0 0 1,0 1 0,0-1-1,1 1 1,-1-1 0,0 0 0,0 1-1,1-1 1,-1 1 0,0-1 0,0 1-1,1-1 1,-1 1 0,1-1-1,-1 1 1,0 0 0,2-2 0,17 1-234,1 0 1,0 1 0,0 1-1,0 1 1,0 0 0,-1 2 0,1 0-1,-1 1 1,0 1 0,0 1 0,21 11-1,12 8-22,50 21-169,-89-42 199,-1-1 0,1 0 0,-1-1 1,1 0-1,0-2 0,17 2 0,-27-3 97,0-1 0,0 1 0,0 0 0,0-1 0,0 1 0,0-1 0,0 0 0,-1 0 0,1 0 0,0-1 0,0 1-1,-1-1 1,1 1 0,-1-1 0,0 0 0,1 0 0,-1 0 0,0 0 0,0 0 0,0-1 0,0 1 0,1-4 0,3-4-444,-1 0 0,-1 0 0,0-1 0,5-17 0,5-35-3181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30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5049,'0'0'12019,"53"-24"-12083,42 20 64,12-4 64,5 4-64,7 0-136,-6 0-769,11 4-1183,-35 0-2121,-24 0-1640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30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3953,'0'0'11018,"214"15"-11146,-72-15-248,54-4-816,-31-15-2081,-22-1-4985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31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6889,'0'0'9234,"397"0"-11298,-273 0-1089,-23 0-4504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31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1 588 1384,'0'0'9676,"56"-34"-9066,186-117-381,-110 56-242,-108 74-129,33-39-1,-40 41 6,-1 0-1,-1-2 1,14-25 0,-23 37 202,-2-1 0,1 0 0,-1 0 0,-1 0 1,0-1-1,0 1 0,-1-1 0,0 1 1,0-18-1,-2 26 514,0 20-266,-1 172-950,3 242 721,0-394-261,13 57-1,-6-38-844,-7-4-967,-2-53 1966,0 1 1,-1 0 0,1-1 0,-1 1-1,1 0 1,-1-1 0,1 1 0,-1-1-1,1 1 1,-1 0 0,0-1 0,1 0-1,-1 1 1,0-1 0,1 1 0,-1-1-1,0 0 1,1 1 0,-1-1 0,0 0-1,0 0 1,0 0 0,1 0 0,-1 1 0,0-1-1,0 0 1,1 0 0,-1-1 0,-1 1-1,-34 0 99,25 0-98,-19 0 479,-1-1 1,-59-10-1,73 7 238,0 1 1,-1 1-1,-25-1 0,42 3-578,7 0-73,282 16 1073,-221-18-1081,0-3 1,84-17 0,35-20-3233,-115 21-2171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35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1 799 1120,'0'0'10510,"59"-31"-10317,197-102-85,-205 105-105,-1-1 0,-2-2 1,61-51-1,-49 31-266,84-89 0,-116 109 200,-2-1-1,-1-1 0,-2-1 0,32-63 1,-43 65 124,-6 18-344,-4 41-235,-2 898 2431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35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8314,'0'0'9226,"373"-16"-9194,-207 4-24,12 0-8,-6 8-400,23 4-761,-41 0-1191,-35 0-2257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36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 6025,'0'0'6268,"26"48"-6849,26 46 578,88 166 189,-117-215-105,-1 1 1,-2 2 0,-2 0-1,-3 0 1,-1 2 0,-3 0-1,8 80 1,-16-70 42,-6 61 0,2-115-96,1 0 0,-1 0-1,0-1 1,-1 1 0,1 0 0,-1-1 0,0 1 0,-1-1-1,1 0 1,-1 0 0,0 0 0,-1 0 0,1 0-1,-1-1 1,-7 8 0,4-6 73,0-1 0,0-1 0,0 1 0,0-1 0,-1 0 0,0-1 0,1 0 0,-1 0 0,0-1 0,-10 2 0,-2-1 93,0-1 1,0-1-1,0 0 0,-1-2 0,1 0 0,0-1 0,0-1 0,-31-9 0,31 5-97,0-1-1,0-1 1,0 0-1,1-1 0,1-1 1,-21-16-1,31 21-86,-1-1 1,2 0-1,-1 0 0,1 0 0,0-1 0,1 0 0,-1 0 1,2 0-1,-1-1 0,1 0 0,1 0 0,-1-1 0,2 1 1,-1-1-1,-2-11 0,4-5-84,1-42 0,1 36-22,1 23 1,0 0 1,0-1-1,1 1 0,0 0 1,1 0-1,0 0 1,0 0-1,1 1 0,0-1 1,1 1-1,0 0 0,0 0 1,0 1-1,1 0 1,0-1-1,8-6 0,14-11-957,1 0 1,55-34-1,-42 31-556,14-10-2256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36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5457,'0'0'11067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36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10538,'0'0'6970,"397"4"-8018,-231 0-393,-30 0-1783,-29 0-4738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37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5009,'0'0'10866,"397"-36"-11826,-207 8-1768,-19-4-4770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38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10546,'0'0'5809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37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0 3409,'0'0'2960,"26"49"-2620,87 165-152,-69-135-121,54 110 29,-84-157-13,-1 1 0,-2 1-1,10 53 1,-16-48 248,-1 1-1,-3 59 1,-1-61 43,0-36-312,-1 0 1,1 1 0,0-1 0,0 0 0,-1 0 0,0 1 0,1-1 0,-1 0 0,0 0-1,0 0 1,0 0 0,0 0 0,0 0 0,-1 0 0,1 0 0,0 0 0,-1-1 0,0 1-1,1-1 1,-1 1 0,0-1 0,0 1 0,0-1 0,0 0 0,0 0 0,0 0 0,0 0-1,0 0 1,0-1 0,-1 1 0,1-1 0,0 1 0,0-1 0,-4 0 0,-5 1 167,0-1 1,0 0 0,0 0-1,0-1 1,0-1-1,-15-4 1,9 1-62,-1-1 1,1-2-1,0 1 0,0-2 1,1 0-1,0-1 1,-22-19-1,7 3-109,1-2-1,-39-47 1,61 66-57,0-1 0,0 0 0,1 0 1,0-1-1,1 0 0,0 0 0,1 0 0,0-1 1,1 1-1,1-1 0,-1 0 0,2-1 0,0 1 1,0 0-1,1-1 0,1-20 0,0 30-2,1-1 0,0 1-1,0 0 1,0-1-1,0 1 1,0 0 0,1 0-1,-1 0 1,1 0 0,0 0-1,0 0 1,0 0-1,0 1 1,1-1 0,-1 1-1,1-1 1,-1 1 0,1 0-1,0 0 1,0 0-1,6-2 1,5-3-16,1 1 0,0 0 0,23-4 0,-25 6 1,26-5-365,0 1-1,1 1 0,0 3 1,0 1-1,0 2 0,56 6 0,-71 2-2252,-11 1-2033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38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56 6873,'0'0'10191,"-10"0"-9930,-22 0-322,49 0-137,85 1 61,1 1 308,393 2 339,-3-35-351,-411 20-240,-15 1-877,80-1-1,-146 11 896,-1 0 0,0 0-1,1 0 1,-1 0-1,1 0 1,-1 0 0,0 0-1,1 0 1,-1 0-1,1 1 1,-1-1-1,0 0 1,1 0 0,-1 0-1,0 0 1,1 0-1,-1 1 1,0-1 0,1 0-1,-1 0 1,0 1-1,1-1 1,-1 0 0,0 0-1,1 1 1,-1-1-1,0 0 1,0 1 0,0-1-1,1 0 1,-1 1-1,0-1 1,0 1 0,0-1-1,0 0 1,0 1-1,0-1 1,0 1 0,1-1-1,-5 16-1180,3-14 1033,-1 3-229,0-1-1,-1 1 1,1-1 0,-1 0-1,0 0 1,-5 6 0,-30 23-5913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40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2 6161,'0'0'10190,"-6"-1"-10315,6 1 101,-1 0 1,1 0-1,-1 0 0,1-1 0,-1 1 1,0 0-1,1 0 0,-1 0 0,1 0 1,-1 0-1,0 0 0,1 1 0,-1-1 1,1 0-1,-1 0 0,1 0 0,-1 1 1,1-1-1,-1 0 0,0 0 0,1 1 1,0-1-1,-1 0 0,1 1 0,-1-1 1,1 1-1,-1-1 0,1 0 0,0 1 1,-1-1-1,1 2 0,-1-1-15,1 1-1,0-1 0,0 1 1,0 0-1,0-1 1,1 1-1,-1-1 1,0 1-1,1-1 1,-1 0-1,1 1 1,1 2-1,36 59-419,-25-44 428,32 52 15,-4 1 1,46 109-1,-69-137 17,-3 1 0,-1 1 0,-3 0 0,-2 0 0,7 85-1,-15 97 74,-2-212-55,0-1 0,-1 0 0,0 0 0,-1 0 0,-1 0 0,0-1 0,-9 19 0,11-27 13,-2 0 0,1 0 0,-1 0 0,1 0 0,-2-1-1,1 0 1,-1 1 0,1-2 0,-1 1 0,-1-1 0,1 1 0,0-1 0,-1-1 0,0 1 0,0-1 0,0 0 0,-1 0 0,-8 2 0,5-2 50,-1-1 1,1 0 0,-1-1-1,0 0 1,0 0 0,0-1 0,0 0-1,1-1 1,-1-1 0,0 0-1,0 0 1,1-1 0,0 0-1,-1-1 1,1 0 0,0 0 0,1-1-1,-1-1 1,1 1 0,0-2-1,1 1 1,-1-1 0,1 0 0,-11-14-1,8 7-101,0 0-1,1 0 0,0-2 1,2 1-1,-1-1 1,2 0-1,0-1 0,1 1 1,1-1-1,1-1 1,0 1-1,1-1 0,1 1 1,0-24-1,1 20 3,1 13 12,-1-1 0,1 1 0,1 0-1,-1-1 1,2 1 0,-1 0 0,1 0-1,0 0 1,6-14 0,-1 11-26,0 0 0,1 0 0,0 0 0,1 1 0,1 1 0,-1 0 0,19-14 0,85-51-811,29-2-1329,-45 37-3283,-81 34 621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41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9618,'0'0'7402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41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229 255 4257,'0'0'11828,"-31"-9"-11339,-100-31-245,128 39-256,0 0-1,-1 0 1,1 0-1,0-1 1,0 1-1,0-1 1,0 0-1,0 0 1,1 0-1,-1 0 1,0 0-1,1-1 1,0 1-1,-1-1 1,1 0-1,0 1 1,0-1-1,1 0 1,-1 0-1,1-1 1,-1 1-1,1 0 1,0 0-1,0-1 0,0 1 1,1 0-1,-1-1 1,1 1-1,0-1 1,0 1-1,0 0 1,0-1-1,1 1 1,0-5-1,0-10-256,-1 14 208,0-2-81,0 0 0,0 0 0,0 0 0,1 0 0,0 0 0,2-8 0,-2 12 101,0 0 1,0 1-1,1-1 0,-1 0 0,0 1 0,1-1 1,-1 0-1,1 1 0,-1 0 0,1-1 0,0 1 0,0 0 1,-1 0-1,1 0 0,0 0 0,0 0 0,0 0 0,0 1 1,0-1-1,3 0 0,4-2-152,1 1 0,-1 0-1,1 1 1,0 0 0,0 0 0,0 1-1,0 0 1,0 1 0,0 0 0,16 4-1,-20-3 99,0 0 0,1 1 0,-1-1-1,-1 1 1,1 0 0,0 1 0,-1 0-1,1 0 1,-1 0 0,0 0 0,-1 1-1,1-1 1,-1 1 0,0 1 0,0-1-1,5 9 1,-2 0-27,-1 0 1,-1 0-1,0 0 0,-1 1 0,0 0 0,-1 0 1,1 18-1,-2-8 117,-2 0 1,0 0-1,-7 42 1,4-52 64,-1-1 0,-1 1 0,0-1-1,-1 0 1,0 0 0,-1 0 0,-1-1 0,0 0 0,-13 15 0,2-5 374,-2 0 1,0-2-1,-41 34 1,50-47 40,0 0 1,-1 0 0,0-1-1,-1-1 1,1 0 0,-16 4 0,99-6-182,35-5-522,70 0-390,-63 10-3222,-78-4-720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44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3137,'0'0'11940,"-10"1"-10445,45 7-1527,0 0 1,1-3 0,71 2 0,-72-5 37,237 0 128,-160-3-5856,-142 1 2529,-11 0-3639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44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4601,'0'0'9914,"355"0"-9914,-206 0-664,-13 0-2273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45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44 4017,'0'0'12228,"-15"-5"-11435,-44-16-357,44 15-277,22 6-447,730 8 251,-732-8 14,-4 1 19,-1-1 0,0 0 0,1 0 1,-1 0-1,1 0 0,-1 0 0,1 0 0,-1 1 0,1-1 0,-1 0 0,1 0 0,-1 0 0,1-1 1,-1 1-1,0 0 0,1 0 0,-1 0 0,1 0 0,-1 0 0,1 0 0,-1-1 0,0 1 0,1 0 1,-1 0-1,1-1 0,-1 1 0,0 0 0,1-1 0,-1 1 0,0 0 0,1-1 0,-1 1 0,0 0 1,0-1-1,1 1 0,-1-1 0,0 1 0,0-1 0,0 1 0,0 0 0,0-1 0,1 1 0,-1-1 1,0 1-1,0-1 0,0 1 0,0-1 0,0 1 0,0-1 0,0 1 0,-1-1 0,1 0-13,0 1-1,0 0 1,0-1-1,0 1 1,0 0-1,0 0 1,0-1-1,-1 1 1,1 0-1,0-1 1,0 1-1,0 0 1,-1 0-1,1-1 1,0 1-1,0 0 1,-1 0-1,1 0 1,0-1-1,0 1 1,-1 0-1,1 0 1,0 0-1,-1 0 1,1 0-1,0 0 1,0 0-1,-1-1 1,1 1-1,0 0 1,-1 0-1,1 0 1,0 0-1,-1 0 1,1 0-1,0 0 1,-1 1-1,1-1 1,-1 0-1,-95-2-6395,48 2 53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46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1 5097,'0'0'2742,"2"35"-2650,-1-29-85,2 58 79,4-1 0,22 96 0,-4-41 758,-4 1 0,-6 1 0,1 206 0,-17-284-532,-1 1 0,-9 51 1,6-70-132,-1 1 1,-1-1-1,-1 0 1,-22 44-1,21-51-45,-1 0-1,0 0 1,-1 0-1,0-2 1,-22 24-1,29-35-81,0-1 1,0 1-1,-1-1 0,1 0 0,-1 0 1,1 0-1,-1-1 0,0 1 0,0-1 1,0 0-1,0-1 0,-1 1 0,1-1 1,0 0-1,-1-1 0,1 1 0,0-1 0,-1 0 1,1 0-1,-1-1 0,1 1 0,0-1 1,-1 0-1,1-1 0,-7-2 0,6 1-8,0 0-1,0 0 1,1 0 0,-1-1-1,1 0 1,0 0-1,0-1 1,0 1-1,-6-9 1,0-1 0,0-1 0,-11-21 0,11 16-84,2 0 0,0-1 0,1 0 0,1 0 0,1-1 0,-4-31 0,5 16-89,3 1 0,0-1 0,5-43 0,-1 70 118,0 1 0,0-1-1,0 0 1,2 1 0,-1 0-1,1 0 1,0 0-1,1 0 1,0 0 0,0 1-1,1 0 1,0 0 0,0 0-1,1 1 1,0 0 0,1 1-1,-1-1 1,1 1-1,9-5 1,15-8-33,0 1 0,2 2 0,58-21 1,-53 23-348,2 2 1,-1 1 0,69-7 0,-7 12-4259,-94 6 1583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46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11666,'0'0'6594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56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44 259 4457,'0'0'8431,"-6"-12"-7251,1 1-882,-25-58 1558,29 64-1679,0 0 0,1 0 0,-1-1-1,1 1 1,0 0 0,1-10 0,0-2-127,0 13-53,-1 1 0,1 0 0,0-1 0,0 1 0,0 0-1,0 0 1,1 0 0,-1-1 0,1 2 0,0-1 0,0 0 0,0 0-1,0 0 1,0 1 0,1-1 0,-1 1 0,1 0 0,0 0-1,-1 0 1,1 0 0,0 0 0,0 1 0,4-2 0,6-3-40,-1 1 0,1 0 0,0 1 0,26-5 0,9 3-196,0 3 0,51 2 1,-55 2-84,-29-2 157,0 2 0,1 0-1,-1 1 1,0 1 0,0 0 0,18 6 0,-27-7 112,-1 1 0,1-1 1,-1 1-1,0 0 1,0 0-1,0 1 1,0-1-1,0 1 1,-1 0-1,0 0 1,0 1-1,0-1 1,0 1-1,-1 0 1,0 0-1,0 0 1,0 1-1,-1-1 1,3 7-1,-2 2-14,0 0 0,-1 0 0,0 1 0,-2-1 0,0 19 0,0-16 50,-1-6 16,0-1 0,0 0 0,-1 0 0,-1 0 1,0 0-1,0 0 0,-1 0 0,0-1 0,0 1 0,-1-1 0,0 0 0,-13 15 0,-7 6 21,-2-1-1,-32 28 1,34-33 7,-61 53 44,47-45 112,1 2 0,-62 75 0,98-106-166,0 0 1,0 0-1,0 0 1,1 0-1,0 0 1,-1 1-1,1-1 1,0 0-1,1 1 1,-1-1-1,1 1 1,-1-1-1,1 1 1,0-1-1,1 4 1,-1-7-18,0 1 0,0-1 0,0 1 1,0-1-1,0 1 0,0-1 1,0 0-1,0 1 0,0-1 1,0 1-1,0-1 0,0 0 0,0 1 1,0-1-1,1 1 0,-1-1 1,0 0-1,0 1 0,0-1 1,1 0-1,-1 1 0,0-1 0,1 0 1,-1 1-1,0-1 0,0 0 1,1 0-1,-1 0 0,1 1 1,-1-1-1,0 0 0,1 0 1,-1 0-1,0 0 0,2 1 0,15 2 32,0 0 0,1-2 0,0 0-1,-1 0 1,23-4 0,10 2 9,9-2-523,-1-3 0,-1-2 0,106-30 0,-132 30-458,32-8-2970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56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4033,'0'0'10850,"231"-8"-11218,-65-8-1400,-24 4-1241,-17 0-2912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57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742 1 8026,'0'0'6422,"-53"8"-5892,-24 5-449,-73 22-1,138-31-72,2-1-1,-1 2 0,0 0 0,1 0 1,0 1-1,0 0 0,1 1 0,0 0 1,0 0-1,-14 15 0,-18 21 106,2 2-1,2 1 0,2 1 0,2 2 1,-36 72-1,55-92-73,1 1 1,1 0 0,2 0-1,1 1 1,1 1 0,2-1-1,1 1 1,2 0 0,0 1-1,3-1 1,4 48 0,-3-73-42,1 1 1,0-1-1,0 0 1,0 1 0,1-1-1,0-1 1,0 1-1,1 0 1,0-1-1,0 0 1,0 0-1,1 0 1,0 0 0,0-1-1,0 1 1,1-1-1,0-1 1,0 1-1,0-1 1,1 0-1,-1-1 1,1 1 0,0-1-1,9 3 1,5 0-51,1-1 0,-1 0 0,1-2 0,0 0 0,0-2 0,0 0 0,39-5 0,-12-2-544,0-2-1,0-3 1,-1-2 0,-1-2 0,57-25 0,42-31-4710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57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5641,'0'0'8762,"314"-60"-8762,-171 37-232,40-5-1136,-41 4-1529,-17 4-3776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57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931 49 7802,'0'0'9095,"-57"-10"-8055,-186-26-526,227 34-483,1 1 1,-1 1 0,-16 2 0,25-1-20,1 0-1,0 1 0,-1-1 1,1 1-1,-10 5 1,-6 6-7,1 0 0,1 1 0,0 1 0,1 0 0,1 2 1,0 0-1,2 1 0,-21 28 0,-3 9 5,-58 110-1,66-103 21,3 1 1,-35 113-1,50-128-36,3 1 0,2 0 0,2 0 0,-1 78 0,8-114-7,0 1-1,0-1 0,2 1 0,0 0 1,0-1-1,7 19 0,-7-27 3,1 1-1,0-1 1,0 0 0,0 0-1,0 0 1,1 0-1,0-1 1,0 0-1,0 1 1,1-2-1,-1 1 1,1 0-1,0-1 1,0 0 0,0 0-1,11 4 1,2 0-34,0-1 1,1 0 0,0-2 0,0 0 0,0-1 0,24 0 0,9-2-187,61-8 1,-74 3-48,0-3 0,0-1 0,0-2 0,48-19 0,140-75-4988,-109 40-1574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58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643 1 5289,'0'0'7522,"-58"35"-7348,-186 123 113,231-149-253,0 2-1,1 0 0,0 0 1,1 1-1,0 0 0,1 1 1,0 0-1,-11 20 0,15-21-3,-134 248 483,125-228-455,2 2 0,1 0 0,2 1 0,1 0 0,1 0 0,-2 41-1,9-62-35,-1 10 3,1-1-1,1 1 1,4 35-1,-3-53-23,0 0 0,1 0 0,-1 0 0,1-1-1,0 1 1,1-1 0,-1 0 0,1 1 0,0-1 0,0 0 0,0 0 0,1-1 0,0 1-1,0-1 1,0 0 0,1 0 0,-1 0 0,1-1 0,5 4 0,5 0-19,-1-1-1,1-1 1,0 0 0,1-1 0,-1-1 0,1 0 0,0-1-1,0-1 1,17 0 0,0-2-260,1-1 0,-1-1 0,39-10 0,-50 7-358,1-1 1,34-16-1,29-20-3163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3:58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1688,'0'0'7770,"-6"210"-6458,6-103-255,0 8-369,0 1-200,0-5-280,0-12-176,0-20-32,0-15-896,6-25-1625,0-19-3136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35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38 4121,'0'0'7107,"-23"25"-6998,-10 10-39,-29 41 0,58-71-50,1 0 0,0 1 0,0-1 1,0 1-1,1-1 0,0 1 0,0 0 0,1 0 0,-1 0 0,1 1 0,0-1 1,1 0-1,0 0 0,0 0 0,0 1 0,0-1 0,1 0 0,0 0 1,1 0-1,-1 0 0,4 8 0,0-2 35,1 0 0,0 0 1,0 0-1,1-1 0,1 0 1,0-1-1,0 0 0,18 17 0,-15-16-13,2-1-1,-1 0 0,1-1 1,0 0-1,1-1 0,0 0 1,17 6-1,-14-9-71,0 0 0,1-2 0,-1 0 0,1-1 0,0 0 0,0-2 0,0 0 0,-1-1 0,24-4 0,-32 3 15,-1 0 1,0-1-1,1 0 1,-1 0-1,-1-1 1,1 0-1,0 0 1,-1-1-1,0 0 1,0 0-1,0-1 1,-1 0-1,0 0 1,0 0-1,0-1 1,-1 0-1,0 0 1,-1 0-1,1-1 1,4-12-1,-3 6 20,-1 0-1,0 0 1,-1 0-1,-1-1 1,0 0-1,-1 1 1,-1-1-1,0 0 1,-1 0-1,-1 0 1,-2-17-1,1 23 17,-1 1 0,0-1-1,-1 1 1,1-1 0,-2 1-1,1 0 1,-1 1 0,0-1-1,-1 1 1,0 0 0,0 0-1,0 1 1,-1 0 0,0 0-1,-11-8 1,0 3 74,1-1 1,-2 2 0,1 0-1,-1 2 1,-32-11-1,41 16-22,0 0-1,-1 1 1,1 0-1,0 1 1,-1 0-1,1 1 0,-1 0 1,1 0-1,-15 4 1,19-3-68,0 0 0,1 1 0,-1 0 1,1 1-1,-1-1 0,1 1 0,0 0 1,0 0-1,0 0 0,0 1 0,1 0 1,0 0-1,-1 0 0,1 0 0,1 1 1,-7 9-1,5-5 3,0-1-1,1 1 1,1 0-1,0 0 1,0 0-1,0 1 1,1-1 0,0 12-1,-1 10 63,3 38-1,1-30-48,-1-30-13,0 0-1,0-1 1,1 1 0,0 0-1,1-1 1,0 1 0,0-1-1,1 0 1,3 10 0,-4-15-10,1 1 0,-1-1 0,1 0 0,-1 0 0,1 0 0,0 0 0,0 0 0,0-1 0,1 1 0,-1-1 0,1 0 0,-1 0 0,1 0 0,0 0 0,-1-1 0,1 1 0,0-1 0,0 0 0,0 0 0,0-1 0,5 1 0,1 0-103,0 0-1,1 0 0,-1-1 1,0 0-1,1-1 0,-1-1 0,0 1 1,0-1-1,0-1 0,13-5 1,-12 3-25,0-1 0,0-1 0,-1 0 0,0 0 1,0-1-1,-1 0 0,0 0 0,10-13 0,0-1-514,-2-1 1,0-1-1,-1 0 0,-2-1 0,0-1 1,12-35-1,-26 61 643,0-1 0,0 1 0,0-1 0,1 0 1,-1 1-1,0-1 0,0 1 0,0-1 0,0 1 0,1-1 0,-1 1 1,0-1-1,0 1 0,1-1 0,-1 1 0,0-1 0,1 1 0,-1-1 1,1 1-1,-1-1 0,1 1 0,-1 0 0,0-1 0,1 1 0,-1 0 1,1 0-1,0-1 0,-1 1 0,1 0 0,-1 0 0,1 0 0,-1 0 1,1-1-1,-1 1 0,1 0 0,0 0 0,-1 0 0,1 0 0,-1 0 1,1 0-1,0 1 0,-1-1 0,1 0 0,-1 0 0,1 0 0,-1 1 1,1-1-1,0 0 0,19 24 55,-17-20-47,21 30 257,2-1 1,32 33 0,-47-55-205,1 0-1,0-1 0,0-1 0,1 0 0,0-1 1,1 0-1,0-1 0,0 0 0,23 6 1,-9-7-435,1-1 1,0-2 0,55-1 0,-11-2-3393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01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268 120 4233,'0'0'12377,"-5"-20"-11491,-19-59-174,17 59-251,6 20-457,1 1-1,-1 0 0,1-1 0,-1 1 1,1 0-1,-1 0 0,1-1 0,-1 1 1,1 0-1,0 0 0,-1 0 0,1-1 1,0 1-1,0 0 0,0 0 1,0 0-1,0 0 0,0-1 0,0 1 1,0 0-1,0 0 0,0 0 0,0 0 1,1 1-1,-1 2-23,0 30-45,1 0 0,2 0 0,2 0 0,1 0 0,11 34 0,42 152 60,-9 2 0,-10 2-1,-10 2 1,2 308 0,-32-532-2,0 0 0,1 0 0,-1-1 0,0 1 0,-1 0 0,1 0 0,0 0 0,0-1 0,-1 1 0,1 0 0,-1 0 0,1-1 0,-1 1 0,-1 2 1,1-4 8,-1 1 0,1-1 0,0 1 0,-1-1 0,1 1 0,-1-1 0,1 0 0,-1 0 0,1 0 0,0 0 0,-1 0 0,1 0 0,-1 0 0,1 0 1,-1 0-1,1-1 0,0 1 0,-1-1 0,-2 0 0,-12-6 12,-1 0 0,1-1 0,1-1 0,-1 0 0,1-1 0,1 0 0,0-2 0,1 1 0,-14-17 0,-12-14-57,-53-75 1,71 88 40,2-2 0,1 0 0,1-1 0,-15-44 0,24 56 0,2 0-1,1-1 1,0 0 0,2-1-1,0 1 1,1 0 0,1-1-1,4-33 1,-3 53-15,1 0-1,0 0 1,0 0 0,-1 0 0,1 0-1,0 1 1,1-1 0,-1 0 0,0 1-1,0-1 1,1 1 0,-1-1 0,1 1-1,-1 0 1,1-1 0,0 1-1,-1 0 1,1 0 0,0 0 0,0 1-1,0-1 1,0 0 0,0 1 0,0-1-1,0 1 1,0-1 0,0 1 0,3 0-1,8-4-133,187-45-1767,-31 8-86,-136 31 530,0-1-1,60-31 0,-53 17-1474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02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3145,'0'0'13611,"89"8"-20429,-24 40-2864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04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96 1616,'0'0'5799,"34"-17"-5716,106-51-165,-136 67 82,-1-1 1,1 0-1,0 1 0,-1 0 0,1 0 0,0 0 1,0 1-1,0-1 0,0 1 0,0 0 0,0 0 1,0 0-1,0 0 0,6 2 0,-8-1 9,0 0 0,0 1 0,1-1-1,-1 0 1,0 1 0,0 0 0,0-1 0,-1 1-1,1 0 1,0 0 0,-1 0 0,3 4 0,4 4 53,2 3 47,0 0-1,-1 1 0,-1 0 0,0 0 1,-1 1-1,0 0 0,-2 0 1,1 1-1,5 29 0,-5-2 219,-1 0-1,-2 66 0,-5-72-76,0-1-1,-3 1 1,-1-1-1,-2 0 1,-1 0 0,-23 57-1,-28 60 406,-45 126 720,103-273-1326,0 1 0,0-1 0,1 1 0,0-1 1,1 1-1,0 10 0,6-16-76,243-9 881,-207 4-1693,-1-2 0,1-2 0,-1-1 1,39-15-1,-30 4-3620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04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4761,'0'0'11130,"421"-39"-11130,-261 23-344,-36 0-1768,-29 4-4426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14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1 880,'0'0'14347,"-6"0"-13445,-13 0-238,30 0-90,47 2-408,271 44-506,18-2-5756,-250-33 528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1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7242,'0'0'7801,"409"-24"-8089,-232 16-1744,-17 8-2545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19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6529,'0'0'7834,"427"-36"-7882,-255 36-1120,-42 0-905,-23 0-2056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19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3649,'0'0'10298,"492"-40"-10506,-285 24-1472,-23 0-3289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20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7826,'0'0'7977,"337"0"-8681,-159-16-232,-30 0-1304,-35-4-2321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20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3265,'0'0'5109,"2"47"-4253,1 1-648,28 271 827,63 263 2138,-92-568-3125,9 43 52,-10-54-96,-1 0 1,1-1-1,0 1 0,0 0 1,1-1-1,-1 1 0,1-1 1,-1 1-1,1-1 0,0 1 0,-1-1 1,1 0-1,0 0 0,1 0 1,3 3-1,-4-5 25,-1 1 1,0-1 0,1 0-1,-1 1 1,1-1-1,-1 0 1,1 0-1,-1 0 1,0 0-1,1 0 1,-1-1-1,1 1 1,-1 0-1,0-1 1,1 1-1,-1 0 1,0-1-1,1 0 1,-1 1-1,0-1 1,0 0-1,0 0 1,1 0-1,-1 0 1,1-1-1,28-31 473,-22 23-419,16-17-55,2 1 0,0 1 1,54-40-1,-62 54-137,-1 0 0,1 0 0,1 2 0,0 0 0,0 2 0,1 0 0,0 1 0,28-5 0,-19 7-216,-1 2 1,1 1-1,35 3 0,-58-1 306,0 0 0,0 0 0,-1 1 0,1 0 0,0 0 0,-1 0 0,1 1 0,-1-1 0,0 1 0,0 1 0,0-1 0,0 1 0,-1 0 0,1 0 0,-1 0 0,0 0 0,0 1 0,-1 0 0,1-1 0,-1 2 0,0-1 0,0 0 0,-1 0 0,0 1 0,0 0 0,0-1 0,0 1 0,-1 0 0,1 6 0,-1-2 31,1 0 1,-1 0-1,-1 1 0,0-1 0,-1 0 1,0 0-1,0 0 0,-1 0 1,0 0-1,-1-1 0,0 1 0,0-1 1,-1 1-1,-1-1 0,1 0 0,-12 15 1,0-7 101,0 0 1,-1-1-1,-1-1 1,-1-1-1,0-1 0,-1 0 1,0-1-1,-1-2 1,0 0-1,0-1 1,-1-1-1,-34 8 1,15-7 205,-1-1 0,1-3 0,-1-1 0,-1-2 0,1-2 0,-46-5 1,80 4-282,0 0 0,-1-1 0,1 0 0,0 0 0,1 0 0,-1-1 0,0 0 0,-8-5 0,13 5-42,-1 1 1,1-1 0,0 1-1,0-1 1,0 0-1,0 0 1,0 0 0,1-1-1,0 1 1,-1 0-1,1-1 1,0 0-1,1 1 1,-1-1 0,1 0-1,-1 0 1,1 0-1,0-6 1,-1 3-174,2-1 1,-1 1-1,1-1 0,0 1 0,1-1 1,0 1-1,0 0 0,1-1 1,-1 1-1,2 0 0,-1 0 0,1 0 1,0 0-1,0 1 0,5-8 1,2 1-1416,1 1 1,17-16-1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21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8706,'0'0'4889,"-24"309"-4217,24-182-120,6 0 0,6 0-176,-1-8-240,1-12-136,0-23-32,6-21-840,6-43-904,-7-20-2449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21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4489,'0'0'7978,"332"0"-7786,-184 0-192,54-8-704,-42-12-1985,-30 5-3920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21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0 1816,'0'0'2718,"9"35"-520,118 393 1948,-103-322-3473,-3 2 0,-6 0-1,-4 1 1,-4 121 0,-7-216-609,0 4 30,0 0-1,-2 1 1,-3 20 0,5-35-78,-1 0 1,0 0-1,-1 0 0,1 0 1,-1-1-1,1 1 1,-1 0-1,0-1 0,0 1 1,-1-1-1,1 0 0,-1 1 1,0-1-1,1-1 1,-1 1-1,-1 0 0,1-1 1,0 1-1,-6 2 1,4-3-1,-1 0-1,1 0 1,-1-1 0,0 1 0,0-1 0,0 0 0,0-1 0,0 0 0,0 0 0,0 0 0,0-1 0,1 1 0,-1-1 0,0-1 0,0 1 0,0-1 0,1 0 0,-1 0 0,1-1 0,0 0 0,-8-5 0,-4-4 37,0 0 1,1-1-1,1-1 1,-27-30-1,13 8-31,1-1 0,1-1-1,3-2 1,-36-75-1,46 81 2,1 0-1,1-1 0,2-1 1,1 0-1,3 0 0,-5-58 0,10 72-2,0 5 14,1 0 1,2-27 0,-2 39-34,1 1 1,0-1 0,0 1 0,1 0 0,-1 0 0,1 0-1,0 0 1,0 0 0,0 0 0,0 0 0,1 0 0,0 1-1,-1-1 1,7-5 0,3 1-75,0 0 0,1 1 1,0 0-1,0 1 0,1 1 0,-1 0 0,19-4 0,167-49-3226,-109 30-731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22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6209,'0'0'7818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22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217 246 5169,'0'0'7811,"-11"42"-7024,-33 135-72,42-167-637,0-1 1,1 0-1,-1 1 0,2-1 1,-1 1-1,1-1 0,3 18 1,-2-22-18,1 0-1,0 0 1,0-1 0,1 1-1,-1-1 1,1 0 0,0 1-1,0-1 1,6 5 0,-8-7-42,5 4 17,0 0 1,1 0-1,0-1 0,0 0 0,0 0 0,0 0 0,1-1 0,-1 0 0,1 0 0,0-1 0,1 0 0,-1-1 1,0 0-1,1 0 0,-1 0 0,1-1 0,0-1 0,-1 1 0,1-2 0,0 1 0,-1-1 0,1 0 0,0-1 0,-1 0 1,0 0-1,1-1 0,-1 0 0,0 0 0,0-1 0,-1 0 0,1-1 0,8-6 0,-3-1 5,-1-1-1,0-1 1,-1 0-1,-1 0 0,0-1 1,-1-1-1,0 1 1,-1-1-1,-1-1 0,-1 0 1,6-21-1,-4 8-127,-2 0 0,-2-1-1,0 0 1,-2 0 0,-3-52 0,0 75 34,1-1 0,-2 1 0,1 0 0,-1 0 1,0 0-1,-1 0 0,0 0 0,0 0 0,-1 1 1,0 0-1,0-1 0,-1 2 0,-9-12 0,7 11 15,0 0 0,-1 1 0,0 0 0,0 0 0,0 1 1,-1 0-1,1 0 0,-1 1 0,-1 0 0,1 1 0,-12-3 0,6 2 33,0 1 0,-1 0 0,1 1 0,-1 1-1,0 1 1,1 0 0,-1 1 0,1 1 0,-1 0 0,1 1 0,0 1 0,0 0 0,0 1 0,0 0 0,1 2 0,-21 11 0,23-10 3,0 0 0,1 0 0,0 1 0,1 1 1,0 0-1,0 0 0,1 1 0,1 0 0,-1 0 0,2 1 0,0 0 0,0 1 1,1 0-1,1 0 0,0 0 0,1 0 0,0 1 0,-3 19 0,4-13-9,1-1-1,1 38 1,1-53 6,0 1 0,1-1 0,-1 0 0,1 1 0,0-1 0,0 0 0,0 0 0,1 0 0,-1 0 0,1 0 0,0 0 0,0-1 0,0 1 0,1-1 0,0 1 0,-1-1 0,1 0 0,0 0 0,6 5 0,-3-5-16,1 0 0,-1 0 1,1 0-1,0-1 0,-1 0 1,1 0-1,0-1 0,9 1 1,62 1-272,-63-3 224,24-2-174,0 0 0,-1-3 0,1-1 0,-1-2-1,0-2 1,64-25 0,-90 30 180,125-44-409,-115 43 487,0 1 0,0 1 0,1 1 0,32 0 0,-45 3 40,0 1 1,-1 0 0,1 1 0,-1 0-1,1 0 1,-1 1 0,0 1 0,0-1-1,11 7 1,8 6 325,38 30 0,-15-9-41,-46-34-313,15 11 23,0-1 0,1-1 0,0 0 1,1-2-1,27 9 0,-10-10-691,1-2 1,0-2-1,41 1 1,3-5-5584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27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64 5433,'0'0'7966,"-2"-11"-7102,-6-31-94,6 31-8,2 11-684,-1 0-1,0 0 0,0 0 0,0 1 0,1-1 0,-1 0 0,0 0 0,0 0 1,1 1-1,-1-1 0,0 0 0,0 1 0,1-1 0,-1 1 0,0-1 1,1 0-1,-1 1 0,1 0 0,-1-1 0,1 1 0,-1-1 0,1 1 0,-1 0 1,1-1-1,-1 1 0,1 0 0,0-1 0,-1 1 0,1 0 0,0 0 0,0-1 1,0 1-1,-1 1 0,1 35-778,2-17 852,-2 510 57,22-207-135,-4-118-58,-3 791 66,-17-652-59,-10 27 221,-100 628 0,101-930-126,-66 543 557,76-408 911,-1-204-1668,1-1 0,-1 1 0,1-1 0,-1 0 0,1 1 0,0-1 0,-1 0 0,1 0 0,0 0 0,0 0 0,0 0 0,0 0 1,0 0-1,0 0 0,0 0 0,0 0 0,0-1 0,0 1 0,0 0 0,1-1 0,-2-2 0,-13-35-1523,14 35 1268,-17-60-3715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2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41 219 3473,'0'0'8516,"-5"0"-7620,-26 0 1528,31 0-2370,0 0 1,0 0 0,0 0 0,0 0-1,-1 0 1,1 0 0,0 0 0,0 0-1,0 0 1,0 0 0,-1 0 0,1 0-1,0 0 1,0 1 0,0-1 0,0 0 0,-1 0-1,1 0 1,0 0 0,0 0 0,0 0-1,0 0 1,0 1 0,0-1 0,-1 0-1,1 0 1,0 0 0,0 0 0,0 1-1,0-1 1,0 0 0,0 0 0,0 0-1,0 0 1,0 1 0,0-1 0,0 0-1,0 0 1,0 0 0,0 0 0,0 1 0,0-1-1,0 0 1,0 0 0,0 0 0,0 0-1,0 1 1,0-1 0,0 0 0,0 0-1,0 0 1,0 0 0,1 1 0,-1-1-1,0 0 1,0 0 0,0 0 0,0 0-1,0 0 1,0 0 0,1 1 0,-1-1-1,0 0 1,0 0 0,1 0 0,844-18 1267,-430 5-1061,786 7 444,-722 7-438,132 13-46,-1 0 199,-368-15-272,422 10 354,299 8 20,-701-18-319,13-11 442,-1 0-425,-274 12-350,1-1 0,-1 1 1,1-1-1,-1 1 0,1-1 1,-1 0-1,1 1 0,-1-1 1,0 0-1,0 1 1,1-1-1,-1 0 0,0 1 1,0-1-1,0 0 0,0 1 1,1-1-1,-1 0 1,0 0-1,0 1 0,0-1 1,-1-1-1,1-26-1263,0 21 472,0-2 164,-1 0-1,0 0 1,0 1 0,-1-1 0,0 0 0,0 1 0,-1 0 0,0-1 0,0 1-1,-1 0 1,0 1 0,-1-1 0,-7-9 0,8 11 162,-14-29-3400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29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53 2601,'0'0'11178,"-10"-9"-10225,-29-25-443,31 25-388,14 9-139,-2 0 25,37 0 192,0 1 0,-1 2 0,68 14 0,-107-17-196,50 13 253,84 34 0,-121-41-246,-1 0 0,0 1 0,0 0-1,-1 1 1,0 1 0,0 0 0,-1 0-1,0 1 1,-1 1 0,0 0 0,10 14-1,-17-19-10,0 1-1,0 0 0,0 0 1,0 0-1,-1 0 0,-1 1 1,1-1-1,-1 0 0,0 1 1,-1 8-1,1-10 6,-1-1 1,-1 1-1,1-1 0,-1 1 0,0-1 1,0 0-1,0 1 0,-1-1 1,0 0-1,0 0 0,0 0 0,-1 0 1,0 0-1,0 0 0,-3 4 1,-20 13 43,-1 0 0,-1-2 0,-1-1 0,-58 28 0,29-15 52,-291 168 1758,279-162-538,69-42-1017,1-1 0,-1 1 1,1-1-1,0 1 1,1-1-1,-1 1 0,2-7 1,10-35-209,-1 6-407,-2-1-1,8-79 0,-16-61-975,0 177 1174,-1 0 0,-1 0-1,1-1 1,-1 1 0,1 0 0,-1 0-1,-1 0 1,1-1 0,0 1-1,-1 1 1,0-1 0,0 0 0,0 0-1,-1 1 1,1-1 0,-5-4 0,1 0-510,3-3-3198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15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492 1 864,'0'0'13768,"-3"38"-14477,-1 15 703,4 71 0,5-89 19,1 0 0,1 0-1,2-1 1,17 41 0,3 16-2,-9-4 50,-4 1 0,-4 0 0,-3 1 0,-5 108 0,-4-177-14,-1 0 0,0 0 0,-2 0 0,-1 0 0,0-1 0,-8 22 0,10-34-26,-1 0 1,0 1 0,-1-1 0,0-1 0,0 1-1,0-1 1,-1 1 0,0-1 0,0 0 0,0-1-1,-1 1 1,0-1 0,0 0 0,0-1 0,-1 0-1,1 0 1,-1 0 0,-11 4 0,8-4 43,0-2-1,0 1 1,-1-1 0,1-1 0,0 0 0,-1 0-1,1-1 1,-1 0 0,1-1 0,-20-4 0,15 2-43,1-2 0,0 0 0,0 0 0,1-1 0,0-1 0,0-1 0,-12-8 1,1-2-124,2-2 0,0 0 1,1-1-1,1-1 1,1-1-1,1-1 1,-16-27-1,25 35 77,0 0-1,1-1 1,1 0-1,1 0 1,0-1 0,1 0-1,1 0 1,1 0-1,0 0 1,1-1-1,1-21 1,1 34 4,1 1 0,0-1 0,0 0 0,0 1 0,1-1 0,0 1 0,0-1 1,0 1-1,1 0 0,-1 0 0,1 0 0,0 0 0,1 0 0,-1 1 0,1 0 0,0-1 0,0 1 0,0 1 0,1-1 1,0 1-1,-1-1 0,1 1 0,9-4 0,12-5-424,-1 2 0,2 0 0,45-10 0,123-20-3565,-121 28-121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15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5233,'0'0'4729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16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90 159 5209,'0'0'3211,"-9"42"-2005,-26 142-260,30-152-697,2 0 1,1 0 0,3 48-1,0-52-121,-1-18-89,1 0 0,0 0 0,1-1 0,0 1 0,0 0 0,1-1 0,0 1-1,6 10 1,-6-15-34,0 1-1,1-1 0,-1 0 0,1 0 1,1 0-1,-1-1 0,0 1 0,1-1 0,0 0 1,0-1-1,0 1 0,1-1 0,-1 0 1,8 3-1,-4-3-14,0 0 0,0 0 0,0-1 1,1 0-1,-1-1 0,1 0 0,0-1 0,-1 0 0,1 0 1,-1-1-1,1 0 0,-1-1 0,1 0 0,-1 0 0,0-1 0,0 0 1,0-1-1,0 0 0,-1 0 0,1-1 0,-1 0 0,0 0 1,-1-1-1,1 0 0,-1-1 0,0 1 0,-1-1 0,10-14 1,-4 6 41,-2-1 0,0 0 1,-1-1-1,0 0 0,-2-1 1,0 0-1,-1 0 0,7-33 1,-7 5-31,-1 0 0,-2-68 0,-3 103 0,0 0 1,-1 0-1,0-1 1,-1 1-1,0 1 1,-1-1-1,0 0 1,-1 1-1,0-1 1,-1 1-1,0 0 1,0 1-1,-1-1 1,-1 1-1,1 0 1,-1 1-1,-1-1 1,1 1-1,-2 1 1,1-1-1,-18-10 1,15 10 5,0 1 0,0 1 1,0 0-1,-1 0 1,0 1-1,0 1 1,0 0-1,-1 0 1,1 1-1,-1 1 1,0 0-1,1 1 0,-1 0 1,-24 3-1,32-2-6,0 1 0,0 0 0,0 1 0,0-1 0,0 1 0,1 0-1,-1 0 1,1 0 0,-1 1 0,1 0 0,0 0 0,-8 6 0,6-3-2,-1 1 0,1 0 1,1 1-1,-1 0 0,1-1 1,-6 14-1,1 1 1,2 0 1,0 1-1,2 0 0,-7 40 1,8-13 21,1 74 0,4-119-23,0 0-1,0 1 0,0-1-1,0 0 1,1 1 0,0-1-1,0 0 1,0 0 0,1 0-1,-1 0 1,1 0 0,0 0-1,1 0 1,-1 0 0,1-1 0,0 1-1,5 4 1,-3-5-41,-1 0 0,1 0 1,1-1-1,-1 0 0,0 0 1,1-1-1,0 0 0,-1 0 0,1 0 1,0 0-1,0-1 0,0 0 1,0 0-1,8-1 0,-5 1-93,1-1 0,-1 0 0,1-1-1,-1 0 1,0-1 0,1 0 0,-1 0 0,0-1 0,0 0-1,9-5 1,-4 1-106,-1 0-1,0-2 1,0 1-1,-1-2 1,18-17-1,-6 1-473,-1-1 0,-2-1 0,0-1-1,27-51 1,-48 79 727,34-71-179,-28 47 3883,-6 74-2933,3-1 0,13 74-1,-12-99-703,2 0-1,1-1 1,1 0-1,0 0 1,2 0 0,1-1-1,19 29 1,-23-39-173,2-1 0,-1-1 0,1 0 1,1 0-1,-1 0 0,1-1 0,1-1 1,0 0-1,17 9 0,-11-8-908,1-1 0,0-1 0,20 5 0,23 0-5815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16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3121,'0'0'6921,"-6"305"-6177,12-178-72,18 4-111,0 0-41,-6-4-224,-1-20-216,1-16-80,6-23-400,-12-40-1313,-1-20-847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16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0 159 4601,'0'0'9418,"255"-24"-9034,-136 0-280,35-19-104,-30 7-2176,-23 4-4530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17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0 2737,'0'0'6562,"1"51"-5992,-1-25-476,1 26 101,1 0-1,3-1 1,2 1 0,2-1 0,20 65 0,-20-89-61,115 384 1335,-106-335-1214,-4 1-1,-3 0 1,2 117 0,-12-157-153,0-27-50,0 0 0,-1 0 0,0 0 0,-1 0 0,0-1 0,-3 11 0,4-19-28,-1 1 0,1-1 0,-1 0 0,0 0 0,1 0-1,-1 0 1,0 0 0,1 0 0,-1 0 0,0 0 0,0-1-1,0 1 1,0 0 0,0 0 0,0-1 0,0 1 0,0 0-1,0-1 1,-1 1 0,1-1 0,0 0 0,0 1 0,0-1 0,0 0-1,-2 1 1,-32-2 564,31 0-509,-9-2-31,1 0 0,-1-1-1,1 0 1,0-1-1,0 0 1,0-1 0,1 0-1,0-1 1,0-1-1,1 1 1,0-2 0,0 1-1,-9-12 1,-12-13-132,3-2 0,-37-55 0,33 41-106,3 0 0,-26-60 0,45 86 114,1-1-1,1 0 1,1-1 0,1 1 0,1-1-1,2-1 1,-1-31 0,4 55 68,0 0 1,0 0 0,0 0-1,0 0 1,1 0-1,-1 0 1,1 0-1,-1 0 1,1 0 0,0 0-1,0 1 1,0-1-1,0 0 1,0 1-1,0-1 1,0 1 0,1-1-1,-1 1 1,0-1-1,1 1 1,-1 0-1,1 0 1,0 0 0,-1 0-1,1 0 1,0 0-1,0 0 1,3-1-1,5 0-10,-1 0-1,1 0 1,0 1-1,16-1 0,-9 2 1,380-6-1053,-250 7-3402,-101-1-1101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17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7706,'0'0'5641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18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7802,'0'0'7683,"28"-14"-8234,98-45-316,-120 57 788,0-1 1,0 1-1,0 0 0,1 1 1,-1-1-1,1 1 0,-1 1 0,1-1 1,-1 1-1,1 0 0,-1 1 1,1-1-1,-1 1 0,1 1 1,-1-1-1,0 1 0,1 0 1,-1 0-1,0 1 0,6 4 0,-7-4 59,0 1 0,0 1-1,-1-1 1,0 1 0,1 0-1,-2 0 1,1 0 0,0 0-1,-1 1 1,0-1-1,-1 1 1,1 0 0,-1 0-1,0 0 1,0 0 0,-1 0-1,1 11 1,2 11 129,-2 1 0,-2-1 0,0 1 0,-2-1 0,-1 1 1,-1-1-1,-2 0 0,0 0 0,-2-1 0,-21 49 0,-9-1 379,-35 81 174,65-138-528,2 2 1,0-1-1,2 1 0,0-1 0,1 1 1,-1 28-1,4-47-116,1 0 1,0-1-1,-1 1 1,1-1-1,0 1 1,-1-1-1,1 1 1,0-1-1,-1 1 1,1-1 0,0 0-1,0 0 1,0 1-1,-1-1 1,1 0-1,0 0 1,0 0-1,0 0 1,0 0-1,-1 0 1,1 0-1,0 0 1,0 0-1,0 0 1,0 0-1,1-1 1,5 1 98,219-3 879,-74-5-3744,-79 3-1853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18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 1456,'0'0'6103,"0"42"-5180,0-29-842,1 96 637,16 114 0,60 663 2571,-73-825-3192,15 84 0,-13-129 1,-1-19 422,3-25 260,-8 26-802,4-16 43,0 0 1,1 0 0,0 1-1,2 0 1,0 0-1,1 1 1,1 0 0,0 0-1,17-21 1,-21 33-55,-1 1 0,1-1-1,0 1 1,0 0 0,0 0 0,1 0 0,-1 1-1,1 0 1,-1 0 0,1 0 0,0 1 0,0 0-1,-1 0 1,10 0 0,3 0-237,1 1 1,-1 0-1,26 5 1,-33-2 202,1 0 0,-1 0 1,0 1-1,0 0 0,0 1 1,0 0-1,-1 1 0,0 0 1,0 1-1,-1 0 0,1 1 1,9 10-1,-11-10 44,-1-1 0,-1 1 0,0 0 0,0 0 0,0 1 0,-1 0 0,0 0 0,-1 0 0,0 0 0,-1 1-1,0-1 1,0 1 0,-1 0 0,2 14 0,-3-14 4,-1-1 0,0 0 1,0 1-1,-1-1 0,0 0 0,0 0 0,-1 0 0,-4 11 0,3-15 32,0 1 1,0-1-1,0 0 0,-1 0 1,0-1-1,0 1 0,0-1 1,0 0-1,-1 0 0,1 0 0,-1 0 1,0-1-1,-7 4 0,-10 4 206,-1 0 1,0-1-1,0-1 0,-1-1 0,0-1 0,-44 6 0,26-8 170,0-2-1,0-2 0,-53-5 1,87 3-367,-1 0 0,0-1 0,1 0 0,-1 0 0,1-1 0,0 0 0,0 0 0,0-1 0,0 0 0,1-1 0,-1 0 0,-9-8 0,13 10-115,1 0-1,0-1 1,0 1 0,0 0-1,1-1 1,-1 0-1,1 1 1,0-1 0,0 0-1,0 0 1,1 0-1,-1-1 1,1 1 0,0 0-1,0 0 1,0-1-1,1 1 1,-1-1 0,1 1-1,0 0 1,1-1-1,-1 1 1,1-1 0,0 1-1,0 0 1,2-6-1,-1 6-242,-1 0-1,1 1 0,0-1 1,0 1-1,1 0 0,-1 0 0,1 0 1,0 0-1,4-4 0,32-22-5408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31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37 941 128,'0'0'9207,"0"-22"-8651,0-159 694,-3 133-429,-1 0 0,-17-71 0,20 113-779,-4-30 101,2 1 1,3-72-1,1 46-119,1 26-23,2 0 0,13-54 0,-10 62 56,-2-1-1,2-35 0,-7 189-5330,0-98 2341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31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201 221 3017,'0'0'8958,"-18"19"-8861,-8 7-57,6-7 35,1 1 1,1 1-1,-21 32 0,27-35 204,1 1-1,-8 19 0,0 1 269,42-79-360,48-64 0,-12 20-76,8-35-86,9-11 80,-76 129-109,1 0-1,0 0 1,0 0 0,0 0 0,0 0 0,-1 0 0,1 0 0,1 0-1,-1 0 1,0 1 0,0-1 0,0 0 0,0 1 0,0-1 0,1 0-1,-1 1 1,0 0 0,1-1 0,-1 1 0,0 0 0,1 0 0,-1-1-1,0 1 1,1 0 0,-1 0 0,0 1 0,1-1 0,-1 0 0,0 0-1,1 1 1,1 0 0,3 2-34,0 0-1,0 0 1,-1 0 0,1 1-1,5 5 1,-10-9 41,64 50 0,132 111 55,-177-141-73,0 1 0,-1 1-1,-2 1 1,0 0 0,-1 1 0,24 51-1,-35-62-542,-1 0 0,0 1-1,0 0 1,-2 0 0,1-1 0,-2 2-1,0 26 1,-1-11-4323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34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46 488,'0'0'13076,"0"-20"-12036,0 1-473,0 12-661,0 15-1561,0 504 1310,1-499 708,1-17 981,1-20-137,-6-13-1333,-1-1 0,-2 1-1,-1 0 1,-2 0 0,-2 1-1,-1 1 1,-30-63 0,37 88 10,-9-19 163,13 28-89,0 0 0,0 0 1,1 0-1,-1 0 1,0 0-1,0 0 0,0 1 1,0-1-1,0 0 0,0 0 1,0 1-1,0-1 1,0 1-1,-1-1 0,1 1 1,0-1-1,0 1 1,0 0-1,-1-1 0,-1 1 1,3 11-1061,3 22 1001,1 0-1,1 0 1,2 0 0,13 40-1,12 56 406,-29-116-263,-2-3 31,0-1 0,1 0 0,1 0 0,4 12-1,-6-17-31,-1-3-166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37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48 440,'0'0'14174,"-13"-8"-13689,-43-23-217,43 23 1954,13 30-2799,-1 5 547,0 48 79,4-1 0,19 128 0,15-28 114,-37-169-278,-3-9-637,-8-16-2106,6 11 995,-13-25-7184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38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0 392,'0'0'15627,"5"1"-15272,74 5 796,89-4 0,-95-3-986,167 1-1129,-236 0-638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40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0 4425,'0'0'6879,"-4"8"-7457,0 0 550,1 0-1,0 0 0,1 1 0,0 0 1,0-1-1,0 1 0,1 11 0,0 76 110,1-55-42,0 90 99,2 194 554,3-227-416,24 126 1,-28-220-38,4 18-740,-5-21 621,0-1 0,0 1 0,0 0 0,1-1 0,-1 1 0,0-1 0,0 1 0,1 0 1,-1-1-1,1 1 0,-1-1 0,0 1 0,1-1 0,-1 1 0,1-1 0,-1 0 0,1 1 0,-1-1 0,1 0 1,-1 1-1,1-1 0,0 0 0,-1 0 0,1 1 0,1-1 0,-2-36 494,-1 9-626,1 12 33,0-1 0,3-21-1,-2 31-29,0 0 0,1 1 0,-1-1-1,1 1 1,1-1 0,-1 1 0,1 0 0,0 0-1,0 0 1,4-5 0,0 2-64,0 0 0,0 0 0,1 1-1,0 0 1,0 1 0,1 0 0,-1 0 0,2 1 0,-1 0 0,0 0-1,12-3 1,-4 3-104,1 0-1,-1 2 1,1 0-1,0 1 0,32 0 1,-31 2-6,0 1-1,0 1 1,0 0 0,-1 2 0,1 0 0,26 10 0,-35-10 158,-1 0 0,0 0 0,0 1 0,0 1 0,-1-1 0,1 1 0,-1 1 0,-1 0 0,1 0 0,-1 0 1,-1 1-1,1 0 0,9 16 0,-13-17 18,1 1 0,-1 0 0,0 0 0,-1 1 0,0-1 0,0 0-1,-1 1 1,1 10 0,-1 5 22,-5 40 1,3-54 22,-1-1 0,-1 1 0,1-1 0,-2 0 1,1 0-1,-1-1 0,0 1 0,-1-1 1,0 0-1,-1 0 0,1 0 0,-1-1 1,-1 1-1,1-2 0,-1 1 0,-12 8 0,7-6 100,0-1-1,0 0 1,-1-1-1,0 0 1,0-1-1,-1-1 1,0 0-1,0-1 0,0 0 1,-19 2-1,9-3 149,-1-2-1,1 0 1,-1-1 0,0-2-1,1 0 1,-42-11-1,59 12-269,0-1-1,0-1 0,0 1 1,0-1-1,0 0 0,1-1 1,-1 1-1,1-2 0,0 1 0,0 0 1,0-1-1,1 0 0,0-1 1,0 1-1,0-1 0,1 0 1,-1 0-1,1 0 0,1-1 1,-1 1-1,1-1 0,1 0 1,-1 0-1,1 0 0,0 0 1,-1-12-1,1 11-337,1-1 0,0 1 0,1-1 0,-1 0 0,2 0 1,-1 1-1,1-1 0,1 1 0,-1-1 0,2 1 0,-1-1 0,1 1 0,0 0 1,1 0-1,0 0 0,5-8 0,26-22-4794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42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6177 52 1584,'-2'12'13575,"-429"-2"-11977,108-7-968,172-5-325,-392-35 399,3-1 153,-1137 38 1151,1296 12-1619,329-12-382,-684 27 85,384 5-201,-162 21-80,415-38 46,-8 2-714,-162 6 1,307-22-448,-1 3 1,0 1-1,39 11 1,-72-15 1148,79 15-4061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137 136 3569,'0'0'8643,"-6"-11"-6915,6 11-1729,0-1-1,0 0 0,0 1 0,0-1 0,0 0 1,1 1-1,-1-1 0,0 0 0,1 1 0,-1-1 1,0 0-1,1 1 0,-1-1 0,0 1 0,1-1 1,-1 1-1,1-1 0,-1 1 0,1-1 0,-1 1 1,1 0-1,0-1 0,-1 1 0,1 0 0,-1-1 1,1 1-1,0 0 0,-1 0 0,1 0 0,0-1 1,-1 1-1,1 0 0,0 0 0,0 0 0,-1 0 1,1 0-1,0 0 0,-1 0 0,1 1 0,0-1 1,-1 0-1,1 0 0,0 0 0,-1 1 0,1-1 1,0 1-1,3 0-45,0 0 1,-1 0-1,1 1 0,0 0 1,-1 0-1,1 0 0,5 5 1,-5-4 9,-1 1 0,1 0 0,-1 0 0,0 1 0,0-1 0,0 1 0,-1-1 0,0 1 0,1 0 0,-2 0 0,1 0 0,1 9 0,0 3 91,-1 1-1,-2 27 1,0-36 22,-24-9 696,21-1-735,0 1 1,-1-1-1,1 1 1,0-1-1,0 0 1,0 0-1,1 0 0,-1-1 1,0 1-1,0-1 1,1 0-1,-1 1 1,1-1-1,-1 0 0,-3-5 1,2 2-25,0 0-1,1 0 1,-1 0 0,1-1 0,0 1 0,1-1 0,-4-9-1,2-3-76,0 1 0,1-1 0,0 1 0,1-33 0,2 34 2,-1 11-17,1-1 1,0 0 0,1 1 0,-1-1-1,3-6 1,-3 10 47,1 0-1,-1 1 0,1-1 1,0 1-1,0-1 0,0 1 1,0 0-1,0-1 0,0 1 1,0 0-1,0 0 1,0 0-1,1-1 0,-1 1 1,0 0-1,1 1 0,-1-1 1,1 0-1,-1 0 0,1 1 1,2-1-1,-1-1-42,0 1-1,1 0 1,0 0 0,-1 0-1,1 0 1,0 1 0,-1 0-1,1-1 1,0 1-1,-1 1 1,1-1 0,0 1-1,-1-1 1,1 1 0,0 0-1,4 2 1,-6-2 40,1 1 0,0 0 0,-1 0 0,0 0 0,1 0 0,-1 0 0,0 1 0,0-1 0,0 1 0,0-1 0,-1 1 0,1 0 0,-1 0 0,1-1 0,0 6 0,2 8 37,0 1 1,-2 0-1,0 0 1,0 1-1,-3 26 1,1-27 27,0-11-20,0 0-1,0 0 1,-1 0 0,0 0 0,0 0 0,0 0-1,-1 0 1,0 0 0,0-1 0,-1 1 0,1-1-1,-1 0 1,-5 8 0,4-10-5,1 1 1,-1 0-1,0-1 0,0 1 1,0-1-1,0 0 0,-1-1 1,1 1-1,-1-1 0,0 0 1,0 0-1,1 0 0,-1-1 1,-1 1-1,1-1 0,-5 0 0,3 0-40,0 0 0,0-1 0,0 0 0,0 0 0,0 0 0,1-1 0,-1 0 0,0 0 0,0-1 0,-7-2 0,10 2-243,0-1 1,0 1-1,0 0 1,0-1-1,0 0 1,1 0-1,-1 0 1,1 0 0,0-1-1,0 1 1,0-1-1,0 0 1,1 0-1,-1 0 1,-2-6-1,-4-19-5167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47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1707 1592,'11'-4'13031,"44"-19"-12343,168-95 329,7-2-847,-168 94-169,0 2 0,76-18 0,-92 30 41,-1-3 0,67-30 1,80-53 22,11-6 128,66-15-66,181-88-119,-361 169 13,242-94 19,-294 116-39,-1 0 0,-1-3-1,0 0 1,44-35 0,-32 22-2,57-30 0,162-76 33,-241 127-55,42-11 1,-49 17 27,-1 0 0,1-1 1,-1-1-1,29-17 0,-18-4 910,-58 29-885,-1 2 1,1 0-1,-1 3 1,1 0-1,1 2 1,-1 1-1,-30 14 1,-135 43-199,90-33 155,81-26-106,24-7 111,0-1 0,0 1 1,0 0-1,0 0 1,0 0-1,0 0 0,0 0 1,0 0-1,0 0 0,0 0 1,0 0-1,0-1 1,0 1-1,0 0 0,0 0 1,0 0-1,0 0 0,0 0 1,0 0-1,0 0 1,0 0-1,0 0 0,0 0 1,0-1-1,0 1 0,0 0 1,0 0-1,0 0 1,0 0-1,0 0 0,-1 0 1,1 0-1,0 0 0,0 0 1,0 0-1,0 0 1,0 0-1,0 0 0,0 0 1,0 0-1,0 0 0,0 0 1,-1 0-1,1 0 1,0 0-1,0 0 0,0 0 1,0 0-1,0 0 0,0 0 1,0 0-1,0 0 1,0 0-1,-1 0 0,1 0 1,0 0-1,0 0 1,0 0-1,0 0 0,35-20-360,314-116 529,-259 103-175,-34 12 41,1 3 0,1 2 0,85-13 0,-101 25 44,-41 4 45,-2 5-284,-2 1 179,-1 1 0,1-1 0,-2-1 0,1 1 0,0-1 0,-1 1 0,0-1 0,-8 6 0,-11 11 84,-260 309 862,252-295-908,24-28 18,1-1 0,0 1 0,1 1 0,-10 15 0,12-18 194,1 12-208,3-17-6,-1-12 320,-18-66-78,-51-136 1,60 190-252,-23-38-1,5 10 36,22 44-64,5 6-11,0 0 1,0 0 0,0 0 0,0 0 0,1 0 0,-1-1 0,0 1 0,0 0-1,1 0 1,-1-1 0,1 1 0,-1-1 0,1 1 0,-1-3 0,1 3-149,0 26-1830,0-23 1944,1 0 0,-1 0 0,0 1 0,1-1 0,0 0 0,0 0 0,-1 0 0,1 0 0,0 0 0,1 0 0,0 2 0,0-1-109,0-1 0,-1 1 0,1 0-1,-1 0 1,0 0 0,0 0 0,0 0 0,1 4 0,-2-7 108,0 4-507,1 0 0,-1 0 0,1 0-1,-1 0 1,0 0 0,-1 0-1,1 0 1,-1 0 0,-1 5-1,-13 11-6452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51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91 744,'0'0'6659,"-36"0"29,12-1-3093,48-3-2800,-4 1-1055,510-58 350,-418 50-104,-73 7 33,42-3 1096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53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113 186 1632,'0'0'9085,"-11"-23"-7986,-49-101 1072,41 89 508,19 35-2682,0 0 0,0 0-1,0 0 1,0-1 0,0 1-1,0 0 1,0 0 0,0 0-1,0-1 1,0 1 0,-1 0-1,1 0 1,0 0 0,0 0-1,0-1 1,0 1 0,0 0-1,0 0 1,-1 0 0,1 0-1,0 0 1,0 0 0,0 0-1,0-1 1,-1 1 0,1 0-1,0 0 1,0 0 0,0 0 0,-1 0-1,1 0 1,0 0 0,0 0-1,0 0 1,-1 0 0,1 0-1,0 0 1,0 0 0,0 0-1,-1 0 1,1 0 0,0 0-1,0 0 1,0 0 0,0 1-1,-1-1 1,1 0 0,0 0-1,0 0 1,0 0 0,0 0-1,-1 0 1,1 1 0,0-1-1,0 0 1,0 0 0,0 0-1,0 0 1,0 1 0,0-1-1,-1 0 1,1 0 0,0 0-1,0 1 1,-2 9-493,2 41 61,-1-9 451,1 0-1,9 55 1,8 26 856,0 245 1395,-18-371-2418,0 0-1,-1 1 0,1-1 1,0 0-1,-1 1 0,0-1 0,0 1 1,0-1-1,0 1 0,0 0 1,0 0-1,0 0 0,-1 0 1,1 0-1,-1 0 0,1 1 0,-1-1 1,-3-1-1,-6-4-2656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54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6 3993,'0'0'11452,"-12"0"-11099,-35 0-218,35 0-162,620-4-2417,-602 4 2243,-4-1-182,1 1 0,0 0 0,0 0 0,0 0 0,0 0 0,0 0 0,0 1 0,0-1 0,-1 1 0,1 0 0,0 0 0,0 0 0,-1 0 0,1 0 0,-1 1 0,1-1 0,-1 1 0,4 2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54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5857,'0'0'5952,"0"3"-5740,1 16-131,0 0 0,2-1 0,0 1 0,1 0 0,7 21 0,41 89 412,-19-53-244,10 42 124,31 130-1,-74-247-351,0 0 1,1 0 0,-1 0 0,0 0-1,0 0 1,1 0 0,-1 0-1,1 0 1,-1 0 0,1 0-1,-1 0 1,1 0 0,0 0 0,-1 0-1,1-1 1,0 1 0,0 0-1,0 0 1,-1-1 0,1 1 0,0-1-1,0 1 1,0 0 0,0-1-1,0 0 1,0 1 0,0-1 0,0 0-1,0 1 1,0-1 0,1 0-1,0 0 1,3-1 142,0 1-1,0-2 1,-1 1-1,1 0 1,-1-1-1,7-2 1,11-5 136,16 3-419,1 1 0,-1 2 0,1 2 0,58 5-1,-85-3 72,1 0-1,-1 1 0,0 0 1,0 1-1,0 1 0,0-1 1,0 2-1,-1 0 0,0 0 1,16 11-1,-22-13 18,-1 0 1,0 1-1,0-1 0,0 1 0,0 0 1,-1 0-1,1 1 0,-1-1 0,0 1 1,0-1-1,-1 1 0,1 0 0,-1 0 1,0 0-1,0 0 0,-1 0 0,0 1 1,0-1-1,0 0 0,0 1 0,-1-1 0,0 1 1,0-1-1,0 1 0,-1-1 0,-2 8 1,3-10 31,-2 1 0,1 0 0,0-1-1,-1 0 1,1 1 0,-1-1 0,0 0 0,0 0 0,0 0 0,-1 0 0,1 0 0,-1 0 0,1-1 0,-6 5 0,-2 0 36,-1 0 0,0-1 0,-12 5 0,-12 4 180,-1-1 0,0-2 0,-1-1 0,-58 8 0,27-10 561,-111-1 0,171-8-725,0 0 0,0-1-1,0 0 1,0 0 0,0-1 0,0 0-1,0 0 1,1-1 0,-1 0 0,1 0 0,0-1-1,0 0 1,-9-6 0,11 6-71,0-1 1,1 0-1,-1 0 0,1 0 0,-1 0 1,2-1-1,-1 0 0,1 0 1,0 0-1,0 0 0,0 0 1,1-1-1,0 1 0,0-1 1,-1-12-1,0 5-356,1-1 0,1 1 0,0-1 0,1 0-1,1 1 1,0-1 0,1 1 0,0-1 0,2 1 0,-1 0 0,2 0 0,0 0-1,0 0 1,13-21 0,29-38-5306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55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21 5417,'0'0'4448,"-27"41"-3951,27-41-497,-106 172 291,102-165-271,0 0 0,1 0 0,0 0 0,0 0-1,1 1 1,0-1 0,0 1 0,0-1 0,1 1 0,0 0 0,1 8 0,0 0 48,0 0 1,2 1 0,0-1 0,0 0-1,2 0 1,7 22 0,-7-28-47,1 0 0,0-1 1,0 1-1,1-1 0,0 0 0,1-1 0,0 0 1,0 0-1,1 0 0,14 11 0,-14-13-21,0-1 0,0 0 0,1 0 0,0-1 0,0 0 0,0 0 0,1-1 0,15 3 0,-3-2-60,-1-2-1,39 1 1,-52-3 54,1-1-1,-1 1 1,0-1 0,0-1 0,0 0 0,0 0 0,-1 0-1,1-1 1,0 0 0,-1 0 0,0-1 0,0 0 0,0-1-1,12-9 1,-12 7 24,0 0 0,-1 0 0,0-1 0,0 0 0,0 0 0,-1-1 0,0 0 0,-1 0-1,0 0 1,0 0 0,4-19 0,-3 5 50,0 0-1,-2 0 1,-1 0-1,0-1 1,-4-41-1,1 54-42,-1-1 1,0 0-1,0 0 0,-2 1 0,1-1 1,-1 1-1,-1 0 0,0 0 0,-1 0 1,0 1-1,0 0 0,-16-18 0,11 16 46,-2 1 0,0 0 0,0 1 0,-1 0-1,0 2 1,-1-1 0,1 2 0,-2 0 0,1 0-1,-1 2 1,0 0 0,0 0 0,-1 2 0,1 0-1,-1 1 1,1 0 0,-1 2 0,-32 2 0,42-1-121,0 1 0,0 0 1,0 0-1,0 1 0,1 0 1,-1 0-1,1 0 0,-1 1 1,1 0-1,0 0 0,0 1 1,1-1-1,0 1 0,-1 0 1,-7 12-1,7-9-186,0 0 0,0 1 0,1 0 0,0 0 0,0 0-1,1 1 1,1 0 0,-1-1 0,1 1 0,-2 16 0,5-22-64,0-3 155,-1 0 1,1 0-1,0 0 0,-1 0 1,1 0-1,0 0 1,0 0-1,0 1 1,0-1-1,0 0 1,0 0-1,1 0 1,-1 0-1,0 0 1,0 0-1,1 1 1,-1-1-1,1 0 1,-1 0-1,1 0 1,-1 0-1,1 0 1,0 0-1,-1-1 1,1 1-1,0 0 0,0 0 1,0 0-1,1 1 1,29 3-3857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56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1 0 1376</inkml:trace>
  <inkml:trace contextRef="#ctx0" brushRef="#br0" timeOffset="1">1 0 1376,'160'80'1601,"-136"-64"-201,5 7-592,7 9-200,-1 8-96,13 8 88,5-1 209,1 5 143,-1-5-72,0-3-432,1-12-248,11-12-200,-12-8-616,-17-12-1977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4:57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4889,'0'0'15795,"-5"8"-15795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00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 1224,'0'0'7478,"0"-6"-7055,0-47 5778,1 69-5960,1-12-167,0 0-1,1 0 0,-1 0 1,1 0-1,0 0 0,0-1 1,1 1-1,-1-1 0,1 0 1,4 3-1,12 13 129,41 61 513,58 99 1,-73-117-563,-16-25-84,133 162 135,-1-1 88,-144-170-193,23 42 0,3 7-37,185 252 20,-186-271-28,-2 2-1,54 108 1,-26-45 251,-26-52-283,-35-56-22,13 20 19,-3 0-1,0 2 0,19 60 0,3 34 4,25 103 28,-53-182-46,30 86 0,-26-86-3,11 53 0,-17-62-2,1 0 1,25 60-1,-16-62-8,2-1-1,1-1 1,33 42-1,95 98 506,-146-174-388,-2-1-61,1 0 1,0 0-1,0-1 1,0 0 0,9 6 637,-13-12-556,0-4-225,-1 0 1,1 0-1,-1 0 1,-1 1 0,1-1-1,-1 0 1,0 1-1,-1-1 1,1 1-1,-1 0 1,-7-11-1,-1 2-813,-2-1-1,-26-25 0,33 36 591,-52-51-4186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01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48 196 1856,'0'0'6072,"-1"0"-5905,0 0 0,1-1 0,-1 1 0,0 0 0,0 0 0,0 0 1,0 0-1,1 0 0,-1 0 0,0 0 0,0 1 0,0-1 0,0 0 0,1 0 0,-1 1 0,0-1 0,0 0 0,1 1 0,-1-1 0,-1 1 0,-2 10-70,0 1 0,1-1 1,0 0-1,1 1 1,0 0-1,0 13 0,-2 0 11,1 15 467,1 47 0,2-76-306,3-111 350,29-166 0,-24 232-623,-5 26-7,-1-1 1,0 1 0,1-16 0,-3 23-11,0 1 1,1-1 0,-1 1 0,0 0 0,1-1 0,-1 1 0,1-1 0,-1 1-1,0 0 1,1-1 0,-1 1 0,1 0 0,-1 0 0,1-1 0,-1 1 0,1 0 0,-1 0-1,1 0 1,-1-1 0,1 1 0,-1 0 0,1 0 0,-1 0 0,1 0 0,0 0 0,-1 0-1,1 0 1,-1 0 0,1 0 0,0 1 0,22 4-533,78 51 347,-15-6 243,-42-30-183,-20-10 279,0 2-1,23 14 1,-42-23-298,0 0-1,0 1 1,-1-1 0,1 1 0,-1 0-1,0 0 1,0 0 0,-1 1-1,1-1 1,-1 1 0,0 0 0,0 0-1,-1 0 1,1 0 0,1 6-1,-2 10-3834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03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335 1 4081,'0'0'9104,"1"45"-9011,-1-3-91,0 2 15,2 0 0,1 0 0,3-1-1,18 73 1,-2-27 148,-3 1 0,-4 0-1,6 181 1,-20-235-91,0-18-20,0 1 0,-2-1 0,-2 24 0,2-39-44,1 1 1,-1-1 0,0 0 0,0 0 0,0 1 0,0-1 0,0 0 0,-1 0 0,1 0 0,-1 0 0,0-1 0,0 1 0,0 0 0,0-1 0,0 1 0,-1-1 0,1 0-1,-1 1 1,1-1 0,-1-1 0,0 1 0,0 0 0,-5 1 0,-6 1 73,-1-2-1,0 0 0,0 0 1,0-1-1,0-1 1,0-1-1,0 0 1,-24-6-1,26 4-80,0-2 0,0 1-1,0-2 1,1 0 0,0 0 0,0-1 0,0-1 0,1 0-1,0 0 1,1-1 0,0-1 0,0 0 0,1 0-1,0-1 1,1 0 0,0 0 0,1-1 0,0 0 0,1 0-1,0 0 1,1-1 0,1 0 0,0 0 0,0-1-1,-2-21 1,3 8 10,2 0-1,0 0 0,4-31 1,-2 50-11,0-1-1,1 1 1,0-1 0,0 1 0,1 0 0,0-1-1,1 1 1,-1 1 0,2-1 0,-1 1 0,1-1-1,0 1 1,10-10 0,-2 6-187,0 1 0,1 0 1,0 1-1,1 1 0,0 0 0,1 1 0,0 0 1,0 2-1,24-7 0,4-1-2231,-19 3-324,-1-5-1553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03.4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4585,'0'0'9706,"131"0"-19572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03.8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3265,'0'0'6385,"36"19"-5645,114 67-170,-146-84-531,0 0 0,0 1 0,-1 0 0,1 0 0,-1 0 1,1 0-1,-1 1 0,0-1 0,0 1 0,0 0 0,-1 0 1,1 0-1,-1 0 0,0 0 0,0 0 0,0 1 0,-1-1 0,0 1 1,0-1-1,0 1 0,0-1 0,-1 1 0,1 0 0,-1-1 1,-1 9-1,1 5 151,0 255 2113,-3-247-2155,-2 1 1,0-1-1,-2 0 0,0 0 1,-17 35-1,12-32 134,2 1 1,0 0-1,-6 42 0,15-21-348,1-50 59,1 0 1,-1 0 0,1 1-1,-1-1 1,1 0 0,-1-1 0,1 1-1,-1 0 1,1 0 0,0 0-1,0 0 1,-1 0 0,1-1 0,0 1-1,0 0 1,0-1 0,0 1-1,0-1 1,0 1 0,0-1 0,0 1-1,0-1 1,0 1 0,0-1-1,0 0 1,0 0 0,0 0 0,2 1-1,40 3-150,-38-4 116,18 1-201,75 1-1078,-86-3 822,0 0-1,0 0 0,0-2 1,0 1-1,0-2 0,12-4 0,24-18-3498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04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4521,'0'0'7202,"421"-79"-7339,-315 47-2359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11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20 4105,'0'0'5824,"0"-20"-1571,-1 20-4233,-3 0-8,3 0 184,2 7-240,0 1 0,-1-1 0,1 1 0,-1-1 1,-2 13-1,1-13 57,0 0 0,1 0 1,0 0-1,0 0 1,1 0-1,2 9 0,5 7 29,2-1 0,0 0 0,2-1 0,16 24 0,-5-7-18,-5-7-13,-9-14 47,1-1 1,0 0 0,1-1-1,14 16 1,5-6 80,-26-20-96,0 0 16,1 0 0,-1 1 0,-1 0 0,1 0-1,-1 0 1,0 0 0,3 8 3078,-5-14-3117,6 0-46,1-1-1,-1-1 1,0 1-1,0-1 1,1 0 0,-1-1-1,0 0 1,-1 0-1,13-7 1,-3 1 22,56-26 32,83-28 1,-114 49-22,1 2 1,0 3-1,74-9 1,0 5 38,-100 10-38,-1 0 1,1-1-1,-1-1 0,1-1 1,15-7-1,-15 3 91,-16 9-96,0 1 0,0 0 1,0 0-1,0 0 0,0 0 1,0 0-1,0 0 0,0 0 1,0 0-1,0 0 0,1 0 1,-1 0-1,0 0 0,0-1 1,0 1-1,0 0 0,0 0 0,0 0 1,0 0-1,0 0 0,0 0 1,0 0-1,0 0 0,0-1 1,0 1-1,0 0 0,0 0 1,0 0-1,0 0 0,0 0 1,0 0-1,0 0 0,0-1 1,0 1-1,0 0 0,-1 0 1,1 0-1,0 0 0,0 0 1,0 0-1,0 0 0,0 0 1,0 0-1,0 0 0,0 0 1,0-1-1,0 1 0,0 0 1,0 0-1,-1 0 0,1 0 1,0 0-1,0 0 0,0 0 1,0 0-1,0 0 0,0 0 1,0 0-1,0 0 0,-1 0 1,1 0-1,-31 1 343,6 1-493,23-2 141,-26-1-32,1 1-1,-1 1 1,1 2-1,-1 0 1,1 2-1,0 1 1,-27 10 0,31-8 17,0 2 1,1 1-1,0 1 1,1 1 0,0 0-1,-37 33 1,7-6 31,-4 4 26,52-43-32,3-1-5,-1 0 1,1 0-1,-1 0 1,1 0 0,0 1-1,-1-1 1,1 0-1,-1 0 1,1 0 0,0 1-1,-1-1 1,1 0-1,-1 1 1,1-1 0,0 0-1,0 1 1,-1-1 0,1 0-1,0 1 1,0-1-1,-1 0 1,1 1 0,0-1-1,0 1 1,0-1-1,-1 1 1,1-1 0,0 0-1,0 1 1,0-1-1,0 1 1,0-1 0,0 1-1,-1-1 12,-3 1-8,3 2 448,1-3-445,0-1-1,0 1 1,0-1-1,0 1 0,-1-1 1,1 1-1,0-1 0,0 1 1,0-1-1,0 1 0,1 0 1,-1-1-1,0 1 1,0-1-1,0 1 0,0-1 1,0 1-1,0-1 0,1 1 1,-1-1-1,0 1 1,0 0-1,1-1 0,-1 1 1,0-1-1,1 1 0,6-8 2,0 0-1,0 1 0,1 0 0,0 0 0,0 1 1,17-10-1,-12 7-2,22-14 17,156-99 7,-154 101-55,0 2-1,2 2 1,57-18 0,-90 34-3,1 0-1,0 0 1,0 0 0,13 1 0,-14 0-4,-5 0 32,-21 1-371,4 4 362,0 0 0,0 1-1,0 1 1,0 0 0,1 1 0,-15 11 0,-16 7 6,-357 224 328,394-242-315,1 0 1,-1 0-1,-10 15 0,18-25 59,1 0 0,-1 0 0,0 0 0,0 0 0,0 0 0,0 1 0,0-1 0,0 0 0,0 1-1,-1-1 1,1 1 0,-3-3 0,-30-32 1226,23 25-1119,-108-119-223,89 94-39,-1 1 1,-2 2-1,-49-38 1,44 35-13,-6-3 15,146 122-1195,-41-32 1309,-51-42-33,0 1 0,-2 0 0,1 0-1,-1 1 1,8 13 0,26 33 16,-2-5 1,-31-38 4,-5-8-13,0 0 0,0 0 0,0 0 1,1-1-1,6 7 0,-10-12 281,0-1-261,-1 0 1,0 0 0,1-1 0,-1 1 0,0 0 0,0-1 0,0 1 0,0 0 0,0-1 0,0 1-1,0 0 1,-1 0 0,1-1 0,0 1 0,-1 0 0,1 0 0,-1-1 0,1 1 0,-1 0 0,-1-1-1,-16-24-24,14 22 25,-119-129-65,75 86 7,-79-104 1,92 100-27,34 50 44,0-1 0,1 1 0,0 0 0,-1-1 0,1 1 0,0-1-1,-1 1 1,1-1 0,0 1 0,0-1 0,0 1 0,0-1 0,1-2 0,0-2-35,-2 3-166,-1 7-494,-1 8 224,4-9 479,0 1 0,0-1-1,0 1 1,0-1 0,1 1 0,0-1-1,-1 0 1,1 1 0,1-1 0,-1 0-1,0 0 1,1-1 0,-1 1-1,1 0 1,0-1 0,6 4 0,11 13 8,35 46 21,56 87 0,-29-36 31,-68-99 38,-10-14-60,-1 1 0,1 0 0,-1-1 0,0 1 0,-1 0-1,1 1 1,-1-1 0,0 0 0,0 1 0,0-1 0,2 9 0,-2-12 74,-1 0 0,1 0-1,-1-1 1,1 1 0,-1-1 0,1 1-1,-1-1 1,1 0 0,-1 0 0,1 1 0,0-1-1,-1 0 1,1 0 0,1-1 0,1 0-219,0 0 94,1 0 0,-1 0-1,0-1 1,0 1-1,-1-1 1,1 0 0,0 0-1,0-1 1,-1 1-1,5-5 1,14-8 28,131-65 69,-99 55-47,-1-3 0,-1-2 0,88-68 0,-113 76-22,-13 11-5,0-1 1,-2 0 0,15-17-1,-25 24 53,-2 4-21,-1 7-1114,-3 0 1067,0 0 0,0-1 0,-1 1 0,0-1 1,0 0-1,-1 0 0,1 0 0,-1-1 0,-8 5 1,-9 9 12,-215 194 80,109-95-61,116-107-22,1 1 0,1 1-1,0 0 1,0 0 0,1 1 0,-11 20 0,41-71-345,160-159 464,-56 68-364,-66 71-1991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50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399 131 3713,'0'0'13683,"-12"-20"-12776,-39-63-358,49 81-530,0 0 0,1 0 0,-1 0 0,0 0 1,0 0-1,0 0 0,0 0 0,-1 1 0,1-1 0,0 1 0,-1 0 0,1 0 0,-1 0 0,1 0 1,-1 0-1,0 0 0,1 0 0,-1 1 0,0 0 0,0-1 0,1 1 0,-1 0 0,0 0 0,1 1 1,-1-1-1,0 0 0,-3 2 0,-8-1-13,8 0-27,0 0 0,0 0 0,0 1 0,0 0 0,1 0 0,-1 0 0,0 1 0,1-1 0,0 1 0,0 1 0,0-1 0,0 1 0,0-1 0,1 2 0,-8 7 0,-7 10-118,-32 47 0,48-65 141,-8 12-11,1 0 0,0 1 0,2 0-1,0 1 1,1 0 0,0 0 0,2 0 0,0 1-1,1-1 1,1 1 0,-1 27 0,3-28-5,0-1-14,0 0-1,2 0 1,0 0-1,3 19 1,-2-30 13,-1-1 0,1 0 0,0 1 0,0-1 0,1 0 0,0-1 0,-1 1 0,1 0 0,1-1 0,-1 0 0,1 1 0,0-1 0,0-1 0,0 1 0,0 0 0,8 3 0,1 1-70,1-1 0,0 0 0,1-1 0,-1-1 0,1-1 0,0 0 1,0 0-1,0-2 0,1 0 0,-1-1 0,22 0 0,5-2-596,1-3 0,-1-1-1,0-1 1,0-3 0,68-23-1,31-26-5373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52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36 3017,'0'0'11383,"-20"-3"-10669,-59-8-21,78 12-598,0-1 0,0 0 0,0-1-1,0 1 1,0 0 0,0 0 0,0 0-1,0 0 1,0-1 0,0 1 0,0-1-1,0 1 1,0-1 0,0 1 0,0-1-1,0 1 1,0-1 0,0 0 0,1 1-1,-2-3 1,5-5-346,-2 8 125,7-2-77,0 1 0,1 0 1,-1 0-1,1 1 0,-1 0 1,11 2-1,12 0-16,-11-2 79,-1 1 1,1 1-1,-1 0 1,0 2-1,0 0 0,30 11 1,-43-13 81,1 1-1,-1 0 1,0 0 0,0 0 0,-1 1 0,1-1 0,-1 1 0,0 1 0,0-1-1,0 1 1,0 0 0,-1 0 0,0 0 0,0 1 0,0-1 0,-1 1-1,0 0 1,0 0 0,0 0 0,-1 0 0,0 1 0,0-1 0,1 10 0,-1-3 47,-1-1 0,0 1 1,-1-1-1,0 1 1,-1 0-1,0-1 0,-1 1 1,-1-1-1,0 1 1,0-1-1,-1 0 0,-1-1 1,0 1-1,-1-1 1,0 1-1,-10 13 0,-161 185 822,154-179-478,23-30-327,-1 0 1,1-1 0,-1 1 0,1 0 0,-1-1-1,1 1 1,0 0 0,-1 0 0,1-1 0,0 1-1,-1 0 1,1 0 0,0 0 0,0 0 0,0-1 0,0 1-1,0 0 1,0 0 0,0 0 0,0 0 0,0-1-1,1 1 1,-1 0 0,0 0 0,0 0 0,1 0-1,-1-1 1,0 1 0,1 0 0,-1-1 0,1 1 0,-1 0-1,1-1 1,0 1 0,-1 0 0,1-1 0,-1 1-1,1-1 1,0 1 0,0-1 0,-1 1 0,1-1 0,0 0-1,1 1 1,30 5 139,0-2 0,0 0 0,0-3-1,44-2 1,-19 0-201,-2 3-236,-25-1-529,42-2-1,-64 0 129,1-1 0,0 1 0,-1-1 0,1-1 0,9-4 0,14-11-5240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52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3929,'0'0'9482,"314"-16"-9490,-172 4-152,-30 4-1224,-17 4-3129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03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142 164 968,'0'0'8315,"0"-10"-7325,1 1-726,0 3 35,-1 0 0,1 0 0,-1-1 0,-1 1 0,1 0 0,-1 0 0,0 0 0,0 0 0,-5-12 0,4 14-114,-1-1 0,1 0 0,0-1 0,0 1 0,1 0 0,-1 0 0,1-1 0,0 1 0,1-1 0,-1 1 0,2-8 0,-2 12-178,-3 1-16,2 5-45,-8 63 16,0 76-1,6-61 36,-10 146-7,-37 656 134,28 8 361,23-864-462,30 787 382,-1-196 1630,-28-609-1902,-1 20 141,0-31-267,0 1 0,0 0 0,0-1 0,0 1 0,0-1 0,0 1 0,-1 0 0,1-1 0,0 1 0,0 0 0,0-1 0,-1 1 0,1-1 0,0 1 0,-1-1 0,1 1 0,0-1 1,-1 1-1,1-1 0,-1 1 0,1-1 0,-1 1 0,1-1 0,-1 1 0,1-1 0,-1 0 0,1 0 0,-1 1 0,0-1 0,1 0 0,-1 0 0,-1 1 0,2-1-6,-5-3-34,5-14-153,0 5 71,2-53-2540,20-115 1,7 32-6199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03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1824,'0'0'6286,"-14"43"-4830,-42 139-286,49-159-880,2 0 1,1 0-1,0 0 1,1 39-1,2-34-38,0 114 796,1-142-1047,0 1 0,0-1 0,0 0 0,0 1 0,0-1-1,0 1 1,0-1 0,0 0 0,0 1 0,0-1 0,0 1 0,0-1 0,0 0 0,1 1-1,-1-1 1,0 1 0,0-1 0,0 0 0,1 1 0,-1-1 0,0 0 0,0 1-1,1-1 1,-1 0 0,0 0 0,1 1 0,-1-1 0,0 0 0,1 0 0,-1 0-1,0 1 1,1-1 0,-1 0 0,1 0 0,-1 0 0,1 0 0,16-3 14,-14 3-7,4-3 22,0 0-1,1 0 1,-1-1 0,0 0-1,0 0 1,-1 0 0,1-1-1,-1 0 1,0-1-1,6-7 1,9-11 113,23-34-1,-21 25-91,22-28-66,-3-2 0,-2-2 1,32-75-1,-64 122-4,-5 9 40,0 1-1,1 0 1,0 0-1,6-7 1,-9 13-16,1 0 1,-1 0-1,1 0 1,0 1-1,0-1 1,0 1-1,0-1 1,0 1-1,0 0 1,0-1-1,0 1 1,1 0-1,-1 0 1,0 1-1,1-1 1,-1 0-1,1 1 1,3-1-1,4 1-29,0-1 0,0 2 0,-1-1 0,1 1 0,0 1 1,0 0-1,-1 0 0,1 1 0,16 7 0,-11-2 14,-1 1 0,1 0 0,-1 1 0,-1 0 0,13 14 0,-5-4-22,-1 2-1,-1 0 1,0 1-1,-2 1 1,27 50-1,-16-15-1360,33 97-1,-29-47-3075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0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51 393 6585,'0'0'12067,"-13"0"-11691,-24 1-316,50 2-52,97 5 17,299 7 349,-43-11-153,826-10 142,23-69-154,12-79-70,-136 15-91,-626 89-39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07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48 3593,'0'0'11232,"-9"-8"-10267,-27-24-321,27 24 190,11 8-940,3 0 79,0 1 1,0-1-1,0 1 0,-1 0 0,1 0 0,0 0 0,-1 1 0,1 0 0,5 3 0,10 4-17,161 68-608,-4 8 0,319 209 0,-486-288 543,-8-5 53,0 0 1,0 0-1,0 0 0,0 1 1,0-1-1,-1 0 0,1 1 1,0-1-1,0 1 0,-1-1 1,1 1-1,-1 0 0,0 0 0,0 0 1,1 0-1,-1 0 0,0 0 1,0 0-1,-1 0 0,1 0 1,0 0-1,-1 1 0,1-1 1,-1 0-1,0 3 0,0-5 58,0 1-1,0-1 0,0 1 1,0-1-1,0 1 0,0-1 1,0 1-1,0-1 1,-1 1-1,1-1 0,0 1 1,0-1-1,-1 1 1,1-1-1,0 0 0,0 1 1,-1-1-1,1 1 0,-1-1 1,1 0-1,0 1 1,-1-1-1,1 0 0,-1 1 1,1-1-1,-1 0 0,0 1 1,-21 9 225,-41 16 0,-16 6 35,-14 14-63,-90 43-99,138-70 56,0-2 0,-55 12 0,80-24 2,-7 2 356,0-1 1,-1-2 0,-43 3-1,70-19-40,13-385-476,0-10 78,-12 406-97,0 1 0,0-1 0,0 1 0,0-1-1,0 0 1,0 1 0,0-1 0,1 1 0,-1-1-1,0 0 1,0 1 0,0-1 0,1 1-1,-1-1 1,0 1 0,1-1 0,-1 1 0,1-1-1,-1 1 1,0 0 0,1-1 0,-1 1 0,1-1-1,-1 1 1,1 0 0,-1-1 0,1 1-1,-1 0 1,1 0 0,-1 0 0,1-1 0,0 1-1,-1 0 1,1 0 0,-1 0 0,1 0 0,0 0-1,24 3-1314,-23-2 1225,29 13-2813,4 5-1575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08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186 203 2841,'0'0'9870,"-18"-20"-9685,-53-59-168,52 51-44,19 15-14,1 6-49,4 7 10,2-1 51,0 1 0,0 1 0,1-1 0,-1 1 0,0 0 0,0 1 1,0 0-1,-1 0 0,1 0 0,0 1 0,-1 0 0,1 0 0,-1 1 0,0 0 1,0 0-1,0 0 0,-1 1 0,0 0 0,6 6 0,-5-4 3,-1 0 0,0 0 0,-1 1 0,1 0 1,-2 0-1,1 0 0,-1 0 0,0 1 0,-1-1 0,0 1 0,0-1 0,-1 1 0,0 0 0,0 0 0,-1 0 0,0-1 0,-1 1 0,0 0 0,-2 11 0,2-19 30,0 1 0,1-1 0,-1 1 0,0-1 0,0 1 0,0-1 0,0 1 0,0-1 0,0 0 0,0 0 0,0 1 0,-1-1 0,1 0 0,0 0 0,-1 0 0,1 0 0,-1-1 0,1 1 0,-1 0 0,0-1 0,1 1 0,-1-1-1,0 1 1,-3 0 0,-47 1 247,39-2-148,7 0-70,-1-1 1,1 1 0,0-1 0,0-1 0,0 1 0,0-1 0,0 0 0,0 0 0,0 0 0,1-1 0,-1 0 0,1 0 0,0-1-1,0 1 1,0-1 0,0 0 0,1-1 0,-1 1 0,1-1 0,-4-5 0,3 2-31,-1-1 1,2 1-1,-1-1 1,1 0-1,1-1 1,0 1-1,0 0 1,0-1-1,1 0 1,1 1-1,0-1 1,0-13-1,1 3-33,-1 13 12,1 0 0,0 0 0,0 1 0,1-1 0,0 0-1,3-12 1,-3 17 1,0 0 0,1-1 0,-1 1 0,1 0 0,-1 0 0,1 0 0,0 0 0,0 0 0,0 0 0,0 0 0,0 1 0,0-1 0,0 1 0,1-1 0,-1 1 0,1 0 0,-1 0 0,0 0 0,1 0 0,0 0 0,3 0 0,20-3-848,0 2 0,48 0-1,-60 2 110,42 0-3932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10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1767 2937,'0'-2'10695,"0"0"-10629,1 0 0,-1 1 1,1-1-1,-1 0 0,1 0 0,0 1 0,0-1 0,-1 0 0,1 1 0,0-1 0,1 1 0,-1-1 0,0 1 1,0 0-1,3-2 0,26-22 259,-16 14-94,352-261 168,53-45-594,-351 257 188,221-182-157,215-184-468,-482 408 504,1 1 1,26-15-1,-7 5-2,-36 22 108,0 0 0,0 0-1,0-1 1,8-11 0,14-13-95,-12 12 96,-14 15-39,0 0 0,0 0 0,0 1-1,1-1 1,-1 1 0,1-1-1,0 1 1,4-2 0,-49 11-636,23-4 578,-1 0 0,1-1 1,-30-2-1,45 0 93,3-31-1226,1 29 1239,0 0 0,0 1 0,1-1 0,-1 1 0,1-1 0,-1 1-1,1-1 1,-1 1 0,1-1 0,0 1 0,0 0 0,0-1 0,0 1 0,0 0 0,0-1 0,0 1 0,0 0 0,1 0 0,0-1 0,33-18 38,-20 12-45,18-10 7,49-20-1,-67 33-48,-1 0-1,1 0 1,0 2 0,0 0-1,1 0 1,20 1 0,-35 2 25,-12 2 422,-41 16 151,-97 49 0,75-31-157,-179 89 968,431-218-801,-61 29-535,-59 32-7,-28 14-7,1 2-1,1 1 0,42-14 1,-32 24-1471,-42 8 1399,-1 0-1,1 1 0,0-1 0,-1 0 0,1 0 1,1 1-1,0 5 0,-1-1 33,0-1 47,0-1-1,-1 0 1,0 0-1,0 0 0,-1 0 1,1 0-1,-1 0 1,-1 0-1,1 0 1,-1-1-1,-4 7 1,-4 3 31,0-1 0,-19 20 0,-1 0 50,10-9-14,-68 73 287,80-90-288,0 0-1,-1-1 0,0 1 1,0-2-1,0 1 0,-1-2 1,1 1-1,-20 5 0,24-9-10,1 0 18,0-1 0,-1 0 0,1 0 0,0 0-1,-10 0 1,14-1-132,20-10-875,19-17 301,0-1 0,45-46 0,-65 55 1812,-20 21-1186,1 1 1,0-1-1,-1 0 0,0 1 0,0-1 1,1 0-1,-1 0 0,0 0 0,-1 0 1,1 0-1,0-1 0,-3 2 0,-4 4 3,-37 35 301,-79 54 1,123-95-243,0 1 1,0-1-1,0 0 0,0 0 1,0 0-1,0 0 0,0 0 1,-1 0-1,1-1 0,0 1 1,-1-1-1,1 1 0,0-1 1,-1 0-1,1 0 0,0 0 1,-1 0-1,1-1 0,-1 1 1,-1-1-1,1-1-24,0 1 0,0-1-1,0 0 1,0 1 0,1-1 0,-1 0 0,0-1 0,1 1 0,0 0 0,0-1-1,-1 1 1,-1-6 0,-4-4-23,2-1 1,0-1-1,0 1 0,1-1 0,-3-16 0,2-14-1,6 37 35,-1 0 0,0 0 0,0 1 0,0-1 0,-1 0 0,-4-11-1,5 14-15,1 3-158,0 5-166,1-1 234,-1 0 0,1 0 1,0 0-1,0 0 0,0 1 0,0-1 0,1-1 1,-1 1-1,1 0 0,3 5 0,29 31 140,-13-16-104,-12-12 61,-1 1 1,0 0 0,0 0-1,-2 1 1,1 0 0,-2 0 0,5 15-1,-5-8-574,-1 0-1,-1 1 1,0-1 0,-2 33-1,-1 3-3328,0-31 1082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11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12 1856,'0'0'8062,"6"-2"-7926,12-2-141,0 2 1,0 0-1,0 0 0,23 2 0,-39 0 6,1 1 0,-1-1-1,0 1 1,1-1 0,-1 1 0,0 0-1,1 0 1,-1 0 0,0 0 0,0 1-1,0-1 1,0 0 0,0 1 0,0-1-1,0 1 1,0 0 0,-1 0 0,1 0-1,-1-1 1,1 2 0,-1-1 0,0 0-1,0 0 1,0 0 0,0 0 0,0 1-1,0-1 1,-1 0 0,1 1 0,-1 2-1,3 10 107,0 0-1,-2 0 0,0 25 0,-1-31-23,-1 1-1,-1-1 0,1 1 0,-2-1 1,1 0-1,-1 0 0,0 0 1,-1 0-1,0 0 0,-1-1 1,-8 13-1,-7 6 304,-46 48-1,39-46-169,-6 6 37,16-18 0,0 1 1,-22 32 0,32-31-135,7-18-137,3-1-67,61 1-40,-27 1-796,0-2 0,0-2 0,-1-1 0,51-11 0,-32-2-3199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11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5025,'0'0'5265,"356"-111"-6833,-273 87-1425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13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24 336,'0'0'8778,"-1"1"-9155,1-1 339,-1 0 0,1 0 0,0 0 0,0-1 0,0 1 0,-1 0 0,1 0 0,0 0 0,0 0 0,0 0 0,-1 0 0,1 0 0,0 0 0,0 0 0,0-1 0,-1 1 0,1 0 0,0 0 0,0 0 0,0 0 0,0-1 0,0 1 0,-1 0 0,1 0 0,0 0 0,0-1 0,0 1 0,0 0 0,0 0 0,0 0 0,0-1 0,0 1 0,0 0 0,0 0 0,0-1 0,0 1 0,0 0 0,0 0 0,0-1 0,0 1 0,0-17-2124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14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1461 1560,'0'0'6866,"0"-20"-6507,0 16-334,1 0 0,0 0 1,0 0-1,0 1 0,0-1 1,0 0-1,1 1 1,0-1-1,0 1 0,0-1 1,0 1-1,0 0 0,1 0 1,-1 0-1,6-5 1,7-5-11,32-22 0,-22 16 15,65-53 29,100-74 240,301-234 290,-337 254-519,-133 108-62,19-15 55,58-36 0,-56 40-57,0-2-1,-3-2 1,71-75-1,-47 44 19,-52 53 51,7-6 110,-1 0 0,0-1 0,-2-1 0,15-22 0,-25 32-151,0 0 0,1 0 0,1 1 0,-1 0-1,1 1 1,1-1 0,-1 1 0,12-8 0,-18 15-43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15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12 191 2905,'0'0'10943,"0"0"-10923,-1 0 0,1 0-1,-1 0 1,1 0-1,-1 0 1,1 0 0,-1 0-1,1 0 1,-1 0-1,1-1 1,-1 1 0,1 0-1,-1 0 1,1 0 0,-1-1-1,1 1 1,-1 0-1,1-1 1,-1 1 0,1 0-1,0-1 1,-1 1-1,1-1 1,0 0-20,0-1-1,1 1 1,-1 0 0,1 0-1,0 0 1,-1 0 0,1 0-1,0 0 1,0 0 0,-1 0-1,1 0 1,0 0 0,0 1-1,0-1 1,0 0 0,0 1-1,0-1 1,0 0 0,1 1-1,-1-1 1,0 1 0,0 0-1,0-1 1,0 1 0,1 0-1,1 0 1,7-4 18,239-91 441,-192 77-451,1 2-1,85-12 1,-23 24-454,-98 4 68,-20 16-18,-2-9 380,0-1 1,-1 1 0,1-1 0,-1 1 0,-1-1-1,1 1 1,-1-1 0,0 0 0,-6 11 0,2-7 29,-1-1 1,1 0 0,-2 0 0,-14 14 0,-48 47 238,3 4-1,-101 145 1,154-200-162,11-16-51,0 1 1,0 0-1,0 0 1,0 0 0,0 1-1,1-1 1,0 1-1,0-1 1,0 1-1,1 0 1,-2 6 1319,-3-32-421,-6-20-856,-2 0-1,-2 1 1,-1 1-1,-2 1 1,-45-67-1,62 102-110,-1-1 0,1 0-1,0 0 1,1 1 0,-1-1-1,1-1 1,-1 1 0,1 0 0,-1-8-1,28 13-3498,8 10 298,1 8-1596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18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34 1072,'0'0'10947,"0"-2"-10549,-1 0 0,1-1 0,0 1 0,0 0 0,-1-1 0,0 1 0,1 0 0,-1 0 0,0 0 0,-1-3 0,-6 3-413,1 0 0,0 1 0,-1 0 0,1 1 0,0 0 0,-1 0 0,-7 1 0,-7 0-132,16-1 123,-1 2 0,1-1-1,0 0 1,0 1 0,0 0 0,0 1-1,1 0 1,-1-1 0,1 2 0,-1-1-1,1 0 1,0 1 0,0 0-1,1 1 1,-5 4 0,-10 11 1,1 1 0,-17 25 0,28-35 9,1 0 0,0 0 0,0 1 0,1 0 0,1 0 0,0 0 0,1 0 0,0 1 0,1-1 0,0 1 0,1 0 0,0 0 0,1-1 0,1 1 0,2 18 0,-2-29 5,0 1 1,0 0-1,1-1 1,-1 1-1,1-1 1,-1 1 0,1-1-1,0 1 1,0-1-1,0 0 1,0 0-1,0 0 1,0 0 0,0-1-1,1 1 1,-1 0-1,1-1 1,-1 0-1,1 1 1,0-1 0,-1 0-1,1 0 1,4 0-1,9 3-46,0-1-1,31 2 1,-42-5 44,33 3-197,0-3 0,1-1 1,-1-1-1,60-13 1,-63 7-971,-1-2 0,54-22 0,-6-8-3622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19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5129,'0'0'6253,"19"2"-6362,-2-2 95,-6 0 5,0 0-1,0 1 1,0 1-1,0-1 1,0 2-1,0 0 1,-1 0-1,1 1 0,-1 0 1,12 6-1,-13-5 9,0 1-1,0 0 0,-1 0 0,1 1 0,-1 0 0,-1 1 1,1-1-1,-1 1 0,-1 1 0,0-1 0,0 1 1,0 0-1,-1 1 0,-1-1 0,1 1 0,-2 0 0,1 0 1,-1 0-1,-1 1 0,0-1 0,1 13 0,-1 2 119,-2 1-1,-4 41 0,2-56-73,0 0 0,-1 0-1,0 0 1,-1 0-1,0 0 1,0-1-1,-1 1 1,-7 10 0,-33 42 224,25-36-106,2 0 0,-28 53 0,44-75-158,0-1 0,0 1 1,0-1-1,1 1 0,-1 0 0,1 0 0,0 0 0,1 0 0,-1-1 0,1 1 0,0 0 0,0 0 0,2 9 0,-1-13-6,0 0 1,1 0-1,-1 0 0,0 0 0,0 0 1,0 0-1,1-1 0,-1 1 0,0-1 1,1 1-1,-1-1 0,0 1 0,1-1 1,-1 0-1,1 0 0,-1 0 1,1 0-1,-1 0 0,1 0 0,-1 0 1,0 0-1,1 0 0,1-1 0,6 0 0,11 1-11,0 2-13,0-2 0,0-1-1,0 0 1,0-2 0,-1 0 0,1-1 0,0-1 0,25-10 0,-5-5-1773,46-32 0,-41 19-2104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19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4809,'0'0'8850,"349"-8"-8850,-206-8-984,-31 4-1689,-35 0-5385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23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529 128 2513,'0'0'12091,"-16"-20"-11389,-51-60-97,65 78-559,0-1-1,0 1 1,0 0-1,-1 0 0,1 0 1,0 0-1,-1 1 0,0-1 1,1 1-1,-1-1 0,0 1 1,0 0-1,0 0 1,0 0-1,0 0 0,0 1 1,0-1-1,0 1 0,0 0 1,0 0-1,0 0 1,0 0-1,0 1 0,-5 0 1,-9 1 94,5-1-126,0 0 0,0 1 0,0 0-1,0 1 1,0 1 0,1 0 0,0 0 0,-1 1-1,1 1 1,1-1 0,-1 2 0,1 0 0,0 0-1,1 0 1,0 2 0,-9 8 0,0 3-24,1 0-1,1 0 1,1 2 0,1 0 0,0 0-1,-15 38 1,21-41-10,1 1-1,1-1 1,1 1 0,1 1-1,0-1 1,2 1-1,0-1 1,1 1 0,2-1-1,2 23 1,-3-39-3,1-1-1,0 0 1,0 0-1,0 1 1,0-1-1,1 0 1,-1 0-1,1 0 1,0 0-1,-1 0 1,2-1-1,-1 1 1,0 0-1,0-1 1,1 0 0,-1 1-1,1-1 1,0 0-1,0 0 1,0-1-1,0 1 1,0-1-1,3 2 1,6 1-85,-1-1-1,1 0 1,0 0 0,-1-1 0,17 0 0,6 2-306,1-2-1,-1-2 1,0-1 0,1-2 0,-1-1 0,0-1 0,-1-2-1,38-13 1,32-19-4241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24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82 4721,'0'0'10021,"-8"-9"-9702,-23-26-189,30 35-135,1-1 1,-1 1-1,1 0 0,-1-1 0,1 1 1,0 0-1,-1-1 0,1 1 0,0-1 0,-1 1 1,1-1-1,0 1 0,-1 0 0,1-1 0,0 1 1,0-1-1,0 1 0,-1-1 0,1 0 1,0 1-1,0-1 0,0 1 0,0-1 0,0 1 1,0-1-1,0 1 0,0-1 0,0 1 0,0-1 1,0 1-1,1-1 0,-1 0 0,0 0 0,14-2-80,-9 2 75,5-1-4,4-2 2,0 1 0,1 0 0,-1 1 0,1 0 0,-1 1 0,1 1 0,0 0 0,20 4 0,-33-3 4,-1-1 0,1 1 0,-1 0 0,1 0 0,-1 0-1,0 0 1,1 0 0,-1 0 0,0 0 0,0 0 0,0 1 0,0-1-1,0 0 1,0 1 0,0-1 0,-1 1 0,1-1 0,0 1 0,-1-1 0,1 1-1,-1-1 1,0 1 0,1 0 0,-1 2 0,2 46-25,-3-34 37,0 2 15,0-1 0,-2 0 0,0 1 1,-1-1-1,0 0 0,-2-1 0,0 1 0,-11 21 0,-12 16 82,-39 54 0,11-20-5,50-77-81,-31 52 162,-59 131-1,95-187-185,0 0 0,1 0 0,-1-1 1,1 1-1,1 0 0,-1 0 0,2 9 0,-1-14-2,0-2 6,0 1-1,1 0 1,-1-1 0,0 1-1,1-1 1,-1 1 0,1-1-1,-1 1 1,1-1-1,-1 1 1,1-1 0,-1 1-1,1-1 1,0 0-1,-1 1 1,1-1 0,0 0-1,-1 0 1,1 1-1,0-1 1,-1 0 0,1 0-1,0 0 1,-1 0 0,1 0-1,0 0 1,-1 0-1,1 0 1,1 0 0,31 0-16,-22-1-3,19 1-27,6 1-280,0-1 0,0-2 0,64-13 0,-48 0-2458,-13 3-2191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24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4689,'0'0'8802,"260"-59"-8802,-100 43-152,-17 4-1489,-25 0-2735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24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0 2841,'0'0'6265,"356"0"-9002</inkml:trace>
  <inkml:trace contextRef="#ctx0" brushRef="#br0" timeOffset="1">0 413 6529,'0'0'5818,"427"-64"-6579,-291 45-2263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25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1 7162,'0'0'7585,"-266"222"-7433,254-123-56,6 5-48,6-5 24,0-4-72,12-16-8,35-15-120,12-20-320,12-25-288,36-19-768,-12-35-1577,-12-17-5049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25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196 321 1560,'0'0'5986,"-4"37"-5112,-11 116-189,14-148-652,1 0 0,0 0 1,-1 0-1,1 0 0,1 0 1,-1 0-1,1 0 0,0 0 1,0 0-1,3 6 0,-4-10-25,1 0 1,0 0-1,0 0 0,0 0 0,0 0 0,0 0 1,0-1-1,0 1 0,0 0 0,0-1 0,1 1 0,-1-1 1,0 1-1,0-1 0,0 0 0,1 0 0,-1 1 1,0-1-1,1 0 0,1 0 0,5 1 19,0 0 13,1 0-1,0 0 1,-1-1-1,1-1 1,-1 1-1,1-1 1,-1 0-1,1-1 1,-1 0 0,1-1-1,-1 1 1,0-2-1,0 1 1,-1-1-1,1 0 1,-1-1-1,0 1 1,0-2-1,0 1 1,-1-1 0,1 0-1,-1 0 1,-1 0-1,1-1 1,5-10-1,0-1 21,0-1-1,-2 0 1,0-1-1,-1 0 1,-1 0-1,-1-1 1,-1 0-1,0 0 1,-2 0-1,-1 0 1,0-1-1,-2 1 1,0-1-1,-7-41 0,6 57-28,-1-1 0,0 0 0,0 1-1,0 0 1,-1 0 0,0-1 0,-1 2-1,1-1 1,-1 0 0,0 1 0,0-1-1,-1 1 1,0 0 0,0 1 0,0-1-1,0 1 1,-1 0 0,1 0-1,-1 1 1,-7-3 0,2 0 50,0 2-1,-1-1 1,0 1 0,0 1-1,0 0 1,0 1 0,-1 0-1,1 1 1,-25 1 0,29 1-74,-1 0 1,1 1-1,-1 1 1,1-1-1,0 1 1,0 1-1,0-1 1,1 1-1,-1 1 0,1 0 1,0 0-1,0 0 1,0 0-1,1 1 1,0 0-1,0 1 1,-9 13-1,0 1 5,2 1-1,0 1 1,1 0-1,-15 42 1,18-33 11,1 1-1,2 0 1,1 0 0,1 1-1,3 66 1,0-95-22,1 0-1,0 0 1,1 0 0,-1-1-1,1 1 1,0 0 0,0-1 0,1 1-1,-1-1 1,4 7 0,-4-9-3,1 1 0,0-1 0,0 0 0,0 0 0,1 0 0,-1 0 0,0 0 0,1-1-1,-1 1 1,1-1 0,0 1 0,-1-1 0,1 0 0,0 0 0,0 0 0,5 0 0,3 2-55,1-1-1,-1-1 0,1 0 1,-1-1-1,1 0 0,0-1 1,-1 0-1,1-1 1,-1 0-1,0-1 0,1 0 1,-1 0-1,0-2 0,-1 1 1,1-1-1,-1-1 1,0 0-1,12-9 0,0-3-259,-1 0 0,0-2-1,-2 0 1,0-1-1,-2-1 1,24-37-1,-33 46 347,0 0-1,0 0 0,-2-1 0,1 0 0,-2 0 0,0 0 0,-1-1 0,0 0 0,-1 1 1,-1-2-1,0 1 0,-1-16 0,-1 28 1282,0 10-772,0 15-528,0-1 0,2 0-1,0 0 1,2 0 0,0-1 0,1 1-1,1-1 1,1 0 0,1 0-1,0-1 1,2 0 0,0 0 0,14 18-1,-18-29-43,1 0 0,-1-1 1,2 0-1,-1 0 0,1-1 0,0 0 0,0 0 0,0-1 0,17 8 0,-10-6-444,1-2 0,0 0 1,0-1-1,0-1 0,20 2 0,36-2-3524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26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0 6257,'0'0'8198,"-6"33"-8181,1-6-4,-4 18 94,2 1 1,-1 86-1,6 17 345,5 167-34,7-254-2037,-4-83-4063,-5-22 1891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26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4929,'0'0'8146,"178"-11"-7858,-78-1-96,31-12-192,-19 0-1368,-29-4-4810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27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64 6617,'0'0'9137,"-13"-11"-9033,-38-31-112,38 31-100,13 13-136,0 75-146,-1 92 302,24 194 1,-14-264 89,-4 122 0,-6-155-6,2-59 4,-2 1 0,1-1 1,-1 1-1,0-1 1,0 0-1,-1 1 1,0-1-1,0 0 1,-4 8-1,3-11 5,0 1-1,1-2 1,-1 1-1,-1 0 1,1-1 0,0 1-1,-1-1 1,0 0-1,0 0 1,0 0-1,0-1 1,0 1-1,-1-1 1,1 0-1,-6 1 1,0 1 15,-1-1 1,-1 0-1,1-1 1,0 0-1,0-1 0,-1 0 1,1-1-1,-1 0 1,1-1-1,0 0 0,-1 0 1,1-2-1,0 1 1,0-1-1,0-1 1,0 0-1,1-1 0,-12-6 1,8 3-24,1-1-1,0 0 1,1-1 0,0 0 0,0-1 0,1 0 0,1-1-1,0 0 1,0-1 0,2 0 0,-1 0 0,-10-25 0,14 27-7,1 0 0,1-1 1,0 0-1,0 0 0,1 0 1,-1-16-1,3 22 7,0 0 0,0 0-1,0-1 1,1 1 0,0 0-1,0 0 1,0 0 0,1 0-1,0 0 1,0 1 0,1-1-1,-1 0 1,1 1 0,5-7-1,-1 4-57,0 1-1,0 0 0,0 1 0,1 0 1,0 0-1,1 1 0,-1 0 1,17-7-1,7-1-730,41-9 0,-45 14-745,0-1 1,32-15-1,-16-2-3208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28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1224,'0'0'11411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28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20 5641,'0'0'11375,"-49"-4"-11139,-150-11-139,192 15-95,0 0 0,1 0 0,-1 0 1,0 1-1,1 0 0,-1 0 0,0 1 0,1 0 0,-8 3 0,12-4-2,-1 1 0,1 0 0,0-1 0,0 1 1,0 0-1,0 0 0,0 0 0,1 0 0,-1 1 0,0-1 0,1 0 0,-2 3 0,-5 8 1,1-2-1,0 1 0,1-1 0,0 1 1,1 0-1,0 1 0,1-1 0,0 1 1,-3 19-1,3 3-2,0 69-1,4-99-3,0-1-1,1 1 1,-1 0-1,1 0 1,0-1-1,1 1 1,-1 0-1,1-1 1,0 1-1,0-1 1,0 0-1,0 1 1,1-1-1,5 6 1,-3-5-4,0 0 0,1 0 0,0 0 0,0 0 0,0-1 0,1 0 0,-1 0 0,12 4 0,3-1-53,0-1 1,0 0-1,0-2 1,0 0-1,38 1 0,-35-4-297,0-1 0,1 0-1,-1-2 1,0-1 0,0-1-1,0 0 1,-1-2 0,1-1-1,-1-1 1,29-15 0,23-23-5241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29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6465,'0'0'7229,"0"16"-8098,5 39 965,3 0 0,26 96 0,-10-50 197,23 222 689,-23-125-610,-24-193-364,1 0 0,0 0-1,0 0 1,1 0-1,-1 0 1,5 8-1,-6-13-1,0 1-1,1-1 1,-1 0-1,0 1 1,1-1-1,-1 0 1,0 1-1,1-1 1,-1 0 0,0 1-1,1-1 1,-1 0-1,1 0 1,-1 1-1,0-1 1,1 0-1,-1 0 1,1 0-1,-1 0 1,1 0-1,-1 1 1,1-1-1,-1 0 1,1 0-1,-1 0 1,1 0-1,-1 0 1,1-1-1,1 1 16,0-1 0,-1 0-1,1 0 1,-1 0-1,1 0 1,-1-1-1,0 1 1,1 0-1,-1 0 1,0-1-1,0 1 1,1-3 0,16-19 92,-2 0-197,1 1 0,1 0 0,28-24 1,-38 39-1,0 1 1,0 0 0,1 1 0,0-1-1,0 2 1,0-1 0,1 1 0,0 1-1,-1 0 1,1 0 0,0 1 0,20-2-1,-14 3-20,0 0-1,0 1 1,1 0-1,-1 2 1,25 5-1,-36-6 98,0 0 0,0 1 0,0 0 0,0 0 0,0 0 0,-1 0 0,1 1 0,-1 0 0,0 0 0,0 0-1,0 0 1,0 1 0,0 0 0,-1 0 0,0 0 0,1 0 0,-2 0 0,1 1 0,0-1 0,-1 1 0,3 6-1,-3-4 15,1 1-1,-2 0 1,1 0-1,-1 0 0,0 0 1,0 0-1,-1 0 0,0 0 1,-1 0-1,0 1 0,0-1 1,-1 0-1,0-1 1,0 1-1,0 0 0,-1-1 1,-1 1-1,1-1 0,-1 0 1,0 0-1,-1 0 0,0-1 1,0 1-1,0-1 0,-11 9 1,0 0 132,-2-2 1,1 0-1,-2 0 0,0-2 1,0 0-1,-1-1 1,0-2-1,-1 0 1,0-1-1,0 0 0,0-2 1,-1-1-1,0-1 1,-24 1-1,42-3-121,0-1-1,0-1 1,0 1-1,0 0 1,0-1-1,1 0 1,-1 0-1,0 0 1,0-1 0,0 1-1,1-1 1,-4-2-1,4 2-48,1 0 0,0 0 0,-1 0 0,1-1 0,0 1 0,1-1 0,-1 1 0,0-1 0,1 0-1,-1 0 1,1 0 0,0 0 0,0 0 0,0 0 0,1 0 0,-2-5 0,0-14-1266,1-40 1,1 35-549,0-21-3378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33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22 393 4369,'0'0'9631,"-1"3"-9439,-7 33-145,2 0-1,2 0 1,2 1-1,3 72 1,1-32 123,-3-57-149,2 1 1,1 0-1,0 0 0,1-1 1,1 0-1,8 21 0,-9-32-20,1 0-1,0 0 0,1-1 1,-1 0-1,2 0 1,-1 0-1,1-1 1,0 0-1,1 0 1,-1 0-1,2-1 0,-1 0 1,0 0-1,1-1 1,13 7-1,-11-7-19,1-1 1,-1 0-1,1 0 0,0-1 0,0-1 0,0 1 0,0-2 1,20 1-1,-23-2 19,1 0-1,-1-1 1,0 0 0,0 0 0,0-1 0,0 0-1,-1-1 1,1 1 0,-1-1 0,1-1 0,-1 0-1,13-8 1,-5-1 18,-1-1 0,0 0 0,-1-1 0,-1 0 0,0-1 0,-1 0 0,-1-1 0,0-1 0,-1 1 0,-1-1 0,-1-1-1,-1 1 1,6-28 0,-1-7 17,-2-2-1,-3 1 0,-1-89 0,-5 105-1,1 9-16,0 0 0,-3 0-1,0 0 1,-2 0 0,-14-53 0,14 69-14,-4-13 97,-1 1 0,-1 0 1,-1 1-1,-24-38 0,34 60-385,-2 0 653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34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57 498 6185,'0'0'7915,"-10"-37"-6724,-29-122-559,37 152-610,0-1-1,1 0 0,0 0 0,0 1 0,1-1 0,0 0 0,0 0 0,1 0 1,2-13-1,0 16-14,-1-1 0,1 1 0,0 0 0,0 0 0,0 1 0,1-1 0,-1 1 0,8-7 1,-4 3 0,7-6-11,1 0 0,0 1-1,1 1 1,0 0 0,1 1-1,0 0 1,1 2 0,0 0-1,1 1 1,32-9 0,-22 10-101,0 1 0,0 2 0,0 1 0,0 1 0,1 1 0,50 6 0,-69-3 57,0 0-1,0 0 0,0 1 0,0 0 0,-1 1 1,1 0-1,-1 1 0,0 0 0,0 1 0,-1 0 1,0 0-1,0 1 0,0 0 0,-1 1 0,0 0 1,0 0-1,-1 1 0,0 0 0,-1 0 1,10 17-1,-5-4 25,-1 1 0,-1 0 0,-1 1 1,-1-1-1,-1 1 0,-2 1 1,0-1-1,1 36 0,-4 191 39,-3-213-6,-3 0-1,-1 0 1,-1-1 0,-21 58-1,22-77-4,-48 113-12,49-119 26,-1 0-1,-1-1 1,0 0 0,0-1-1,-1 0 1,-1 0-1,1 0 1,-15 11-1,22-20 7,-1 1-1,0-1 1,1 0-1,-1 1 1,0-1-1,0 0 0,0 0 1,0 0-1,0 0 1,0-1-1,0 1 0,0-1 1,0 1-1,0-1 1,0 1-1,0-1 1,0 0-1,-1 0 0,1 0 1,0-1-1,0 1 1,0 0-1,0-1 1,0 1-1,0-1 0,0 0 1,0 0-1,0 1 1,0-1-1,0-1 1,0 1-1,0 0 0,1 0 1,-1-1-1,0 1 1,1-1-1,-1 1 0,1-1 1,0 0-1,0 1 1,-1-1-1,1 0 1,0 0-1,0 0 0,1 0 1,-1 0-1,-1-4 1,-2-14-81,0-1 0,2 1 0,0-1 0,2-40 1,0 28-78,0 31 107,1 0 1,-1 0 0,0-1-1,1 1 1,-1 0 0,1 0 0,0-1-1,-1 1 1,1 0 0,0 0-1,0 0 1,1 0 0,-1 0 0,0 1-1,1-1 1,-1 0 0,1 0-1,-1 1 1,1-1 0,0 1-1,0-1 1,0 1 0,-1 0 0,1 0-1,1 0 1,-1 0 0,0 0-1,0 0 1,0 1 0,0-1 0,1 1-1,-1-1 1,0 1 0,0 0-1,1 0 1,2 0 0,2 0-75,1 0 1,-1 1-1,0-1 1,1 2-1,-1-1 0,0 1 1,0 0-1,0 0 1,0 1-1,12 6 0,-5 1 77,-1 0 0,0 0 0,0 2-1,-1 0 1,-1 0 0,0 1 0,0 0-1,-1 1 1,-1 0 0,0 0-1,7 18 1,6 20 113,30 109 0,-18-49 338,-31-103-388,1 0-1,0 0 1,0-1 0,0 0 0,1 0 0,1 0 0,9 12 0,-11-16-38,0 0 0,0-1-1,1 1 1,-1-1 0,1 0 0,-1 0-1,1 0 1,0-1 0,0 0-1,0 0 1,1 0 0,-1-1 0,0 1-1,8 0 1,1-1-4,1 1 1,-1-2-1,1 0 1,-1-1-1,1-1 1,-1 0-1,0-1 1,0 0-1,0-1 0,0-1 1,-1 0-1,15-7 1,-18 6-12,1-1 1,-1 0-1,0-1 0,-1 0 1,0 0-1,0-1 1,-1 0-1,0 0 0,0-1 1,-1 0-1,0 0 0,-1-1 1,0 0-1,6-17 1,-6 8-16,-1-1 0,-1 1 0,-1-1 1,-1 0-1,-1 0 0,-1-32 0,0 31 4,0 17 22,0 0 0,-1 0 0,1 1 0,-1-1 0,1 0 0,-2 1 0,1-1 0,0 1 1,-1-1-1,0 1 0,0 0 0,0 0 0,0 0 0,-1 0 0,-4-5 0,5 6 7,-1 1-1,0 0 1,0 0 0,0 0-1,0 0 1,0 1 0,0-1-1,0 1 1,-1 0 0,1-1-1,0 2 1,-1-1 0,1 0-1,-1 1 1,1-1 0,-1 1 0,1 0-1,-1 0 1,1 1 0,-1-1-1,-3 2 1,4-1-4,-1 0-1,1 0 1,0 0 0,0 0-1,0 1 1,0 0 0,0-1-1,1 1 1,-1 0 0,0 1-1,1-1 1,0 0 0,-1 1-1,1-1 1,0 1 0,0 0-1,0 0 1,1-1 0,-1 1-1,1 0 1,-1 1 0,0 3-1,-3 7-2,1 1-1,1-1 1,-3 28-1,3-18 9,1 1 0,1 0-1,1-1 1,5 41 0,-4-58-7,1 1 1,-1-1 0,1 0-1,0-1 1,1 1 0,0 0-1,0-1 1,0 1 0,1-1-1,0 0 1,0 0 0,0 0 0,1-1-1,0 0 1,0 0 0,0 0-1,1 0 1,-1-1 0,1 0-1,0 0 1,8 3 0,19 4-428,1-1 0,1-2 1,-1-1-1,1-2 0,41 1 1,44-3-4712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35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562 0 4257,'0'0'11864,"-56"17"-11784,-21 5-18,-81 37 1,150-56-50,0 1 1,0 1-1,0-1 0,1 1 0,0 0 1,0 1-1,0-1 0,1 2 0,-1-1 1,1 1-1,1 0 0,-1 0 0,1 0 1,-6 12-1,-14 30 97,2 1 1,2 2-1,3 0 1,1 0-1,3 2 1,-10 81 0,10-9 52,5 218 0,10-313-169,1 0 0,1-1 1,2 1-1,13 48 0,-12-61-83,1-1 0,1 0 1,0 0-1,1 0 0,0-1 0,2-1 0,0 0 1,23 25-1,-26-32-60,0-1 0,1 0 0,-1-1 0,1 0 0,1 0 0,-1-1 0,1 0 0,0-1 0,1 0 0,-1 0 0,0-1 0,1 0 0,17 1 0,2-1-1222,-1-2-1,1-1 1,51-7 0,-49 2-2438,34-10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35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0 5113,'0'0'9906,"-44"33"-9611,-137 113 8,176-142-286,0 1 0,0-1 0,0 1 0,1 0 0,0 0 0,0 1 0,0-1 0,1 1 0,0 0 0,0 0 0,0 0 0,1 1 0,0-1 0,0 0 0,-2 12 0,0 12 59,0 0 0,2 0 0,1 0 1,2 0-1,6 44 0,-6-67-90,1-1 0,1 1 0,-1-1 0,1 0 0,1 0 0,-1 0-1,1 0 1,0 0 0,0-1 0,0 0 0,1 0 0,0 0 0,0 0 0,0-1 0,1 0 0,-1 0-1,1 0 1,0-1 0,0 0 0,1 0 0,-1 0 0,13 3 0,-5-2-165,-1-1 0,1 0 0,0-1 1,0 0-1,1-1 0,-1-1 0,0 0 0,0-1 1,0-1-1,15-3 0,-17 2-384,0-1 0,0-1-1,0 0 1,-1 0 0,12-8 0,45-37-6696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36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3833,'0'0'8283,"3"-4"-7828,1 1-451,0 1 1,0-1-1,1 1 1,-1 0 0,0 0-1,1 1 1,-1-1-1,1 1 1,0 0-1,0 0 1,-1 0-1,1 1 1,0 0 0,0 0-1,0 0 1,-1 0-1,8 2 1,-2-1-6,-1 0 0,0 1 0,0 0 0,0 1 0,0 0 0,0 0 0,-1 1 0,16 8 0,-21-9 1,1 0 0,-1 0 0,0 1 0,0-1 0,0 1 0,-1-1 0,1 1 0,-1 0 0,0 0 0,0 0 0,0 1 0,0-1 0,-1 0 0,0 1 0,1 5 0,1 7 21,-1 0 1,-2 30-1,0-32 8,-1 9 18,0 0 0,-2 0 0,-1 0 0,-9 31-1,-38 88 224,29-86-145,-35 122 333,56-177-453,0 1 0,1 0-1,-1 0 1,1 0-1,0 0 1,0 0 0,0 0-1,0 0 1,0 0-1,0 0 1,1 0 0,0 2-1,0-3-4,0-1 1,0 1-1,0-1 0,0 0 0,0 0 0,0 1 1,0-1-1,0 0 0,0 0 0,1 0 0,-1 0 0,0 0 1,1 0-1,-1-1 0,1 1 0,-1 0 0,1-1 1,-1 1-1,1-1 0,-1 1 0,4-1 0,28 4-198,0-1-1,54-2 0,-49-2-268,16-2-1736,-11-13-2306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36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6785,'0'0'6946,"154"0"-6994,-47 0-608,-18-12-1505,-6-12-3200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36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6025,'0'0'3124,"25"45"-1857,11 19-863,109 206 871,-101-183-829,44 130 0,-64-133-268,-3 0-1,15 143 1,-16 177 218,-20-381-375,-5 119 99,3-121-108,-1-1 0,-1-1 0,-1 1 1,-14 35-1,3-16-196,-2-1 1,-2 0 0,-1-1 0,-2-1 0,-1-2-1,-2 0 1,-30 31 0,52-61 44,0 0 1,-1 0-1,1-1 0,-1 1 1,0-1-1,1 0 0,-1 0 0,-1 0 1,1-1-1,0 0 0,-1 0 1,1 0-1,-1-1 0,1 1 1,-1-1-1,0-1 0,-7 1 1,10-1-73,1 0 0,-1 0 0,0 0 1,1 0-1,-1 0 0,0-1 1,1 1-1,-1-1 0,-4-2 0,5 1-202,0 1 0,-1-2 0,1 1-1,0 0 1,0 0 0,0-1-1,1 1 1,-3-4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37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6673,'0'0'8850,"232"-4"-8874,-144 0-128,-5 4-536,-6 0-632,-29 0-1249,-19 12-2336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37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6129,'0'0'5930,"361"-12"-5930,-248-4-2009,-24 0-4728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38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2 2633,'0'0'12628,"-34"-1"-12311,4 0-279,-1 2 0,-49 6-1,75-5-35,0-1-1,1 1 1,-1-1-1,1 1 1,-1 1-1,1-1 1,0 0-1,0 1 1,0 0-1,0 0 1,0 1-1,0-1 1,1 1-1,-5 6 1,1 0 1,1 1 1,0-1-1,-9 24 1,8-17 11,-3 9 12,1 1-1,0 0 1,2 1-1,2-1 1,0 1-1,2 1 0,1-1 1,1 0-1,1 1 1,6 39-1,-4-59-35,1 1 0,-1-1 0,2 0 0,-1-1-1,1 1 1,1 0 0,0-1 0,0 0 0,0 0 0,1-1 0,0 1 0,1-1 0,0-1-1,0 1 1,0-1 0,14 9 0,0-2-106,0-1-1,1-1 1,0 0 0,0-2 0,35 10-1,-26-12-380,1 0 0,1-2 0,-1-1 0,1-2 0,-1-1 0,1-2 1,-1-1-1,59-11 0,-68 7-1070,0-1-1,25-12 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38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174 325 4201,'0'0'3539,"-2"34"-2245,-6 108-410,7-121-721,0-12-64,0 1 0,1 0 0,0 0 0,1 0 0,2 13 0,-2-21-92,0-1 0,0 1-1,-1-1 1,1 0 0,1 1 0,-1-1 0,0 0-1,0 1 1,0-1 0,1 0 0,-1 0 0,1 0-1,-1 0 1,0 0 0,1-1 0,0 1 0,-1 0-1,1-1 1,-1 1 0,1-1 0,0 1-1,0-1 1,-1 0 0,1 0 0,3 0 0,0 1 5,-1 0 0,1 0 0,0-1 1,0 0-1,0 0 0,0 0 1,0-1-1,0 1 0,0-1 0,0 0 1,-1-1-1,1 1 0,0-1 0,-1 0 1,1 0-1,-1 0 0,0-1 0,5-3 1,-2 0 52,-1-1 1,-1 0-1,1-1 1,-1 1-1,0-1 1,-1 0-1,0 0 1,0 0-1,3-12 1,0-2 71,0 0 0,-2-1 0,0 0 0,2-42 0,-5 18-42,-6-65 0,2 103-74,1 0 0,-1 0 0,-1 1-1,1-1 1,-2 0 0,1 1 0,-1-1 0,0 1 0,-1 0 0,0 1 0,0-1 0,-1 1 0,0 0 0,0 0 0,0 1 0,-1-1 0,-13-8 0,12 9 34,-1 0-1,0 1 1,0 1 0,0-1 0,0 1 0,-1 1 0,1 0 0,-1 0-1,0 1 1,0 0 0,0 1 0,0 0 0,0 0 0,0 1 0,0 0-1,-11 3 1,17-3-54,0 1-1,0 1 0,0-1 0,1 0 1,-1 1-1,0 0 0,1 0 1,0 0-1,-1 0 0,1 1 0,0-1 1,0 1-1,-5 6 0,3-3-4,0 1 0,0 0-1,1 0 1,0 0 0,1 1-1,-4 10 1,0 5-12,2-1 0,0 1 1,-3 44-1,8-67 16,-2 30-6,0-1 1,2 1-1,6 43 1,-5-66-1,1 1 1,-1 0 0,2-1-1,-1 0 1,1 1-1,0-1 1,0 0-1,1-1 1,0 1-1,0 0 1,0-1 0,1 0-1,0 0 1,1-1-1,-1 1 1,1-1-1,0 0 1,8 5 0,-3-4-22,1-1 0,-1 0 1,1 0-1,0-2 1,0 1-1,1-1 1,-1-1-1,0 0 1,1-1-1,0-1 0,-1 1 1,14-3-1,-12 1-88,1-1-1,0-1 1,-1 0-1,0-1 1,0 0-1,0-1 1,0-1-1,-1 0 1,23-14-1,-16 5-353,0-1 1,-1-1-1,-1 0 0,0-2 0,15-20 0,-23 26 216,-1 0 0,0-1 0,-1 0 0,0-1 0,-2 1 0,1-1 0,-2 0 0,10-34 2120,-11 54-1411,3 13-448,4 9 177,2 0 0,0-1-1,1 0 1,28 36 0,-30-47-128,0-1-1,1-1 1,1 0 0,0 0 0,0-2 0,1 1 0,1-2 0,28 15-1,-19-14-290,1-2-1,-1 0 0,2-2 1,-1-1-1,38 4 0,11-8-3630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44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92 720,'0'0'13171,"-16"-1"-12128,-47-2-228,48 0 316,16-2-985,15-3-352,189-28 125,-144 28 74,-26 3-57,26-5-1090,1 4 1,75 0-1,-92 12-1982,-41-5 2532,-1 1-1,0-1 0,0 1 0,0 0 1,0 0-1,0 0 0,3 3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44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3209,'0'0'9690,"77"8"-9682,-12-4 0,6 0-8,36-4-480,-19 0-1953,-11 0-4176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45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406 140 3625,'0'0'12781,"-6"-15"-11669,-23-49-315,26 59-718,0 1 0,-1 0 0,0 0 0,0 1 0,0-1 0,0 1 1,0-1-1,-1 1 0,0 1 0,1-1 0,-1 1 0,0 0 0,0 0 0,-1 0 1,1 1-1,0-1 0,0 1 0,-10 0 0,4-1 54,-9-1-25,1 1-1,-1 1 1,-34 2 0,48 0-118,1 0 1,-1 0 0,0 1 0,1-1 0,-1 2-1,1-1 1,-1 0 0,1 1 0,0 0 0,0 0-1,0 1 1,1-1 0,-1 1 0,1 0 0,0 0-1,0 1 1,0-1 0,1 1 0,-1 0 0,1 0-1,0 0 1,-2 6 0,-2 3-6,1 1 1,0 0-1,1 1 0,1-1 0,0 1 1,-3 29-1,6-33-2,-3 85-108,4-88 81,1-1 0,0 0-1,0 1 1,0-1-1,1 0 1,1 0 0,-1 0-1,1 0 1,6 10-1,-4-11-33,1 0 0,-1 0 0,2-1 0,-1 0 0,1 0 0,0 0 0,0-1 0,0 0 0,1 0 0,0-1 0,0 0 0,9 3 0,1 0-156,1-1 0,1 0 0,-1-2 0,32 4 0,-25-7-190,1 0 0,-1-2 0,0-1 0,0-1 0,0-1-1,0-2 1,0 0 0,-1-2 0,0 0 0,-1-2 0,0-1 0,0-1 0,25-17 0,61-45-7047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45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62 963 6993,'0'0'5508,"-10"47"-5433,-30 153 49,35-172-57,2 1-1,0-1 1,2 1 0,4 48-1,-2-64-46,0-1 0,1-1-1,0 0 0,0 0 0,1 0 1,0 0-1,1-1 0,1 1 0,10 19 1,-12-25-14,1 0 1,-1 0 0,1 0-1,0-1 1,1 1-1,-1-1 1,1 0 0,0 0-1,0-1 1,0 1-1,0-1 1,0 0 0,1 0-1,0-1 1,-1 0-1,1 0 1,0 0 0,8 1-1,-7-2 40,1 0-1,-1 0 0,1 0 1,-1-1-1,1 0 0,-1-1 1,1 1-1,-1-2 0,1 1 1,-1-1-1,0 0 0,1 0 1,-1-1-1,0 0 0,-1 0 1,1-1-1,0 0 0,-1 0 1,0-1-1,0 1 0,0-1 1,-1-1-1,0 1 0,6-8 1,15-20 108,-1 0 0,-2-1 0,-1-2 1,-2 0-1,-2-2 0,-1 0 0,-2 0 1,17-67-1,-15 30-125,-4-1 0,-3 0 0,0-139 0,-8 117-74,1 42 6,-3 1-1,-10-72 1,6 106 55,-1-1-1,-1 1 1,-2 0-1,0 1 1,-13-25-1,-62-93 125,47 81-118,26 45 242,3 3-1061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46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17 565 5369,'0'0'5532,"-3"-34"-3956,-9-113-705,11 136-817,1 0 0,0 0 0,0 1 0,1-1 0,0 0 0,1 1 0,0-1 0,1 1 0,0-1-1,1 1 1,5-12 0,1 8-31,-1 0-1,2 1 1,0 0-1,0 0 1,15-11-1,-22 19-17,12-9-16,0 0 0,1 1 0,0 1 0,1 0 0,0 2 0,1 0 0,0 0 0,1 2 0,22-6 0,-8 5-67,0 1-1,1 3 1,-1 0 0,63 1 0,-87 4 57,0 0 1,0 1 0,0-1 0,0 2 0,0 0 0,0 0-1,-1 1 1,1 0 0,-1 0 0,1 1 0,-1 1 0,0-1 0,0 1-1,-1 1 1,0 0 0,0 0 0,0 0 0,-1 1 0,0 1-1,0-1 1,0 1 0,-1 0 0,-1 0 0,1 1 0,4 9-1,-2-1 12,-1 0-1,0 1 1,-1-1-1,-1 1 1,0 0-1,3 35 0,-3 115 23,-5-127-7,0 1 14,-3 0-1,-1 0 0,-2-1 1,-2 1-1,-19 57 0,-172 396 402,189-473-380,8-15-9,-1 0 0,0 1 0,-1-2 0,1 1 0,-1 0 0,-1-1 0,1 1 0,-1-1 0,-11 10 0,14-40 1474,2 13-1453,5-108 8,-3 105-128,0 1 0,1 0-1,0 1 1,1-1 0,0 0-1,1 1 1,7-13 0,-11 23 46,0 1 1,0-1 0,0 1 0,0 0 0,-1-1 0,2 1 0,-1 0 0,0 0-1,0 0 1,0 0 0,0 0 0,1 0 0,-1 0 0,1 0 0,-1 0 0,2 0-1,-2 1-24,0 0-1,0 0 0,0 0 1,0 0-1,0 0 0,0 0 0,-1 0 1,1 0-1,0 0 0,0 0 1,0 1-1,0-1 0,0 0 0,-1 1 1,1-1-1,0 1 0,0-1 1,0 1-1,-1-1 0,2 2 0,2 2-48,-1 0-1,0 0 1,0 1 0,0-1-1,-1 1 1,1-1-1,-1 1 1,2 6-1,38 124 8,-26-78 199,3 0 0,29 63 0,-37-98 14,1 0-1,1-1 0,1 0 0,1-1 1,0 0-1,21 19 0,-30-33-94,0-1 0,1 1 0,-1-1 0,1 0 0,0-1 0,0 0 0,0 0 0,1 0 0,-1-1 0,1 0 0,0-1-1,0 0 1,0 0 0,0-1 0,0 1 0,1-2 0,-1 1 0,0-1 0,1-1 0,-1 1 0,0-2 0,12-2 0,-11 1 1,-1 0 0,0-1 0,0 0-1,0-1 1,-1 1 0,1-2 0,-1 1 0,0-1 0,-1 0 0,0 0 0,1-1 0,6-11 0,1-1-1,-1-1 1,-1 0 0,14-34-1,-16 27-92,-1 0 0,-2 0-1,0-1 1,-2 0 0,-1 0-1,-2 0 1,0-45-1,-2 67 52,0-1-1,0 0 0,-1 0 1,1 0-1,-2 0 0,-2-11 0,3 16 20,0 0-1,0 1 0,0-1 0,0 1 0,0 0 1,0-1-1,-1 1 0,1 0 0,0 0 0,-1-1 1,1 1-1,-1 0 0,1 1 0,-1-1 0,0 0 1,1 0-1,-1 1 0,0-1 0,0 1 0,1-1 1,-1 1-1,0 0 0,0 0 0,0-1 0,1 1 1,-1 1-1,0-1 0,-3 0 0,2 1-5,-1 0-1,1 0 1,-1 0-1,1 0 1,0 0-1,0 0 1,-1 1-1,1 0 1,0 0-1,0 0 1,0 0-1,1 0 0,-1 0 1,0 1-1,1-1 1,0 1-1,-1 0 1,1 0-1,0 0 1,1 0-1,-1 0 1,0 0-1,-1 6 1,-3 6-6,1 1 0,0-1 0,-5 32 0,5-7 0,1 1-1,1 0 1,3 0-1,9 77 1,-8-111-17,1 0-1,0-1 1,0 1 0,1 0 0,0-1 0,0 0-1,0 1 1,1-1 0,0 0 0,0-1-1,1 1 1,-1-1 0,1 0 0,1 0 0,-1 0-1,1-1 1,8 6 0,1-2-454,0 0 0,1 0 0,0-2 0,0 0 0,0-1 0,22 4 0,-16-5-2693,39 1 0,-61-5 3166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47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0 5737,'0'0'8953,"-57"37"-8808,-181 128 66,228-157-192,1 0 0,0 0 0,1 1 0,-1 0 0,2 1 0,-1-1 0,1 1 1,1 1-1,0 0 0,0 0 0,1 0 0,-4 13 0,-4 21 94,1 0 0,3 1 0,2 0 0,-3 58 0,14 188 303,-1-262-433,1 0 0,1 0-1,2 0 1,1-1-1,1 0 1,1 0-1,2-1 1,1 0 0,1-1-1,2-1 1,0 0-1,2-1 1,0-1 0,33 32-1,-41-46-232,1 0-1,-1-1 1,1 0 0,1-1-1,0 0 1,0-1 0,0-1-1,1 0 1,0 0 0,0-1-1,1-1 1,0 0 0,-1-1-1,1-1 1,0 0 0,23 1 0,25-2-3739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47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5873,'0'0'5939,"28"-10"-6018,92-30-260,-108 37 273,1 0 0,-1 1 0,1 0 0,0 1-1,-1 1 1,23 1 0,-18 0-7,-13-1 58,-1 0-1,0 1 1,0-1-1,0 1 0,0 0 1,1-1-1,-1 2 1,0-1-1,-1 0 0,1 0 1,0 1-1,0 0 1,0-1-1,-1 1 0,1 0 1,-1 1-1,3 1 1,-2 0 7,0 1 1,0-1 0,-1 0 0,0 1 0,1-1 0,-1 1 0,-1 0 0,1-1 0,-1 1 0,1 5 0,0 7 25,0 0 1,-2 0 0,0-1-1,-1 1 1,-5 27 0,3-29 58,0 0 1,-2-1 0,0 1 0,-1-1 0,-13 24 0,-48 65 505,20-33-369,25-34 15,-34 71-1,51-96-170,1 0 0,0 0 0,1 1 0,0-1 0,1 1 0,0 0 0,0-1 0,2 1 0,-1 0 0,2 0 0,2 19 0,-3-29-54,1-1-1,0 1 0,0-1 0,0 0 1,0 0-1,0 0 0,0 1 1,0-1-1,0 0 0,0 0 0,1 0 1,-1 0-1,0-1 0,1 1 0,-1 0 1,1-1-1,-1 1 0,1 0 0,-1-1 1,1 0-1,-1 1 0,2-1 0,40 6-6,-38-6 7,11 2-111,0-1 0,0-1-1,0-1 1,0 0-1,0-1 1,24-7-1,-30 7-377,-1-2-1,0 0 1,1 0-1,-1 0 0,-1-1 1,17-12-1,18-22-4827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48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0 227 3929,'0'0'12370,"255"-103"-12546,-143 75-832,37-12-1000,-25 12-1081,-23 1-4769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48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0 6553,'0'0'4713,"207"278"-3456,-124-147-281,-12 24-248,-35 51 88,-36 56-136,-71 44-24,-54-24-359,-5-56-297,-18-24-521,47-83-1551,6-15-5106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4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0 3953,'0'0'9212,"-11"44"-8957,-34 146-99,40-166-104,1 1 0,1 0-1,-1 35 1,3-15 67,-29 182 834,-3 67-50,31 428-587,3-378-8146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4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1720,'0'0'9773,"3"22"-9621,23 293 1363,-24 289 783,-3-329-2111,-11 158-454,9-421 66,1-13-643,1-7-861,1-13-2665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5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58 3849,'0'0'10689,"-17"-7"-10029,-8-5-399,10 5 16,-1 0 1,0 0-1,-20-4 1,30 10-181,1-1-1,-1 1 1,0 0 0,1 0 0,-1 1 0,0 0-1,0 0 1,0 0 0,1 1 0,-1 0 0,0 0-1,0 0 1,1 1 0,-8 3 0,5-1-77,1 0 1,0 0-1,1 0 0,-1 1 1,1 0-1,0 1 0,0-1 1,1 1-1,-7 9 0,-3 8-51,1 0-1,1 1 0,2 1 1,0-1-1,-9 33 1,11-28 16,2-1 1,1 2 0,-4 44 0,6 91-74,3-155 60,2 0-1,-1 0 1,2-1-1,-1 1 0,1 0 1,0-1-1,1 1 0,0-1 1,1 0-1,5 10 0,-6-14 3,1 0 0,-1 0 0,1 0 0,0-1-1,1 1 1,-1-1 0,1 0 0,0 0 0,0-1-1,0 1 1,0-1 0,1 0 0,-1-1 0,1 1-1,0-1 1,0 0 0,7 1 0,-1 0-48,0-1 1,0 0 0,1-1 0,-1 0 0,0-1-1,1-1 1,-1 0 0,0 0 0,0-1-1,14-4 1,7-7-356,-1-1 1,-1-2-1,0 0 0,-1-3 0,32-24 1,25-29-3864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5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1720,'0'0'10589,"19"0"-10606,116 0 2,-131 0 13,-1 0 0,1 1-1,-1-1 1,1 1 0,-1-1-1,1 1 1,-1 0 0,0 0-1,0 1 1,1-1 0,-1 1-1,0-1 1,0 1 0,0 0-1,-1 0 1,1 1 0,0-1 0,-1 0-1,0 1 1,1 0 0,-1-1-1,0 1 1,0 0 0,-1 0-1,1 0 1,0 0 0,-1 1-1,0-1 1,0 0 0,0 1-1,1 3 1,1 13 18,0 0 0,-1 0-1,-1 0 1,-2 28 0,0-16 33,1-11 13,-2 0 0,-1-1 0,0 1 0,-2 0 0,0-1 1,-14 35-1,-64 111 249,52-111-165,-23 61-1,50-105-97,0 0-1,1 0 0,0 1 1,1-1-1,0 1 0,1-1 1,0 15-1,1-25-47,0 0 0,0 0-1,1-1 1,-1 1 0,0 0 0,0 0 0,1-1 0,-1 1 0,0 0-1,1-1 1,-1 1 0,0 0 0,1-1 0,-1 1 0,1-1 0,-1 1-1,1 0 1,0-1 0,-1 1 0,1-1 0,-1 0 0,1 1 0,0-1-1,0 0 1,-1 1 0,1-1 0,0 0 0,-1 0 0,1 1 0,1-1-1,29 2-9,-23-1 10,35 0 24,79-7-1,-100 3-865,0-1 0,-1-1-1,0-1 1,0 0 0,29-16 0,0-2-6620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5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5249,'0'0'10362,"338"-60"-10362,-249 56-568,12 4-568,-30 0-1529,-12 0-3024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6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 3441,'0'0'8759,"-4"38"-8620,2-23-118,-10 83 254,1 107-1,12-15 299,-15 408 1320,5-504-1995,-11 128 285,14-74-3395,24-161-3599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6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0 5153,'0'0'6623,"-4"45"-5955,-17 321 488,-73 873 1194,94-1232-2607,-3 15 68,3-21 114,0-1 0,0 1 0,0-1 0,-1 1 0,1-1 0,0 1 0,0-1 0,0 1 0,0-1 0,-1 1 0,1-1 0,0 1 0,0-1 1,-1 1-1,1-1 0,0 0 0,-1 1 0,1-1 0,-1 0 0,1 1 0,0-1 0,-1 0 0,1 1 0,-1-1 0,1 0 0,-2 1 0,2-1-2,0 0-1,0 0 1,-1 0-1,1 0 1,0 0-1,0-1 1,-1 1 0,1 0-1,0 0 1,0 0-1,-1 0 1,1 0-1,0 0 1,0-1-1,0 1 1,-1 0-1,1 0 1,0 0-1,0 0 1,0-1 0,0 1-1,-1 0 1,1 0-1,0-1 1,0 1-1,0 0 1,0 0-1,0-1 1,0 1-1,0 0 1,0 0-1,0-1 1,-1 1 0,1 0-1,0-1 1,-5-32-4886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6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2881,'0'0'12450,"202"0"-12554,-90 0-184,54 0-720,-36 0-1040,-23 0-3146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7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1240,'0'0'11811,"450"-8"-12547,-278-8-1873,-30 4-5825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7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 8450,'0'0'7089,"-302"170"-6705,261-78-104,23 3 113,12-4-161,6-11-104,18-13-8,47-19-120,18-17-56,12-19-16,5-12-40,31-27-417,-25-25-1503,-29-4-4873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8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 5297,'0'0'8910,"-1"43"-8850,-4 471 1102,-47 369 671,45-716-4246,18-202-2845,19-17-92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8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0 5737,'0'0'9122,"-12"37"-8891,5-16-194,-8 24 38,2 1 0,2 1 1,2 0-1,-5 67 0,10 240 850,-6 108 71,-36 44-650,39-358-2223,7-219-1424,0 6-3058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8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25 6265,'0'0'6554,"31"-4"-6565,101-12-9,-100 13 11,38 2 0,-46 1-5,-21 0 11,0 0-1,0 0 1,0 0-1,0 0 1,0 0-1,0 1 1,0 0-1,0-1 1,-1 1-1,1 0 1,0 0 0,0 1-1,0-1 1,-1 1-1,1-1 1,-1 1-1,1 0 1,-1 0-1,0 0 1,0 0-1,0 0 1,3 4 0,-3-1 1,1 0 0,-1 1 1,0-1-1,-1 1 0,1 0 1,-1-1-1,0 1 1,-1 0-1,1 0 0,-1 10 1,0 8 38,1-13 5,-1-1 1,0 1-1,-1-1 0,0 1 1,0-1-1,-5 17 0,-3-9 70,-1-1 0,0 1 0,-1-2 0,-1 0 0,-17 18 0,11-11 38,-59 67 484,45-55-407,1 2 1,1 1 0,3 1-1,-34 62 1,58-95-215,1 1-1,0-1 1,0 1-1,0-1 1,1 1 0,0 0-1,0-1 1,0 11-1,2-16-18,-1 0-1,0 0 1,1 0-1,-1-1 1,1 1-1,-1 0 0,1 0 1,-1 0-1,1-1 1,-1 1-1,1 0 1,0-1-1,0 1 1,-1 0-1,1-1 0,0 1 1,0-1-1,0 1 1,-1-1-1,1 0 1,0 1-1,0-1 1,0 0-1,0 1 1,0-1-1,0 0 0,0 0 1,1 0-1,35 4-61,-28-4 49,150 6-643,-134-7 38,-1-1 1,0-1-1,0-1 1,35-10-1,15-16-3984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9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1 143 6225,'0'0'7698,"379"-36"-7594,-249 9-104,25-5-456,-37 8-1216,-23 0-2417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9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 4217,'0'0'10283,"-6"47"-10176,0-6-61,-6 57 273,0 131-1,12-119 194,2 85 567,-32 262 0,-23-31-1271,51-377-425,2-34-360,1-26-1205,8-41-544,17-20-1787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6:59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0 1120,'0'0'12446,"1"39"-11936,20 428 2440,-16-250-1388,-26 225 0,-32 152-2277,53-581 573,-5 23-1224,5-35 1238,0 0 1,-1-1-1,1 1 0,-1 0 0,1-1 0,-1 1 0,1-1 0,-1 1 1,1-1-1,-1 1 0,1-1 0,-1 1 0,1-1 0,-1 1 1,0-1-1,1 0 0,-1 1 0,0-1 0,0 0 0,1 1 0,-1-1 1,0 0-1,0 0 0,1 0 0,-1 0 0,0 0 0,0 0 1,1 0-1,-1 0 0,0 0 0,0 0 0,1 0 0,-1-1 0,0 1 1,1 0-1,-1 0 0,0-1 0,0 1 0,0-1 0,-16-9-3923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03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902 147 2601,'0'0'11613,"1"-16"-11363,4-49-144,-5 62-111,0 0 0,0 0 1,1 1-1,-1-1 1,1 0-1,0 0 0,0 1 1,0-1-1,0 1 0,0-1 1,0 1-1,1-1 0,3-3 1,-4 5 107,-1 0 1,1 0 0,0 0-1,0 0 1,-1 0-1,1-1 1,0 1 0,-1 0-1,1 0 1,-1-1 0,0 1-1,1 0 1,-1-1 0,0 1-1,0 0 1,0-1 0,0-1-1,-1 18-86,-2 0 0,1-1 0,-2 1-1,0 0 1,-1-1 0,0 0 0,-1 0 0,-1-1-1,-15 24 1,8-11 45,-276 458 1381,-27-14-23,245-363-1189,59-89-212,-37 55 164,-48 95 0,95-164-113,1-1 1,1-1-1,-1 0 1,0 1-1,1-1 1,0 1-1,0-1 0,0 1 1,0 0-1,-1 5 1,25-8-147,214-20 50,-114 5 188,1054-73 1,-835 80 1738,-368 8-4168,-7 0-1219,-3 0-3289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05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61 2905,'0'0'13525,"-24"-10"-12958,-72-30-319,93 38-251,-1 0 1,0 1-1,-1 0 1,1-1-1,0 1 0,0 1 1,-8-2-1,11 3 0,0-1-1,0 0 0,1 0 0,-1 0 1,0 1-1,1-1 0,-1 0 0,0 1 1,1-1-1,-1 0 0,0 1 0,1-1 1,-1 1-1,1-1 0,-1 1 1,0-1-1,1 1 0,0 0 0,-1-1 1,0 2-1,-4 4-12,-3 4-5,0 0-1,1 1 1,0 0-1,1 0 1,0 1-1,1-1 1,-8 24-1,6-8 26,0-1 0,-5 49 0,9-50-46,2 1-1,0-1 1,2 1 0,4 33-1,-4-54 6,1-1 0,-1 0 0,1 0 0,0 0 0,0 0 0,0-1 0,0 1 0,0 0 0,1-1 0,0 0 0,0 1 0,0-1 0,0 0 0,0-1 0,1 1 0,-1-1 0,1 1 0,0-1 0,-1 0 0,1 0 0,0 0 0,0-1 0,1 0 0,-1 1-1,4-1 1,12 3-283,0-1 0,1-1 0,38-1-1,-45-1 153,10 0-883,41-5 0,-42 1-1122,38-15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05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1008,'0'0'10935,"28"-20"-10859,91-62-84,-114 79 1,1-1 0,0 2 1,-1-1-1,1 1 1,0 0-1,0 0 1,0 0-1,0 1 1,1 0-1,-1 0 1,0 1-1,7 0 0,-10 0 2,0 1-1,1-1 1,-1 1-1,0 0 1,0 0-1,0 0 1,0 1-1,0-1 1,0 1-1,-1 0 1,1 0-1,0 0 1,-1 0-1,1 0 1,-1 0-1,4 5 0,-1 1 4,0 1-1,-1-1 0,0 1 0,0 0 0,-1 0 0,0 0 0,-1 1 1,0-1-1,0 1 0,-1-1 0,0 14 0,0 147 578,-3-142-387,-1 0 0,-2 0 0,-15 53 0,-7-3 17,-32 108 303,51-154-413,2 1 0,1 0 0,-2 60 1,6-88-92,1 0 1,0 0 0,1 0-1,-1 0 1,1-1-1,0 1 1,0 0 0,0 0-1,1-1 1,2 7 0,-2-9-6,0 1 0,0-1 0,1 0 0,-1 0 0,0 0 0,1 0 0,-1 0 0,1 0 1,0-1-1,-1 1 0,1-1 0,0 0 0,0 0 0,0 0 0,0 0 0,0-1 0,4 1 0,13 3-45,0-1-1,0-1 0,0-1 0,36-3 0,-43 1-269,0-1 0,0-1 1,0 0-1,-1 0 0,1-1 0,-1-1 0,0 0 1,13-7-1,31-27-4651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06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3321,'0'0'10010,"438"-20"-10010,-224-16-192,-43 4-2065,-34 9-4216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06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7602,'0'0'6345,"392"16"-6345,-244-16-1128,-24 0-2121,-35 0-6185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06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4457,'0'0'10386,"385"-31"-10506,-196 15-984,-35 8-1953,-29 8-3912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43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545 72 4793,'0'0'11336,"0"-5"-10113,0-22 888,-18 27-1087,7 0-914,0-2-1,0 0 1,0 0 0,-16-6-1,-26-5-184,28 9 83,1 0-211,-1 2 1,-44-1-1,61 4 139,1 0-1,0 0 1,0 0-1,1 0 1,-1 1 0,0 0-1,0 1 1,1 0-1,-1 0 1,1 0-1,0 1 1,0 0-1,0 0 1,-7 7-1,-1 4-8,0 0 0,1 1 0,0 1 0,2 0 0,0 0 0,0 1 0,2 1 0,1 0 0,0 0-1,-9 36 1,8-15 39,3 0-1,1 0 0,1 1 1,4 63-1,0-94 21,1 1 0,0-1 0,1 1-1,0-1 1,1 0 0,0 0 0,0 0 0,1 0 0,0 0 0,1-1-1,8 13 1,-6-13-11,1 0 0,0 0-1,0 0 1,1-1 0,0 0-1,1-1 1,-1 0 0,2-1-1,-1 0 1,13 6 0,4-2-38,0-1 0,0-2 0,1 0 0,0-2 1,1-1-1,-1-1 0,43-2 0,-31 0 3,1-1 0,-1-2 1,1-3-1,-1 0 0,0-3 0,-1-1 0,41-16 0,-12-3-916,88-50-1,-12-10-3178,-18-1-4451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44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476 170 1376,'0'0'16506,"-22"-28"-15891,-68-83-220,88 108-375,-1 0 0,1 0 1,-1 0-1,0 0 0,0 1 0,0-1 0,-1 1 0,1 0 1,-1 0-1,-3-2 0,6 4-19,0 0 0,0-1 0,0 1 0,0 0 0,0 0 0,0 0 0,0 0 0,0 1 0,0-1 0,1 0 0,-1 0 0,0 0 0,0 1 0,0-1 0,0 0 0,0 1-1,1-1 1,-1 1 0,-1 0 0,-3 2-25,-3 2-29,1 1 1,0 0-1,0 0 0,0 0 0,1 1 0,0 0 0,-5 8 0,-8 8-50,-13 15-7,1 2 1,-43 73 0,60-89 77,2 1 0,1 1 0,1 0 1,1 0-1,1 1 0,-6 43 0,9-26-89,1 1 0,3 0 1,5 53-1,-4-92 73,1 0 0,0-1-1,1 1 1,-1 0 0,1 0 0,0-1 0,1 1 0,-1-1-1,1 0 1,0 1 0,0-1 0,1-1 0,-1 1-1,1 0 1,0-1 0,9 7 0,-5-5-72,1 0 1,0 0-1,1-1 1,0 0-1,-1-1 1,1 0-1,1-1 1,16 4-1,6-2-363,0-1-1,0-2 0,0-1 1,60-6-1,-68 1-508,1 0 0,32-10 0,39-20-4475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44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2841,'0'0'7953,"427"-24"-7953,-291 4-744,-11 0-2345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45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0 3625,'0'0'6849,"-47"219"-6521,35-112 16,0 12 40,0 8-95,1-4-89,-7-12-96,6-12-104,12-23-248,0-29-1425,0-35-1592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45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0 1360,'0'0'9434,"0"262"-8401,-6-146-225,-12 3-160,0 0-32,-6-8-264,7-12-160,5-20-112,0-19-80,6-16-240,6-21-536,0-50-11003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45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1 397 5521,'0'0'7055,"19"-38"-6343,70-122-424,-81 149-280,1 0-1,0 0 1,0 1 0,2 0-1,-1 1 1,1 0-1,0 0 1,1 1-1,0 1 1,0 0 0,1 1-1,0 0 1,17-5-1,-10 3-13,17-6-28,1 1 1,1 2-1,48-7 0,-60 14-25,0 1 0,-1 1 0,1 2 0,0 0 0,47 8 0,-67-6 44,1-1 1,-1 2-1,0-1 1,0 1-1,-1 0 1,1 0-1,0 1 1,-1 0-1,0 0 1,0 0 0,0 1-1,0 0 1,-1 0-1,0 0 1,0 1-1,0 0 1,-1 0-1,0 0 1,0 1-1,-1-1 1,1 1-1,3 10 1,-1 4-14,0 0 0,-1 1 0,-2-1 0,0 1 0,-1 0 1,-1 29-1,-1-34 26,1 23 18,-2 0 0,-2 0-1,-13 68 1,3-63-14,-2-1 0,-3 0 0,-43 79-1,18-52-7,-70 90 0,110-158 8,-24 30 156,26-33-143,1 1 0,-1 0 1,0 0-1,1 0 1,-1-1-1,0 1 1,1 0-1,-1-1 1,0 1-1,0 0 1,0-1-1,0 1 1,0-1-1,1 0 1,-1 1-1,0-1 0,0 0 1,0 1-1,0-1 1,0 0-1,0 0 1,0 0-1,0 0 1,0 0-1,0 0 1,0 0-1,0 0 1,0 0-1,0 0 1,0-1-1,-2 0 1,1-14 696,2-18-564,-1 3-212,4-43 0,-2 69 52,0 0 0,0 1 0,0-1-1,1 0 1,-1 1 0,1-1 0,0 1 0,0-1 0,0 1 0,1 0 0,-1 0 0,1 0 0,0 0 0,-1 1 0,1-1 0,0 1 0,1-1 0,-1 1 0,0 0 0,1 0 0,-1 0-1,1 1 1,-1 0 0,1-1 0,0 1 0,0 0 0,6 0 0,4-2-69,0 2 1,0 0-1,0 0 0,0 1 0,0 1 1,21 4-1,-26-3 67,0 1 0,-1 0 1,1 1-1,-1 0 0,0 0 0,0 1 1,0 0-1,0 1 0,-1-1 1,0 1-1,0 1 0,-1-1 0,0 1 1,0 1-1,0-1 0,4 9 0,9 14 137,-2 0 0,24 62 0,-3-2 48,31 80-3046,-62-148-2178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46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24 3937,'0'0'9306,"27"-3"-9178,4 0-90,142-11 112,-141 13-141,-17-1-9,1 1 1,-1 1 0,0 1-1,0 0 1,1 0 0,22 7-1,-34-6 4,-1 0 0,-1 0 0,1 0 0,0 0 0,0 1 0,-1-1 0,0 1 0,1 0 0,-1 0 0,0 0 0,0 0 0,-1 0 0,1 0 0,-1 0 0,1 1 0,-1-1 0,0 0 0,0 1 0,0-1 0,-1 1 0,1-1 0,-1 7 0,1 0 53,-1 0 1,0 0-1,-1 0 0,0 0 0,0-1 0,-1 1 0,-4 13 1,-3-4 27,-2 0-1,0-1 1,-1 0 0,-1-1 0,0-1 0,-17 16 0,17-18-22,-43 49 184,-89 104 65,121-135-248,1 0-1,2 2 1,-27 54 0,46-82-73,-1 1 0,1 0 0,0 0 0,1 0 0,-1 0 0,1 0 0,1 0 1,0 14-1,0-21 5,0 1 1,0-1 0,0 1 0,0 0 0,0-1-1,0 1 1,0-1 0,1 1 0,-1-1-1,0 1 1,1 0 0,-1-1 0,0 1-1,1-1 1,-1 1 0,0-1 0,1 0 0,-1 1-1,1-1 1,-1 1 0,1-1 0,-1 0-1,1 1 1,-1-1 0,1 0 0,-1 0-1,1 1 1,-1-1 0,1 0 0,0 0 0,22 3 1,-15-3-10,74 5-750,87-7 0,-104-7-1692,-14-9-2294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46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5641,'0'0'6826,"426"-44"-6826,-289 32-280,-25 0-2609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47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1 4689,'0'0'10609,"-51"18"-10278,-164 71-250,207-85-79,1 0 0,-1 1 0,1 0 0,0 0 0,0 0 0,0 1 0,1 0 0,0 1 0,0-1 0,1 1 0,0 1 0,0-1 0,-5 11 0,-3 8 10,1 0-1,1 1 1,2 1-1,0-1 1,-5 37 0,7-13 2,1 0 1,3 57-1,2-97-16,2 0 1,-1-1-1,2 1 0,-1-1 0,6 19 0,-4-22-3,0-1-1,0 0 1,0 1 0,1-2 0,0 1-1,0 0 1,0-1 0,1 1 0,8 6-1,1-1-59,0 0 0,1-1 0,0-1 0,1 0 0,-1-1 0,2 0 0,-1-2 0,1 0 0,0-1 0,1 0 0,20 2 0,-5-3-372,-1-1 1,1-1 0,0-2 0,0-1 0,34-6-1,-48 3-333,-1 0-1,1-1 1,21-9-1,40-21-5199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47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5657,'0'0'10114,"349"16"-10114,-201-24-56,-29-7-1600,-18-1-4153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47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1002 62 3649,'0'0'13912,"-61"-12"-13329,-200-34-388,250 44-193,0 1 0,0 0 1,0 1-1,-1 0 0,1 1 0,0 0 1,0 1-1,0 0 0,0 1 1,-18 6-1,-12 9 0,0 2 1,2 1-1,0 2 1,2 2-1,1 1 1,1 2-1,1 2 1,1 0-1,2 3 1,1 0-1,2 2 0,-25 40 1,43-56-16,0 1 0,2 0-1,0 1 1,2 0 0,0 0 0,1 0-1,1 0 1,1 1 0,1 0 0,2 43 0,0-59 2,0-1 0,1 1 0,0 0 1,0-1-1,1 1 0,-1-1 0,1 0 1,1 0-1,-1 0 0,1 0 0,-1 0 1,1 0-1,1 0 0,-1-1 0,1 1 1,-1-1-1,1 0 0,1-1 0,-1 1 0,0 0 1,1-1-1,0 0 0,0 0 0,0-1 1,8 4-1,9 2-40,0 0 1,1-1-1,-1-2 1,1 0-1,27 1 1,21 1-324,0-3-1,1-4 1,108-13 0,-107 2-1607,107-29 0,-37-4-4019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48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1 3441,'0'0'10809,"-33"3"-10524,-104 17-149,131-19-127,0 1-1,0 0 1,0 0-1,1 0 1,-1 1-1,0 0 1,1 0-1,0 1 1,0-1-1,0 1 1,0 0-1,1 0 1,-1 1-1,1-1 1,0 1-1,0 0 1,1 0-1,-5 9 1,-1-1 27,3-2-14,0 0 1,0 0 0,1 1 0,1-1 0,0 1 0,0 0 0,1 0 0,-2 16 0,1 11-12,2 52-1,2-91-9,0 9-7,0-1 1,0 0 0,1 0 0,0 1-1,0-1 1,1 0 0,0 0 0,1 0-1,0-1 1,0 1 0,0-1 0,1 1-1,0-1 1,1 0 0,-1 0 0,1-1-1,1 0 1,-1 0 0,1 0 0,0 0-1,1-1 1,-1 0 0,1 0 0,0-1-1,0 0 1,0 0 0,1 0 0,-1-1-1,11 3 1,-3-3-119,0-1-1,0-1 0,0 0 0,0-1 1,0-1-1,0 0 0,0-1 1,0-1-1,0 0 0,0-1 1,18-7-1,-8 2-776,-1 0 1,44-26-1,36-34-5887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5:48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5433,'0'0'10138,"-59"246"-10058,47-135-16,0 12-64,6 28-288,6-32-1320,0-24-3961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09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 3529,'0'0'6130,"-8"42"-5261,-25 136-219,25-135-268,2 0 0,2 0 0,3 86-1,2-56-239,-1-46-316,0 28 23,0-20-4305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09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7394,'0'0'6833,"267"-28"-6825,-131 24-8,-23 4-1384,-31 0-3409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13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657 15 4321,'0'0'8786,"0"-4"-8535,2-7-323,-7 26-259,-9 20 451,-3-1 0,0 0-1,-37 50 1,28-44 48,-357 649 1276,341-601-1289,-47 140 1,85-207-109,4-19-4,0 1-1,-1 0 1,1-1-1,-1 1 1,1 0 0,-1-1-1,0 1 1,-3 8 2067,12-10-746,-6-1-1754,49-3 530,51-9-1,17-1-27,655-1 17,-513 16-9,87-2 963,-354 0-679,-19 0-1222,0 2-1,0 0 0,1 1 0,-1 2 0,-34 11 0,-13 8-4918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14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5337,'0'0'7232,"21"-15"-7168,69-46-24,-86 58-39,1 1-1,0-1 1,0 1-1,0 0 1,0 1-1,0-1 1,0 1-1,0 0 1,1 1-1,-1-1 0,0 1 1,0 0-1,1 0 1,6 1-1,7 1-7,-13-2 3,0 0 0,0 0 0,0 1 0,0 0 0,0 0 0,0 1 0,0-1 0,0 1 0,0 1 0,-1-1-1,1 1 1,9 6 0,-11-6 24,-1 1 1,1-1-1,-1 1 0,1 0 0,-1 0 0,0 0 0,-1 0 0,1 0 1,-1 1-1,0-1 0,0 1 0,0-1 0,0 1 0,-1 0 0,0 0 1,1 8-1,1 12 232,-1 0 0,0 0 0,-3 1 0,0-1 0,-1 0 0,-1 0 0,-11 40 0,-13 1 50,-57 104 0,-2 4-211,83-167-101,1 0 0,0-1-1,0 1 1,1 0 0,0 0 0,0 0-1,1 0 1,0 11 0,0-17 5,0 0 0,0 0 0,1 0 0,-1 0-1,0 0 1,1 0 0,-1 0 0,1 0 0,-1-1 0,1 1 0,-1 0 0,1 0 0,-1 0 0,1-1-1,0 1 1,0 0 0,-1-1 0,1 1 0,0 0 0,0-1 0,0 1 0,0-1 0,0 1-1,-1-1 1,1 0 0,0 1 0,2-1 0,32 6-38,-28-5 36,39 3-62,53-3 0,-54-1-40,-12-2-467,0-2 0,0-1 0,0-1-1,0-2 1,40-15 0,-17 3-2283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14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3089,'0'0'11314,"379"-8"-11082,-266-8-232,-7 8-304,-29 0-2072,-29 8-7899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43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33 4729,'0'0'9863,"-6"-4"-9032,-18-12-441,18 12-250,7-4-102,11 8-69,1 0-1,-1 1 0,0 0 0,0 1 1,0 0-1,0 1 0,-1 0 0,1 1 1,-1 0-1,0 1 0,0 0 1,0 1-1,0 0 0,15 13 0,-18-13-3,-1 0 0,1 0-1,-1 1 1,-1 0-1,1 0 1,-1 1 0,-1 0-1,1 0 1,-1 0 0,-1 1-1,1-1 1,-1 1-1,-1 0 1,0 1 0,0-1-1,-1 0 1,0 1 0,1 16-1,-2-5-81,-1 0 1,-2 29-1,0-41 94,0 0 0,0 0 0,0 0 0,-1-1 0,0 1 0,-1-1 0,0 1 0,-6 8 0,-27 34 6,-3-1 1,-53 52 0,19-22 17,45-49 20,19-22 39,1 1 0,0 0 0,1 0 0,0 0 0,-7 14 0,15-24-58,-1 1 0,1 0 0,-1 0 0,1-1 1,-1 1-1,1 0 0,0 0 0,-1 0 0,1 0 0,0 0 0,0 0 0,0 0 0,0-1 0,-1 1 0,1 0 0,0 0 1,1 0-1,-1 0 0,0 0 0,0 0 0,0 0 0,0 0 0,1 0 0,-1-1 0,1 1 0,-1 0 0,0 0 0,1 0 1,-1 0-1,1-1 0,0 1 0,-1 0 0,1-1 0,-1 1 0,1 0 0,0-1 0,0 1 0,-1-1 0,1 1 0,1 0 1,3 0-6,-1 1 1,1-1 0,0 0 0,0 0 0,-1 0 0,6-1 0,-7 1 4,180 6-232,-161-8-497,0 0-1,-1-1 0,1-2 0,-1 0 0,0-1 0,27-11 0,10-14-5390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7282,'0'0'5953,"344"-16"-6545,-249 16-1089,-7 0-2920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44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0 2921,'0'0'9034,"-41"238"-8242,29-170-520,6-9-272,6 5-120,0-16-1289,0-21-1751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44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90 949 4689,'0'0'4928,"19"-34"-4840,56-113-6,-71 140-72,-1-1 0,0 1-1,0-1 1,-1 1 0,0-1-1,-1 0 1,1 0-1,-2 0 1,1 0 0,-1 0-1,-1-12 1,0-1 100,1 18-40,0 0 0,0 0 0,0 0 0,-1 0 0,1 1 0,-1-1 0,1 0 0,-1 0 0,0 1 0,0-1 0,0 0 0,-1 1 0,1-1 0,-1 1 0,1 0 0,-1-1 0,0 1-1,0 0 1,-3-3 0,3 4-28,0 0 0,-1-1-1,1 1 1,-1 0-1,0 0 1,1 1-1,-1-1 1,0 1-1,1-1 1,-1 1 0,0 0-1,0 0 1,1 0-1,-1 0 1,0 0-1,1 1 1,-1-1-1,0 1 1,1 0 0,-1 0-1,-4 2 1,2-1-40,0 1 1,0 0-1,1 0 1,-1 1 0,1-1-1,0 1 1,0 0 0,0 0-1,0 0 1,1 1-1,0-1 1,0 1 0,0 0-1,-3 7 1,-4 11-5,-14 45 0,23-66 3,-5 27-1,0 0-1,2 0 1,1 0 0,2 0 0,1 30 0,0-34-1,0-16 0,0-1 0,1 1-1,0 0 1,0 0-1,1 0 1,0-1-1,4 12 1,-4-16-5,0-1 0,0 1 0,0-1-1,0 0 1,0 0 0,1 0 0,-1 0 0,1 0 0,0-1-1,0 1 1,0-1 0,0 0 0,0 0 0,1 0-1,-1 0 1,1 0 0,-1-1 0,1 1 0,5 0 0,0 0-47,0 1 0,1-2 1,-1 1-1,1-1 1,-1-1-1,1 0 1,0 0-1,-1-1 1,1 0-1,-1-1 0,1 0 1,13-5-1,-11 2-59,1-1-1,-1 0 0,-1-1 0,1 0 0,-1-1 1,0 0-1,-1-1 0,10-10 0,5-9-387,-1-2 0,-2 0 0,-1-1 0,-2-2 0,24-52 0,-18 31-591,-4-1 0,-2-1 0,-2-1 0,11-71 0,-6-53 403,-15-4 4416,-7 124-964,0 50-844,0 41-1578,0 1019 2978,0-1048-3359,-1 0 0,1 1 0,0-1 1,0 0-1,0 0 0,0 1 0,0-1 0,1 0 1,-1 0-1,0 1 0,1-1 0,-1 0 0,0 0 1,1 0-1,0 0 0,-1 1 0,1-1 1,0 0-1,-1 0 0,1 0 0,2 1 0,-2-2-23,-1 1 1,1-1-1,0 0 0,0 0 0,0 0 0,0 0 0,0 0 0,0 0 1,0 0-1,0-1 0,0 1 0,0 0 0,0-1 0,-1 1 0,1 0 0,0-1 1,0 1-1,0-1 0,0 1 0,-1-1 0,2-1 0,4-3-474,0 0-1,-1 0 1,0-1-1,0 0 0,0 0 1,4-8-1,21-50-5095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45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3649,'0'0'5849,"361"-35"-11274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45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23 3001,'0'0'2155,"53"-5"-2011,165-12 261,-212 17-378,-1-1-1,1 1 1,0 1 0,-1-1-1,1 1 1,-1 0-1,1 0 1,-1 0 0,1 1-1,-1 0 1,8 4-1,-11-5-6,-1 0 0,1 1 0,-1-1 1,0 1-1,1-1 0,-1 1 0,0 0 0,0-1 0,0 1 0,0 0 0,0 0 0,-1 0 0,1-1 0,-1 1 0,1 0 0,0 3 0,1 4 100,1 0 47,-1 1-1,-1-1 0,1 0 0,-1 1 0,-1-1 0,0 0 0,0 1 1,-1-1-1,0 1 0,0-1 0,-1 0 0,0 0 0,-1 0 1,0 0-1,-1 0 0,0 0 0,0-1 0,-1 0 0,0 0 1,0 0-1,-12 14 0,-232 250 3529,236-257-3464,0 1-1,-17 31 1,26-40-190,0 0 0,1 1 0,0-1-1,1 1 1,0 0 0,0 0 0,0 0 0,1 0 0,0 11 0,1-18-41,0-1 0,0 1 0,0-1 0,0 1 0,0-1 0,1 1 0,-1-1 0,0 1 0,0-1 0,1 1 1,-1-1-1,0 0 0,0 1 0,1-1 0,-1 1 0,0-1 0,1 0 0,-1 1 0,1-1 0,-1 0 1,1 0-1,-1 1 0,0-1 0,1 0 0,-1 0 0,1 0 0,-1 1 0,1-1 0,-1 0 0,2 0 0,19 2 1,-15-2 0,17 1-213,0-1 1,0-1-1,-1-1 1,1 0-1,0-2 1,-1-1-1,0-1 1,0 0-1,-1-2 1,0-1-1,26-13 1,20-21-4950</inkml:trace>
  <inkml:trace contextRef="#ctx0" brushRef="#br0" timeOffset="1">1 325 2657,'0'0'9330,"373"11"-9466,-261-11-2953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45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27 6617,'0'0'5902,"22"-5"-6492,70-13 234,-85 17 319,0 0-1,1 0 1,-1 0-1,13 2 1,-18-1 32,0 0-1,-1 1 1,1-1 0,-1 0 0,1 1 0,-1-1-1,1 1 1,-1 0 0,1-1 0,-1 1-1,1 0 1,-1 0 0,0 0 0,1 0 0,0 1-1,0 1 21,-1 0 0,0 1-1,1-1 1,-1 0 0,0 0-1,-1 1 1,1-1 0,-1 0-1,1 1 1,-1-1 0,0 1-1,0-1 1,0 0 0,-2 5-1,2 14 183,0-15-106,-1 0 0,0 0 0,0 0 0,-1 0 0,1 0 0,-1-1 0,-1 1 0,1-1 0,-1 1 0,0-1 0,-5 7 0,-5 6 182,-1-1 1,-18 18-1,4-6 26,-12 17 156,-105 129 1430,139-170-1756,1 0-1,1 0 1,-1 1 0,1 0-1,1 0 1,-1 0 0,1 0-1,0 1 1,1-1-1,-3 11 1,5-17-113,0 0 0,-1-1 0,1 1 0,0 0 0,0 0-1,0-1 1,0 1 0,0 0 0,0 0 0,0-1 0,0 1 0,0 0 0,1 0 0,-1-1-1,0 1 1,0 0 0,1-1 0,-1 1 0,0 0 0,1-1 0,-1 1 0,0-1 0,1 1 0,-1 0-1,2 0 1,24 3 250,-25-4-259,34 1 134,0-1 0,0-1 0,-1-3 0,1 0 0,0-2 1,50-17-1,-26 3-890,102-51-1,-25-10-4574,-60 25-2323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46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570 48 4721,'0'0'12239,"-49"-10"-11931,-153-26-228,195 35-79,1 1-1,-1 0 1,0 0 0,0 1 0,1-1 0,-1 2 0,-7 1 0,10-2-1,1 1 0,-1 0 0,1 0 0,-1 0 0,1 0 0,0 0 1,-5 5-1,-13 11 3,1 2 0,1 0 0,1 1 1,1 1-1,0 0 0,2 1 0,1 1 0,1 0 1,0 1-1,2 1 0,1 0 0,1 0 1,2 1-1,0 0 0,2 0 0,-3 44 0,7-53-7,0 0 1,2 0-1,0-1 0,5 29 0,-4-40-10,0 0-1,0-1 1,1 1 0,-1 0 0,1-1-1,0 0 1,1 1 0,-1-1 0,1-1 0,0 1-1,1 0 1,-1-1 0,1 0 0,-1 0-1,1 0 1,8 4 0,3 0-88,0 1 0,1-2 0,0 0 0,0-1 0,0-1 0,1-1 1,30 4-1,7-3-422,61-2 1,-94-3 353,127-4-1970,-21-12-2075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47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6513,'0'0'5754,"320"0"-5754,-130-27-665,-36-1-2127,-24 0-3786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47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1257 77 3977,'0'0'9986,"-64"-14"-8747,-212-42-602,260 54-603,0-1-1,0 2 1,0 0 0,-1 2-1,1-1 1,0 2-1,-26 5 1,28-2-13,1 0 1,0 1-1,0 0 1,1 1-1,-20 14 1,12-7 2,-48 35 116,2 3-1,3 3 1,2 2 0,2 3 0,-93 125 0,123-144 3,0 1 1,-36 72-1,56-93-110,0-1 0,2 1 0,0 1 0,1-1 0,1 1 0,2 0 0,0 0 0,0 26-1,2-42-32,1 1 0,1-1-1,-1 1 1,1-1-1,0 1 1,1-1 0,0 1-1,0-1 1,3 7-1,-3-9-2,1 0 0,0 0 0,0 0 0,1 0 0,-1 0-1,1-1 1,0 0 0,0 1 0,0-2 0,0 1-1,0 0 1,7 2 0,6 3 1,1-1-1,0 0 0,0-1 1,0-1-1,1-1 0,31 2 1,122-1 13,-115-6-1,25 0 13,0-4 0,111-22 1,-136 15-642,-2-2 0,0-2-1,0-3 1,62-32 0,-51 14-2352,-25 5-1421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47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504 1 592,'0'0'13186,"-55"22"-12700,-176 82-98,222-100-357,0 1-1,1 0 0,-1 1 0,1 0 0,0 1 0,1-1 0,-1 1 0,1 1 1,1-1-1,-1 1 0,-5 11 0,-5 7 14,2 0 1,0 2-1,2 0 1,1 0-1,2 1 1,1 0 0,1 1-1,1 0 1,1 1-1,2-1 1,2 1-1,0 31 1,2-59-46,0 0 0,1 0-1,-1-1 1,0 1 0,1 0 0,0 0 0,-1-1 0,1 1 0,0 0 0,0-1 0,1 1 0,-1-1 0,1 0 0,-1 1 0,1-1-1,0 0 1,2 3 0,0-2-2,0 0-1,0-1 0,0 1 0,0 0 0,0-1 1,1 0-1,-1 0 0,1-1 0,5 2 1,11 2-74,0-2 1,0-1-1,38-1 1,-36 0-521,0-2 0,0 0 0,0-2 0,0 0 0,26-8 0,18-18-4474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48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1 328,'0'0'12172,"-2"14"-12056,1-10-97,-2 12 114,2-1-1,-1 1 0,2-1 1,0 1-1,5 27 1,20 65 987,-12-58-802,-2 0 0,8 90 1,-18 67-1778,-1-118-2434,0-31-2251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08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955 1 4545,'0'0'9246,"-6"2"-9083,2 0-135,-1 0 0,1 0 0,0 1 1,0 0-1,0 0 0,0 0 0,0 0 1,1 0-1,-4 5 0,-34 43 538,17-20-243,-227 260 1153,-52 63-916,183-173-509,96-161-30,22-19-25,0 0-1,0 0 0,1 0 0,-1 0 1,0 0-1,1 0 0,-1 1 0,1-1 0,-1 1 1,1-1-1,0 1 0,-1 0 0,-1 2 0,3-3-87,0-14-1423,1-17 1162,0 10 282,-1 1 0,0-1 1,-2 1-1,0-1 0,-1 1 0,-1 0 0,-10-30 0,14 48 89,-1 0 0,1 1 0,0-1 0,0 0 0,0 0 0,-1 1 0,1-1 0,0 0 0,-1 1 0,1-1 0,-1 1 0,1-1 0,-1 0 0,1 1-1,-1-1 1,1 1 0,-1-1 0,0 1 0,1-1 0,-1 1 0,0 0 0,1-1 0,-1 1 0,0 0 0,1-1 0,-1 1 0,0 0 0,0 0 0,1 0 0,-1 0 0,0 0 0,0 0 0,1 0 0,-1 0 0,0 0 0,0 0-1,1 0 1,-1 0 0,-1 1 0,1 0-27,-1 0-1,0 0 1,1 0-1,-1 0 1,1 1-1,-1-1 1,1 0-1,0 1 1,0-1 0,0 1-1,0 0 1,0-1-1,-2 5 1,-7 20 1,1 2 0,2-1 0,0 1 1,2 1-1,-2 31 0,1 149 441,6-175-278,0-34 72,37-28 1045,-12 10-1068,171-121 588,-43 33-2800,-134 90-1454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09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0 1560,'0'0'12002,"-4"10"-11996,-1 8-1,0 1 0,0-1 0,2 1-1,-2 24 1,-1 94 324,5-97-162,-2 589 1363,4-484-4363,0-2-3508,-1-173 2322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0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1816,'0'0'12298,"-7"33"-12216,2-10-41,-4 22 125,1 0 0,2 0 0,0 59 0,6-42 139,-1 39 588,19 157 1,-9-184-755,-6-43-293,1 0 0,1 0 0,2-1 0,1 0 0,21 53-1,-28-108-3397,-1-12-245,0-2-1924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0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4017,'0'0'8763,"26"-5"-8711,5-2-31,-12 3 3,1 0 1,0 0-1,0 2 1,0 1 0,37 1-1,-50 1-17,0 0-1,0 0 0,0 0 1,0 1-1,0 0 1,0 0-1,-1 1 0,1-1 1,-1 2-1,1-1 1,8 7-1,-11-7-15,0 1 0,0 0 0,-1-1 1,1 1-1,-1 1 0,0-1 0,0 0 0,-1 1 0,1-1 1,-1 1-1,0 0 0,0 0 0,-1 0 0,1 0 0,-1 0 1,1 9-1,-1 0 69,0 1 0,-1 0 1,0 0-1,-2 0 0,1 0 0,-2-1 0,0 1 1,-1-1-1,0 0 0,-1 0 0,-1 0 1,0 0-1,-1-1 0,0 0 0,-1-1 1,-13 18-1,-1-1 138,0 0-96,1 1-1,1 0 1,1 2 0,-24 58 0,41-84-108,0 0 0,1 0 1,0 0-1,0 0 0,1 0 1,0 12-1,0-10-18,0-7 22,0 0 0,0 0 0,0-1 0,1 1 0,-1 0 0,0-1 0,0 1 0,1-1 0,-1 1 0,1 0 1,-1-1-1,0 1 0,1-1 0,-1 1 0,1-1 0,-1 1 0,1-1 0,0 1 0,-1-1 0,1 0 0,-1 1 0,1-1 0,0 0 0,1 1 0,25 6-49,30-4 9,-21-2-97,32 0-649,-62-1 306,-1-1 0,1 0-1,0 0 1,0 0 0,-1 0 0,1-1-1,-1 0 1,8-4 0,7-9-4270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0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2665,'0'0'7681,"344"-32"-7681,-273 32-24,-6 0-592,0 0-440,-11 0-769,-13 0-783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1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0 904,'0'0'11500,"3"31"-10509,10 103-152,-6-62-174,18 125 537,-25-193-1216,1-2-7,-1 1 1,0-1-1,1 1 1,-1-1-1,1 1 0,0-1 1,0 0-1,0 1 1,0-1-1,0 0 0,0 0 1,1 1-1,-1-1 1,4 3-1,1-24-1751,0-18-1037,0-6-3835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1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2985,'0'0'7756,"0"46"-6706,0 152-141,0-197-904,-2 73 721,4-1-1,14 94 1,-2-54-713,-3 189-1,1-326-3915,0-17-67</inkml:trace>
  <inkml:trace contextRef="#ctx0" brushRef="#br0" timeOffset="1">144 159 1200,'0'0'8994,"0"274"-7658,0-171-319,0 0-353,0 4-344,0-7-248,0-5-72,0 0-168,0-27-1192,0-21-1841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2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0 430 3121,'0'0'3246,"32"-33"-3120,97-112-640,-122 138 438,-1-1 0,0-1 1,-1 1-1,0-1 0,0 0 1,4-11-1,-8 15 32,1 0 0,-1 0 0,-1 0 0,1 0 0,-1 0-1,0 0 1,-1-6 0,1-6-16,1-9-28,0 17 326,-1 1 0,1-1 0,-2 0 0,-1-15 1,1 23-137,1-1 1,-1 0 0,1 1 0,-1-1 0,1 1-1,-1-1 1,0 1 0,0-1 0,0 1-1,0 0 1,0-1 0,0 1 0,0 0 0,0 0-1,0-1 1,-1 1 0,1 0 0,0 0-1,-1 1 1,1-1 0,-1 0 0,1 0 0,-1 1-1,1-1 1,-1 1 0,0-1 0,1 1-1,-1 0 1,-2-1 0,2 1-73,0-1-1,0 1 1,0 0-1,-1-1 1,1 1-1,0 0 1,0 0-1,0 0 1,-1 1-1,1-1 1,0 1 0,0-1-1,0 1 1,0 0-1,0-1 1,0 1-1,0 0 1,0 0-1,0 1 1,0-1 0,1 0-1,-1 1 1,0-1-1,1 1 1,-1-1-1,1 1 1,-1 0-1,1-1 1,0 1-1,0 0 1,0 0 0,0 0-1,0 0 1,0 0-1,1 0 1,-1 0-1,0 3 1,-5 17 92,1-1-1,1 1 1,1 0 0,1 0-1,1 0 1,3 44 0,-1-11 569,-1-42-505,1 0-1,0 0 1,1 0 0,0 0 0,1-1-1,0 1 1,1-1 0,0 0 0,1 0-1,8 14 1,-8-18-121,1 0 0,-1-1 0,1 1-1,0-1 1,1-1 0,0 1 0,0-1 0,0 0 0,1-1-1,0 0 1,0 0 0,0-1 0,1 0 0,-1 0 0,10 2 0,0-1-133,-1-1 1,1 0 0,0-2 0,0 0 0,0-1 0,0-1-1,27-3 1,-31 1-549,1-1 0,-1 0-1,1-1 1,-1 0-1,19-9 1,23-18-4852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2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0 4689,'0'0'7591,"3"40"-7572,-1-2-12,0 2 20,1 0 1,2 0 0,2-1 0,18 57 0,-8-45 85,32 114 343,-42-135-207,-1 0-1,-2 1 1,2 46-1,-7-77-217,0 1-1,0 0 1,1-1-1,-1 1 1,0 0-1,0-1 1,0 1-1,0-1 1,0 1-1,0-1 1,0 0-1,-1 1 1,1-1-1,0 0 1,0 0 0,0 0-1,0 0 1,0 0-1,0 0 1,0 0-1,-1 0 1,1 0-1,-2-1 1,-2 1 95,-6-1-60,0 0-1,-1 0 1,1-1-1,0-1 1,0 0-1,0 0 1,0-1 0,1-1-1,-1 0 1,1 0-1,-12-9 1,2 1-39,2-2 0,0 0 1,0-2-1,-22-27 0,39 44-46,0-1 0,0 1 0,1 0 0,-1-1 0,1 0-1,-1 1 1,0-1 0,1 1 0,-1-1 0,1 0 0,0 1 0,-1-1 0,1 0 0,-1 0 0,1 1 0,0-1-1,0 0 1,-1 0 0,1 0 0,0 1 0,0-1 0,0 0 0,0 0 0,0 0 0,0 0 0,0 1 0,0-1-1,0 0 1,1 0 0,-1 0 0,0 1 0,0-1 0,1 0 0,-1 0 0,1 0 0,1-1-191,1 1 0,0-1 0,-1 1 0,1 0 0,0 0 0,-1 0 0,1 0 0,5 0 0,-5 0 152,20-5-2091,-1 0 0,28-13 0,-12-4-4039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2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8042,'0'0'6809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3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5521,'0'0'6846,"13"32"-6265,45 103-123,-55-131-421,-1 1 1,0-1 0,1 1 0,0-1 0,0 0 0,0 0 0,1 0 0,-1-1 0,1 1 0,0-1 0,0 0 0,0 0-1,0 0 1,1 0 0,-1-1 0,1 0 0,0 0 0,-1 0 0,1 0 0,0-1 0,0 0 0,0 0 0,0 0 0,0-1-1,0 1 1,0-1 0,8-1 0,2 1 163,-8 1-109,-1-1 0,1 0-1,0 0 1,0-1-1,-1 0 1,1 0 0,0 0-1,-1-1 1,1 0-1,7-4 1,-10 4-51,0-1 0,-1 1-1,0-1 1,0 0 0,0 0 0,0 0 0,0 0-1,0 0 1,-1 0 0,1-1 0,-1 0-1,0 1 1,0-1 0,-1 0 0,1 0 0,-1 0-1,2-8 1,1-3 13,-2-1-1,0 0 1,-1 0-1,0 0 1,-1 0-1,-1 0 1,-3-16-1,3 29-52,0 0 1,0-1-1,0 1 0,0 0 0,-1 1 1,1-1-1,-1 0 0,0 0 0,1 1 0,-1-1 1,-1 1-1,1-1 0,0 1 0,-1 0 0,-4-4 1,1 3-5,0 0-1,1 0 1,-1 0 0,0 1 0,0 0 0,0 0 0,-13-2 0,9 3-27,0 0-1,0 0 1,-1 1 0,1 1 0,0-1 0,-1 2 0,1-1-1,0 1 1,0 1 0,-10 4 0,12-4-12,1 1 0,0 1 0,0 0 1,0 0-1,0 0 0,1 0 0,0 1 0,0 0 0,1 1 1,-1-1-1,1 1 0,1 0 0,-1 1 0,1-1 1,1 1-1,-4 9 0,2-3-320,0 0-1,2 1 1,0-1 0,1 1-1,0 0 1,1-1 0,1 1 0,1 21-1,-1-34 270,1-1 0,-1 1 0,0-1 0,1 1 0,-1-1-1,1 1 1,-1 0 0,1-1 0,0 0 0,0 1 0,0-1 0,0 1-1,0-1 1,0 0 0,0 0 0,0 0 0,0 1 0,0-1-1,1 0 1,-1 0 0,0-1 0,1 1 0,-1 0 0,1 0 0,-1-1-1,4 2 1,3 0-395,-1-1 0,1 0 0,0 0-1,12 0 1,-7-1-508,24 1-1700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3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5169,'0'0'6823,"6"40"-6183,22 135-1,17 21 888,-32-151-1199,-2 0 0,-3 1 1,5 60-1,-12 109-345,-1-214-70,-1 0 0,1 0 0,0 0 0,0 0 0,0 1 1,0-1-1,1 0 0,-1 0 0,0 0 0,0 0 0,1 0 0,-1 0 0,1 0 0,-1 0 0,1 0 0,-1 0 0,1 0 0,0 0 0,-1 0 0,1 0 1,0 0-1,0 0 0,1 1 0,1-1-289,-1-1 1,0 1 0,1-1 0,-1 1 0,1-1-1,-1 0 1,1 0 0,-1 0 0,3 0-1,5 0-642,14 0-2698</inkml:trace>
  <inkml:trace contextRef="#ctx0" brushRef="#br0" timeOffset="1">415 437 856,'0'0'14467,"6"242"-13435,0-186-407,0 4-377,0-13-216,0-3-32,0-4-969,-6-13-1839,0-11-3617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5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1 616,'0'0'13411,"6"12"-13300,8 12 64,1-1 1,1 0 0,1-1 0,1 0-1,22 20 1,122 104 648,-96-88-746,385 362 81,-416-380-280,35 49 0,-57-71 32,-11-16 29,-1 0 0,1 0 1,0 0-1,-1 0 0,1 0 0,0 0 0,0 0 0,0-1 0,0 1 1,1-1-1,3 3 0,-5-4 31,0 0 0,0 0 1,0-1-1,0 1 0,0 0 1,0 0-1,0 0 0,-1-1 0,1 1 1,0 0-1,0-1 0,0 1 1,0 0-1,-1-1 0,1 1 1,0-1-1,0 0 0,-1 1 0,1-1 1,-1 1-1,1-1 0,0 0 1,-1 0-1,1 1 0,-1-1 0,0 0 1,1 0-1,-1 0 0,1 0 1,-1 1-1,0-1 0,0 0 1,0 0-1,1 0 0,-1 0 0,0-1 1,49-124-1921,-2 6 88,-42 103 2318,0-1 1,-1 0-1,-1 0 0,-1 0 1,0-20-1,-2 33 816,0 12-564,0 33-434,0 57-455,0-57 206,2-1 0,1 1 0,16 69 0,-14-88-8,0 0 0,-2 0 1,2 40-1,-5-61 114,-4 0 307,-25 0-234,0-2 0,0-1 0,0-1 0,1-2 0,0-1 1,0-1-1,0-1 0,1-1 0,1-2 0,-44-25 0,69 51-3908,1 11-2077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6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4961,'0'0'9575,"-4"39"-9547,0-7-32,-2 23 19,2 0 0,2 0-1,7 71 1,34 120 314,2 25 268,-25-43-446,-9-120-577,-7-104 295,3 22-590,1-22-758,2-16-1527,5-22-86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6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5337,'0'0'4066,"0"44"-3347,0 289 1182,0-302-1613,5 335 2563,2-245-2360,22 120-1,-6-142-751,-23-98 210,0-1-1,0 1 1,0 0-1,1 0 1,-1 0-1,0 0 1,1 0-1,-1 0 1,0 0 0,1 0-1,-1-1 1,1 1-1,-1 0 1,1 0-1,-1-1 1,1 1-1,0 0 1,-1-1-1,1 1 1,0 0 0,0-1-1,-1 1 1,1-1-1,0 1 1,0-1-1,0 0 1,0 1-1,1-1 1,-1 0-61,0-1 1,0 0-1,1 1 1,-1-1-1,0 0 0,0 0 1,0 0-1,0 0 1,0 0-1,0 0 0,0 0 1,0 0-1,-1 0 1,1 0-1,0 0 1,-1-1-1,1 1 0,-1 0 1,1-1-1,0 0 1,10-46-2887,-4-10-2874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6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3649,'0'0'10581,"26"-4"-10545,90-15-30,-107 17-7,0 1 0,1 0-1,-1 1 1,0 0-1,1 0 1,-1 1 0,0 0-1,1 0 1,-1 1-1,11 4 1,-17-4 2,0-1-1,-1 1 0,1 0 1,0 0-1,-1 0 1,1 0-1,-1 1 1,0-1-1,0 1 1,0-1-1,0 1 1,0 0-1,0 0 1,-1 0-1,0 0 1,1 0-1,-1 0 0,0 0 1,0 0-1,-1 0 1,1 1-1,-1-1 1,0 0-1,1 1 1,-1-1-1,-1 4 1,1 10 40,1-10 31,-1-1-1,0 0 1,0 0 0,0 1-1,-1-1 1,0 0-1,0 0 1,-4 10-1,-5 1 208,-2 0-1,0-1 1,-1-1 0,0 0-1,-18 16 1,5-4 19,-6 5-40,9-9-158,0 2-1,-22 30 0,40-47-100,-1 0 0,1 1-1,1-1 1,0 1 0,0 0-1,1 0 1,0 1 0,0-1-1,1 0 1,0 1-1,0 19 1,1-26-17,1 0 0,0 0 0,0 0 0,1 0 0,-1 0 0,1 0 0,-1 0 0,1 0 0,0 0-1,0 0 1,0 0 0,1 0 0,-1 0 0,3 3 0,-1-3 1,0-1 1,0 0-1,0 0 0,0 0 1,0 0-1,0-1 0,0 1 1,0-1-1,1 0 0,-1 0 0,1 0 1,6 1-1,8 1-145,0 0-1,1-1 1,-1-1 0,0-1 0,1-1-1,-1 0 1,0-2 0,20-4-1,-23 3-580,-1 0-1,0-1 1,0-1 0,0 0-1,24-16 1,12-14-5104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7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28 464,'0'0'12763,"356"-28"-13387,-232 28-945,-29 0-1191,-18 0-1513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7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54 156 5881,'0'0'8258,"-7"-12"-4632,5 10-3614,1 0-1,-1 0 1,1 0-1,-1 0 1,1 0-1,0 0 1,0 0-1,0 0 1,0-1-1,0 1 1,1 0-1,-1-1 0,1 1 1,-1 0-1,1-1 1,0-2-1,-1-47-220,1 39 95,0 11 92,0 1-1,-1-1 0,1 1 1,0 0-1,0-1 1,0 1-1,0-1 0,1 1 1,-1-1-1,0 1 1,1 0-1,-1-1 1,1 1-1,-1 0 0,1-1 1,0 1-1,-1 0 1,1 0-1,0-1 0,0 1 1,0 0-1,0 0 1,0 0-1,0 0 0,0 0 1,3-1-1,0 1-55,0 0-1,0 1 0,0 0 1,0-1-1,0 1 0,1 1 1,-1-1-1,6 2 0,-6-1 39,-1-1-1,1 1 0,-1 0 0,0 0 0,1 1 0,-1-1 0,0 1 0,0-1 0,0 1 0,0 0 0,0 0 0,0 0 0,-1 1 0,1-1 0,-1 1 0,1-1 0,-1 1 0,0 0 0,0 0 0,0 0 0,-1 0 0,1 0 0,-1 0 0,1 1 0,-1-1 0,1 7 0,1 7 2,0 0 0,-1 0 0,-1 1 0,-1 21 0,-1-19 34,1-8 14,-1 1 0,0 0 1,-1-1-1,-1 0 1,0 1-1,-1-1 0,0 0 1,-1 0-1,-11 20 1,1-7 201,-2-1-1,-1 0 1,-22 23 0,27-31 40,-11 10 2437,146-24-3769,79-2-1478,-152-8-703,-12-6-2716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8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1256,'0'0'13180,"11"34"-13445,78 232 478,-74-214 104,-3 0-1,-2 1 0,5 90 1,-11 165 677,-6-176-1086,3-104-425,-1-28 500,0 0-1,0 0 0,0 1 0,0-1 1,0 0-1,0 0 0,0 0 0,0 1 1,0-1-1,0 0 0,0 0 0,0 0 0,1 0 1,-1 1-1,0-1 0,0 0 0,0 0 1,0 0-1,0 0 0,0 1 0,0-1 1,0 0-1,1 0 0,-1 0 0,0 0 0,0 0 1,0 0-1,0 1 0,1-1 0,-1 0 1,0 0-1,0 0 0,0 0 0,0 0 1,1 0-1,-1 0 0,0 0 0,0 0 1,0 0-1,1 0 0,-1 0 0,0 0 0,0 0 1,0 0-1,0 0 0,1 0 0,-1 0 1,0 0-1,0 0 0,0 0 0,1 0 1,-1-1-1,0 1 0,0 0 0,0 0 0,0 0 1,0 0-1,1 0 0,-1 0 0,0 0 1,0-1-1,5-4-287,-1 1 0,0-2-1,0 1 1,0 0 0,0-1 0,-1 0 0,0 0 0,0 0 0,-1 0-1,1 0 1,0-7 0,0 6 29,20-62-2374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3697,'0'0'5982,"5"41"-5113,-1-1-610,2 16 293,2 0 0,28 94 0,122 559 4877,-115-482-5408,-35-208-818,-8-18 755,0-1 0,0 0-1,0 0 1,0 0 0,0 0 0,1 1-1,-1-1 1,0 0 0,0 0 0,0 0-1,1 0 1,-1 0 0,0 0 0,0 0-1,0 0 1,1 1 0,-1-1 0,0 0-1,0 0 1,0 0 0,1 0 0,-1 0-1,0 0 1,0 0 0,1 0 0,-1 0-1,0-1 1,0 1 0,0 0 0,1 0-1,-1 0 1,0 0 0,0 0 0,0 0-1,1 0 1,-1 0 0,0-1 0,0 1-1,0 0 1,1 0 0,1-3-339,-1 0-1,1 1 1,0-1 0,-1 0 0,1 0 0,-1 0 0,0-1-1,1-3 1,10-39-5587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9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1 487 7194,'0'0'6478,"47"-34"-6299,149-110-136,-187 137-46,1-2 1,-1 1 0,-1-1 0,0 0-1,0-1 1,-1 0 0,7-11 0,-11 14-16,0 0 1,0-1-1,-1 1 1,0-1-1,0 0 1,0-13-1,0 11-9,0-13-1,0 0 1,-1 0 0,-4-44-1,2 66 46,1 0 0,-1 1 0,1-1 0,-1 0 0,1 0 0,-1 0 0,0 1 0,1-1-1,-1 0 1,0 1 0,1-1 0,-1 0 0,0 1 0,0-1 0,0 1 0,0-1 0,1 1 0,-1 0 0,0-1-1,0 1 1,0 0 0,0 0 0,0-1 0,0 1 0,0 0 0,0 0 0,0 0 0,0 0 0,0 0 0,0 0-1,0 1 1,0-1 0,0 0 0,0 0 0,-1 1 0,-4 0 71,2 0-78,-1-1 1,1 1-1,0 1 0,-1-1 1,1 1-1,0-1 1,0 1-1,0 0 0,1 1 1,-1-1-1,0 1 1,1-1-1,-1 1 0,1 0 1,0 0-1,0 1 1,0-1-1,-4 8 0,-4 6-13,2 0-1,0 0 0,-7 21 0,5-11 40,2 1-1,1 1 0,1-1 1,-5 58-1,9-27 365,5 88 0,-1-135-364,0 1 1,1-1-1,1 0 0,0 0 0,0 0 0,1 0 0,1-1 0,0 1 0,1-1 0,0 0 0,0-1 1,1 1-1,1-1 0,-1-1 0,2 1 0,-1-2 0,1 1 0,1-1 0,-1 0 0,2-1 0,-1 0 1,1-1-1,0 0 0,0 0 0,0-1 0,1-1 0,17 5 0,-9-4-164,0-2-1,0 0 1,0-1-1,0-1 1,0-1 0,0-1-1,0 0 1,0-2-1,0 0 1,0-1-1,-1-1 1,0-1-1,0-1 1,0-1 0,31-17-1,48-33-4105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9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0 2985,'0'0'9284,"-3"43"-9257,-4 144 10,8-166-23,1-1 0,0 0 0,2 0 0,0-1-1,1 1 1,10 22 0,2 11 89,-2 17 208,-3 0-1,-3 0 1,-4 1-1,-3 77 1,-2-142-259,0 0-1,0 0 1,-1 0 0,1 0 0,-1 0 0,-1 0 0,-3 11 0,4-15-35,0 0-1,-1 0 1,1 0 0,-1 0 0,1 0 0,-1 0 0,1-1-1,-1 1 1,0-1 0,0 1 0,0-1 0,0 0 0,0 1-1,0-1 1,0 0 0,-1-1 0,1 1 0,0 0 0,0-1 0,-1 1-1,-2 0 1,-3-1 46,1 1-1,0-1 1,0 0-1,0 0 1,0-1 0,0 0-1,0-1 1,0 1-1,0-1 1,0-1-1,0 1 1,1-1-1,-1 0 1,1-1 0,0 1-1,0-1 1,0-1-1,0 1 1,1-1-1,-7-7 1,-2-3-21,1-1 0,0-1 0,1 0 0,1-1 0,-16-33 0,22 39-75,0 1 1,1-1-1,1-1 1,0 1-1,0 0 1,1-1-1,1 1 1,0-1-1,1 1 1,2-20-1,-2 30 17,1-1 0,-1 1 0,1 0 0,0 0 0,-1 0 0,1 0 0,0 0 0,0 0-1,0 1 1,1-1 0,-1 0 0,0 0 0,1 1 0,-1-1 0,1 1 0,0-1 0,-1 1-1,1 0 1,0 0 0,0-1 0,2 0 0,6-2-163,0 0 1,1 0-1,12-3 1,-7 3-134,125-32-4501,-80 17-936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19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5009,'0'0'5457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0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0 7258,'0'0'8795,"-27"42"-8775,-84 137-16,107-173-4,1 0 1,0 0-1,0 1 1,1-1-1,0 1 1,0 0-1,0 0 0,1 0 1,0 0-1,0-1 1,1 1-1,0 0 1,1 11-1,1-12 1,0 0 0,0 0-1,1 0 1,0 0 0,0 0 0,0 0-1,1-1 1,-1 0 0,6 6 0,-3-4-1,3 5 1,1-1 0,1 0 0,0-1 0,0 0 0,1-1 0,0 0 0,0 0 0,1-2-1,1 1 1,-1-2 0,17 6 0,-7-4 30,1-2 0,-1 0 0,2-2 0,-1-1 0,0-1 0,26 0 0,-40-2-16,0-1 0,0 1 0,0-2 0,-1 1 0,1-1 0,-1-1 0,1 0-1,-1 0 1,0-1 0,0 0 0,0 0 0,-1-1 0,0 0 0,1-1-1,-2 0 1,1 0 0,-1-1 0,0 0 0,0 0 0,-1 0 0,0-1 0,0 0-1,-1 0 1,0-1 0,0 0 0,5-14 0,-6 11-21,1 0-1,-2 0 1,1-1 0,-2 1 0,0-1-1,0 0 1,-1-17 0,-1 24-12,0 0 1,0 1 0,0-1-1,-1 0 1,0 0 0,-1 1-1,1-1 1,-1 1 0,0-1-1,0 1 1,-1 0-1,0 0 1,0 0 0,0 0-1,0 0 1,-1 0 0,0 1-1,-6-6 1,-2 2-30,0 0 0,-1 1 0,0 1 0,0 0 0,0 1 0,-1 0 0,0 1 0,0 0 0,-20-1 0,2 1-66,-1 1-1,0 2 1,-35 3 0,56-1 51,1 1 1,0 0-1,-1 1 0,1 0 1,0 0-1,0 1 1,1 1-1,-1 0 0,1 0 1,0 1-1,-11 9 1,14-10-75,0 1 0,0 1 0,0 0 0,1-1 0,0 2 0,0-1 0,1 1 0,0 0 0,0 0 1,1 0-1,0 1 0,1-1 0,-1 1 0,-1 12 0,2 0-951,1 0 0,1 42 0,2-35-622,-1 19-3024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0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6601,'0'0'3548,"10"47"-2556,69 308 938,15 231 1668,-76-442-3335,-4 11-299,-11-110-203,-3-43 171,0 1-1,0 0 1,0 0-1,1 0 1,-1 0 0,1 0-1,0-1 1,0 1 0,0 0-1,2 4 1,-1-6-157,-1 0 0,1 0 0,-1 0-1,1 0 1,-1 0 0,1 0 0,0 0 0,-1-1 0,1 1 0,0-1 0,0 1 0,-1-1-1,1 0 1,0 1 0,0-1 0,0 0 0,0 0 0,3-1 0,17 1-4201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0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5977,'0'0'5830,"15"8"-5922,-6-4 79,-5-3 11,0 1 0,0 0 0,0 0 0,0 0 0,-1 0 0,1 0-1,-1 1 1,1-1 0,-1 1 0,0 0 0,0 0 0,0 1 0,0-1-1,0 1 1,-1-1 0,0 1 0,1 0 0,-1 0 0,-1 0 0,1 0-1,-1 0 1,1 0 0,-1 0 0,0 0 0,-1 1 0,1-1 0,-1 8-1,0 10 206,-1 0-1,0 0 0,-2-1 0,-1 1 0,-1-1 1,0 1-1,-2-1 0,0-1 0,-14 26 0,-23 35 770,23-45-211,2 1 1,1 1 0,-19 57-1,35-87-579,0 0-1,0 0 1,1-1-1,0 14 0,2-19-111,8-1-5,23-1 214,0-1 1,0-1-1,0-2 0,61-15 0,12-20-180,4-1-1049,-38 23-2602,-54 16-1259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0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71 107 5977,'0'0'11597,"-12"-18"-11333,-35-53-250,35 53-142,31 549-57,-2-118 568,-12-97-219,25 638 101,-9-675-245,18 431 1092,-40-712-1102,1 0-1,0 0 1,-1 1 0,1-1 0,-1 0 0,0 0-1,0 1 1,0-1 0,1 0 0,-2 1-1,-1-4 1,-8-16-537,7 0-366,2 1 0,0-1 0,2-27-1,0 44 664,0-55-4502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1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5297,'0'0'9341,"-1"29"-8669,-4 428-277,11 1198 1152,-2-1486-1469,9 1 0,34 174 0,-40-310-62,-3-15 118,-1 0 1,2 38-1,-15-85 304,-38-96-2964,29 58-1496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2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6241,'0'0'3809,"52"-22"-3776,171-68-91,-210 85 54,-1 1 1,1 0-1,-1 1 1,1 1-1,0 0 1,0 1-1,19 0 1,-25 1-1,0 0 1,0 0-1,0 1 0,0 0 1,0 0-1,0 1 1,0 0-1,0 0 1,0 0-1,-1 1 0,1 0 1,-1 1-1,0-1 1,0 1-1,0 0 0,-1 1 1,1-1-1,-1 1 1,0 0-1,-1 1 0,1-1 1,-1 1-1,0 0 1,0 0-1,0 0 1,-1 0-1,0 1 0,2 7 1,1 8 20,0 1 0,-2-1 0,0 1 0,-2 0-1,0 0 1,-1 0 0,-2 0 0,0 0 0,-6 28 0,2-29-3,0-1-1,-1 0 1,-1 0-1,-17 35 1,-50 76 106,63-114-102,-153 248 1507,161-260-1486,-1-1-1,1 1 1,1 0-1,-1 0 1,1 1 0,0-1-1,0 1 1,1-1-1,-1 1 1,1 12-1,1-18-38,0 0-1,0 0 0,1 0 1,-1 0-1,1 0 0,-1 1 1,1-1-1,-1 0 1,1 0-1,-1 0 0,1 0 1,0-1-1,0 1 0,0 0 1,-1 0-1,1 0 0,0 0 1,0-1-1,0 1 1,0-1-1,0 1 0,0 0 1,0-1-1,0 0 0,1 1 1,-1-1-1,0 0 1,0 1-1,0-1 0,0 0 1,3 0-1,45 1-30,-36-1 28,-7 0 2,150-5-478,-134 2 86,0-1-1,0 0 0,0-2 0,39-16 0,0-5-3567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2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2529,'0'0'10290,"403"-15"-10778,-267 11-1521,-17 0-3368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2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3265,'0'0'11970,"24"230"-11314,-24-151-392,6 0-264,-6 17-176,0-21-1200,0-23-2769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3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6209,'0'0'7570,"355"20"-6362,-171-20-320,17 0-408,-5-20-311,-18 5-169,-24-1-64,-42 4-505,-29 4-815,-35 0-1761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3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27 4113,'0'0'5878,"58"-6"-5831,182-13-43,-231 18-4,0 0 0,1 1 0,-1 0 0,0 1-1,0 0 1,0 0 0,18 5 0,-26-5 1,1 0 0,-1 0 0,0 0 0,1 0 0,-1 0 0,0 0-1,0 1 1,1-1 0,-1 0 0,0 1 0,0-1 0,-1 1 0,1-1 0,0 1 0,0-1 0,-1 1 0,1 0 0,-1-1-1,1 1 1,-1 3 0,3 4 12,0 4 89,0-1 0,-1 1 0,0 0 0,-1 1-1,0-1 1,-2 0 0,1 0 0,-1 0 0,-1 0 0,-4 15 0,1-10 113,-1 1 0,-1-1 0,0 0 1,-1-1-1,-2 0 0,-13 21 0,-126 164 1484,-71 110 47,216-305-1733,-1 1 1,1 0-1,1 1 1,-1-1-1,1 0 0,1 1 1,0 0-1,0 0 1,1 0-1,0 0 1,0 9-1,1-17-18,0 0 0,0 0 0,0 1-1,0-1 1,0 0 0,1 0 0,-1 0 0,0 0 0,1 0-1,-1 0 1,1 0 0,-1 1 0,1-1 0,-1 0-1,1-1 1,0 1 0,0 0 0,-1 0 0,1 0 0,0 0-1,0 0 1,0-1 0,0 1 0,0-1 0,0 1-1,0 0 1,0-1 0,0 1 0,2-1 0,37 5-36,-32-5 37,46 2 88,79-8 0,-107 3-122,1-2 0,-1-1 1,0-1-1,0-1 0,27-12 0,-30 10-715,-1-1 0,-1-1 0,1-1 0,28-23-1,-11-7-3581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3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0 124 3977,'0'0'8906,"356"-68"-8906,-220 41-1056,-17-1-3105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4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3345,'0'0'11733,"-8"1"-11736,7-1 0,-1 0-18,1 0 0,-1 0 0,1 0 0,-1 0 0,1 1 0,-1-1 0,1 0 0,-1 1 0,1-1 0,0 1 0,-1 0 0,1-1 0,0 1 0,-1 0 0,-1 1 0,4 0 9,1 0 0,-1 0 1,0-1-1,1 1 0,-1 0 0,1-1 1,-1 1-1,1-1 0,0 1 1,-1-1-1,1 0 0,0 0 1,0 0-1,0 0 0,3 1 0,-1 0 13,0 1-1,0-1 0,0 1 0,0 0 0,-1 1 0,1-1 0,-1 1 0,0-1 0,0 1 1,0 0-1,0 0 0,-1 0 0,0 0 0,0 1 0,0-1 0,0 1 0,0-1 0,-1 1 0,0 0 1,0 0-1,0-1 0,-1 1 0,0 0 0,0 8 0,0 1 15,1 0 79,-1 1 0,-1-1 0,0 0-1,0 0 1,-2 1 0,0-1 0,-9 25 0,-20 26 295,21-45-131,0 1 0,-14 42 0,25-62-252,-1 0 0,1 0 0,-1 0 0,1 0 0,0-1 1,0 1-1,-1 0 0,1 0 0,0 0 0,0 0 1,0 0-1,0 0 0,0 0 0,0 0 0,0 0 1,1 0-1,-1 0 0,0 0 0,0 0 0,1 0 0,-1 0 1,1 0-1,-1 0 0,1 0 0,-1 0 0,1-1 1,-1 1-1,1 0 0,0 0 0,-1-1 0,1 1 1,0 0-1,0-1 0,0 1 0,0-1 0,1 1 0,2 0-11,0 0 0,0 0-1,0-1 1,1 0-1,-1 1 1,0-2 0,5 0-1,7 1 23,-1 0-25,16 1-89,0-2 0,1-1-1,-1-1 1,57-13-1,-46 2-2617,48-21-1,-61 17-3327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4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1 224,'0'0'12891,"4"55"-12833,22 206-68,16-67 4,-27-129 5,41 202 20,23 299 0,-41 285 6,-35-445-1052,5-136-3865,-7-210 2396,-1-23-1516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5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5401,'0'0'7794,"-3"40"-7740,-2 43-16,3 1-1,16 142 1,69 353 809,35 270 562,-86-329-1080,-27-359-314,-4-58 112,-5-102-47,0-3-328,-1-1 0,1 1 0,-1-1 1,1 1-1,0-1 0,0-1 0,1 1 0,-1-1 0,1 1 1,-5-7-1,-17-25-4353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5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5881,'0'0'7538,"362"19"-7306,-232-19-232,30-7-144,-30-17-1697,-35 4-3704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5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4121,'0'0'11482,"302"-8"-11482,-112-12-928,-25 4-1952,-28 1-4586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6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3697,'0'0'8434,"136"301"-7858,-95-185-152,-11 3-160,-6-4-64,-12-8-120,-6-12-80,-6-12-144,0-15-728,0-20-1409,0-29-1888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6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5089,'0'0'8190,"2"45"-7965,-1-7-176,25 266 572,5-15 657,-5-31-528,-15-181-734,28 99 0,-36-165-327,-2-7 222,0 0 0,0 0 0,0 0 0,1 0-1,0 0 1,3 6 0,-4-9-199,0 0 1,0 0-1,0 0 0,1 0 0,-1 0 1,0-1-1,0 1 0,0 0 1,1-1-1,-1 1 0,0-1 0,1 0 1,-1 1-1,0-1 0,1 0 1,-1 0-1,0 1 0,1-1 0,-1 0 1,1-1-1,-1 1 0,0 0 1,3-1-1,12-2-4577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7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3209,'0'0'7991,"46"-18"-7987,151-53 12,-187 67-8,0 1 0,0 1 0,0-1 0,0 2 0,0-1 0,0 2 0,18-1 0,-23 2-3,1 1 0,-1-1 1,0 1-1,0 0 0,0 0 0,0 1 0,0-1 0,8 7 0,-6-5-1,2 2 10,-1 1 0,1-1 1,-1 1-1,0 1 0,-1-1 0,0 1 0,0 0 0,-1 1 0,0 0 0,0 0 0,-1 0 0,-1 1 0,1-1 0,-1 1 0,-1 0 0,0 1 0,0-1 0,-1 0 0,0 1 0,-1 0 0,0-1 0,-1 12 0,0-16-4,0 28 331,-5 34 1,4-56-226,-2 0 1,0 0-1,0 0 1,-1-1-1,0 1 1,-8 14-1,-5 4-8,-1-1-1,-2 0 1,0-2-1,-2 0 0,-35 33 1,54-57-101,1 0-1,-1 0 1,1 0 0,0 0 0,0 0 0,0 0 0,1 1 0,-1-1 0,1 1 0,-1-1 0,1 1 0,0 0 0,1-1 0,-1 1 0,1 0 0,-1 0-1,1 0 1,0-1 0,1 7 0,-1-6-29,0-3 9,1 0-1,-1-1 1,0 1 0,0 0 0,0 0 0,1 0 0,-1-1 0,1 1 0,-1 0 0,0-1-1,1 1 1,-1 0 0,1-1 0,0 1 0,-1 0 0,1-1 0,-1 1 0,1-1-1,0 1 1,-1-1 0,1 0 0,0 1 0,0-1 0,-1 0 0,1 1 0,0-1 0,0 0-1,0 0 1,0 1 0,28 2-433,-25-3 371,75 0-2320,-48-7-91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7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40 392,'0'0'11042,"237"0"-10890,-136 0-88,-1-7-64,1-5-16,0 4-936,-24 0-1712,-12 4-3578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7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0 631 4425,'0'0'11058,"0"254"-10097,0-182-457,0-1-312,0-3-120,0-9-72,0-11-96,0-16-424</inkml:trace>
  <inkml:trace contextRef="#ctx0" brushRef="#br0" timeOffset="1">397 0 1192,'0'0'14395,"71"294"-13506,-47-187-329,-6 4 120,-12 1-208,0-5-104,-6-16-216,0-12-152,0-19-144,6-20-568,11-29-680,13-38-937,0-37-1840,5-19 1313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8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3241,'0'0'9242,"-6"230"-7922,6-111-56,0 16-128,12 8-135,6 0-577,-12-9-296,6-11-128,-6-11-496,-6 3-793,0-28-1567,0-27-2841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8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8906,'0'0'7409,"89"2"-7151,327 6 283,414-24 348,-615 8-768,480 2 333,-512 6-404,-147 0-38,76 0-15,169 20-1,-250-11-1097,-31-9 1026,1 0-1,-1 1 0,0-1 0,1 1 1,-1-1-1,1 0 0,-1 1 1,0-1-1,1 1 0,-1-1 1,0 1-1,0 0 0,0-1 1,1 1-1,-1-1 0,0 1 0,0-1 1,0 1-1,0 0 0,0-1 1,0 1-1,0-1 0,0 1 1,0 0-1,0-1 0,0 1 1,0-1-1,0 1 0,-1-1 0,1 1 1,0 0-1,0-1 0,-1 1 1,1-1-1,0 1 0,-1-1 1,1 1-1,0-1 0,-1 0 0,1 1 1,-1-1-1,1 1 0,-1-1 1,-26 17-3146,-12 3-2455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9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6905,'0'0'7934,"4"53"-7728,32 340 418,-16 194-71,-21-458-1078,1-121 368,3 26-531,-3-34 638,0 1 0,0-1 1,0 1-1,0-1 0,1 1 0,-1-1 1,0 1-1,1-1 0,-1 1 1,0-1-1,1 1 0,-1-1 1,0 0-1,1 1 0,-1-1 0,1 1 1,-1-1-1,1 0 0,-1 0 1,1 1-1,-1-1 0,1 0 1,-1 0-1,1 1 0,-1-1 1,1 0-1,-1 0 0,1 0 0,-1 0 1,1 0-1,-1 0 0,1 0 1,0 0-1,-1 0 0,1 0 1,-1 0-1,1 0 0,-1-1 1,1 1-1,-1 0 0,1 0 0,-1 0 1,1-1-1,-1 1 0,1 0 1,0-1-1,2-1-289,-1 0 0,1 0 0,-1 0 0,1 0 0,-1-1 0,0 1 0,0 0 0,0-1 0,3-4 0,28-50-4914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9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5281,'0'0'5537,"0"302"-4272,6-175-281,0 8-152,0 4-120,0-8-208,-6-12-280,0-20-128,6-24-96,-6-19-64,0-20-216,6-16-336,-1-20-512,1 0-985,0-28-2120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7:59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78 110 5721,'0'0'6378,"41"-17"-6385,134-55 4,-162 67 9,1 1 0,0 0 0,25-3 0,-34 6 8,-1 1 0,0 0 1,0 1-1,0-1 0,0 1 0,1 0 1,-1 0-1,6 2 0,-6-1 1,-1 0 0,-1-1 0,1 1 0,0 0 0,0 1 0,-1-1 0,1 0-1,-1 1 1,0 0 0,0-1 0,0 1 0,0 0 0,0 0 0,0 0 0,-1 0 0,0 0-1,1 1 1,-1-1 0,0 0 0,-1 1 0,1-1 0,-1 0 0,1 5 0,0 4 40,0 0 1,-1 0 0,-1 0 0,0-1 0,-4 21-1,1-19 5,0 1 0,-1-2 0,0 1 0,-1 0 0,-1-1 0,-13 19 0,-59 67 216,53-68-178,-28 33 153,-17 19 768,-80 119 1,145-192-924,4-6-71,0 1 0,0-1 0,0 0-1,0 0 1,0 1 0,1-1 0,-1 1 0,1 0-1,0-1 1,0 1 0,1 0 0,-1 4 0,1-7-27,0-1 0,0 1 0,1-1 0,-1 1 0,0-1 0,1 1 0,-1-1 1,1 1-1,-1-1 0,0 1 0,1-1 0,-1 1 0,1-1 0,-1 0 1,1 1-1,0-1 0,-1 0 0,1 1 0,-1-1 0,1 0 0,0 0 1,-1 0-1,1 1 0,-1-1 0,1 0 0,0 0 0,-1 0 0,1 0 1,0 0-1,-1 0 0,1 0 0,-1 0 0,1-1 0,0 1 0,-1 0 1,1 0-1,0-1 0,7 1 6,210-10 719,-184 6-922,1-2 1,-2-2-1,1-1 1,47-20-1,-54 18-1132,0-2 1,-1-2-1,32-22 0,-13 0-5116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00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2721,'0'0'8185,"379"16"-8281,-248-16-1040,-25 0-960,-17 0-1081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00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5393,'0'0'11071,"9"-3"-11276,15-3 109,1 1 0,1 1 0,-1 1 0,0 1 0,27 2 0,-50 0 88,-1-1-1,0 1 1,1 1-1,-1-1 1,0 0-1,0 0 1,1 0-1,-1 1 1,0-1-1,0 1 1,0-1-1,1 1 1,-1-1-1,0 1 0,0 0 1,0-1-1,0 1 1,0 0-1,0 0 1,0 0-1,0 0 1,-1 0-1,1 0 1,0 0-1,0 0 1,-1 0-1,1 0 1,-1 0-1,1 1 1,-1-1-1,1 2 1,0 3 27,0 0 0,0 1 1,-1-1-1,0 1 0,-1 7 1,0 5 131,1-11-68,-1 1-1,0-1 1,0 0-1,-1 0 1,0 0-1,-1-1 1,1 1 0,-7 12-1,-4 3 179,-21 29 0,23-37-138,0 1-1,1 1 1,1 0-1,-10 26 1,18-43-127,1 0 1,0 1 0,0-1-1,0 1 1,-1-1-1,1 0 1,0 1 0,0-1-1,0 0 1,0 1-1,0-1 1,0 1-1,0-1 1,0 0 0,0 1-1,0-1 1,0 1-1,0-1 1,0 0 0,0 1-1,0-1 1,1 0-1,-1 1 1,0-1 0,0 0-1,0 1 1,0-1-1,1 0 1,-1 1 0,0-1-1,0 0 1,1 1-1,-1-1 1,0 0 0,1 0-1,-1 1 1,0-1-1,1 0 1,-1 0 0,1 1-1,18-1-211,-10-1 260,7-1-79,0 0 0,0-1 0,0 0 0,-1-2-1,1 0 1,-1-1 0,28-14 0,97-70-3048,-126 81 2407,59-44-4203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00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6105,'0'0'8350,"8"46"-7875,2 14-220,42 253 1320,-37-146 349,-7 227 0,-2 4-1050,-5-393-801,-1 0-187,0 1 1,0 0-1,1-1 1,0 1 0,4 9-1,-5-14 79,0-1 0,0 1 1,0-1-1,1 1 0,-1-1 0,0 1 0,1-1 0,-1 1 0,0-1 0,1 0 0,-1 1 0,0-1 1,1 1-1,-1-1 0,1 0 0,-1 0 0,1 1 0,-1-1 0,1 0 0,-1 0 0,1 1 0,-1-1 1,1 0-1,-1 0 0,1 0 0,-1 0 0,1 0 0,0 0 0,1 0-69,0-1 0,0 0 1,-1 0-1,1 0 0,0 0 0,-1 0 0,1 0 0,-1 0 0,1 0 0,-1-1 1,0 1-1,1 0 0,1-4 0,30-41-1482,40-77-1,-20 22-2774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01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2657,'0'0'12162,"0"306"-10722,0-147-135,0 19-105,0 5 24,0-4-392,0-9-415,0-23-265,0-20-152,0-28-24,0-23-737,0-29-679,0-31-608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2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56 158 5633,'0'0'8302,"-13"-13"-7673,6 6-591,2 3-38,1 0-1,0 0 1,0 0 0,1-1-1,-1 1 1,1-1 0,-3-6-1,5 10 0,1 0-1,-1 0 0,1 0 1,0 0-1,0 0 1,-1 0-1,1 0 1,0 0-1,0 0 1,0 0-1,0-1 0,0 1 1,1 0-1,-1 0 1,0 0-1,0 0 1,1 0-1,-1 0 1,1-1-1,1 0 1,-1 0 0,0 1 0,1-1 1,-1 1-1,1-1 0,0 1 0,-1 0 0,1 0 1,0 0-1,0 0 0,0 0 0,0 0 0,4-1 0,41-12-62,0 1-1,2 3 0,-1 2 0,1 3 0,0 1 0,1 2 1,60 7-1,-107-5 50,0 0 1,0 0 0,0 1 0,0-1-1,0 1 1,-1 0 0,1 0 0,0 0-1,0 0 1,-1 0 0,1 0 0,0 1-1,-1 0 1,0-1 0,1 1 0,-1 0-1,0 0 1,0 0 0,0 0 0,0 1-1,0-1 1,0 0 0,-1 1 0,1-1-1,-1 1 1,2 4 0,0 4 13,-1 0 0,0 0 0,-1 0 0,0 0 0,-1 20 0,0-27 3,0 4 14,-1 1-1,-1-1 1,1 0-1,-1 1 1,0-1-1,-1 0 1,0 0 0,0 0-1,-1-1 1,-7 12-1,-7 8 59,-32 36 0,21-28-35,10-12 21,1 2-1,-20 34 1,33-48-45,0-1 1,0 1-1,1 0 1,1 0-1,0 0 1,0 0-1,1 0 1,1 1-1,-1 15 1,2-26-19,0 0 1,1 0-1,-1 0 1,0 0-1,1-1 0,-1 1 1,1 0-1,-1 0 1,1 0-1,0 0 1,-1 0-1,1 0 1,0-1-1,-1 1 1,1 0-1,0-1 0,0 1 1,0 0-1,0-1 1,-1 1-1,1-1 1,0 1-1,0-1 1,0 0-1,0 1 1,0-1-1,0 0 1,0 0-1,0 0 0,0 0 1,2 0-1,41 2-50,-33-2 39,37 1-244,0-3 1,-1-1-1,1-2 1,69-17-1,-40-3-2255,-15 1-1907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2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1064,'0'0'12923,"374"-15"-13403,-262 15-1545,-23 0-2319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3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1310 0 4017,'0'0'9474,"95"242"-8114,-83-186-448,0-1-560,-1-7-328,1-4-24,-6-9-888,-6-11-1640,0-8-3706</inkml:trace>
  <inkml:trace contextRef="#ctx0" brushRef="#br0" timeOffset="1">1 1000 2697,'0'0'14747,"402"24"-13139,-212-24-528,6 0-672,-7 0-168,-11-12-240,-24 4-96,-18 0-656,-17 0-720,-30 0-825,-42 1-2824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3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14 7762,'0'0'4637,"38"-3"-4696,115-7-72,-151 9 127,0 1 0,0 0 1,1 0-1,-1 1 0,0-1 0,0 0 0,1 1 0,-1-1 0,0 1 0,0 0 0,0 0 0,0-1 1,0 1-1,0 1 0,0-1 0,0 0 0,0 0 0,-1 1 0,1-1 0,0 1 0,-1 0 0,1-1 1,-1 1-1,2 3 0,-1-1 2,-1-1 1,-1 1-1,1-1 1,-1 1-1,1 0 1,-1-1-1,0 1 1,0 0-1,-2 7 1,1 2 11,1 7 12,1-7 8,-1 0 0,0 0 0,-1 0 0,-1 0 0,0-1 0,0 1 0,-7 16 0,1-11 65,-1-1 1,-1-1-1,-1 1 0,-24 28 0,-65 60 538,63-67-360,-55 52 434,-73 81 1097,161-166-1790,0 0-1,0 0 1,0 0 0,1 0-1,0 1 1,0-1-1,0 1 1,1 0 0,0 0-1,0-1 1,0 2-1,1-1 1,0 0 0,0 8-1,1-12-23,0-1-1,0 0 1,0 0 0,0 1-1,0-1 1,0 0 0,1 0-1,-1 1 1,0-1 0,1 0-1,0 0 1,-1 0 0,1 0-1,-1 1 1,1-1-1,0 0 1,0 0 0,0-1-1,-1 1 1,1 0 0,2 2-1,29 9-140,-29-11 138,26 7-58,1-2 0,0-1 0,46 1-1,98-5-78,-88-2-56,-48 1-477,0-2 0,0-1 0,-1-2 0,1-2 0,-1-1 0,53-19 0,-37 3-3752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4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3569,'0'0'8818,"480"-63"-8842,-314 43-1313,-12 4-3400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4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84 2721,'0'0'9143,"-6"38"-7823,-18 122-582,21-142-631,1 1 0,1-1 0,0 20 0,2-12 3,-1-26-106,0 1-1,0 0 0,0-1 1,0 1-1,0 0 0,0-1 1,0 1-1,-1 0 0,1-1 0,0 1 1,0 0-1,-1-1 0,1 1 1,-1 0-1,1-1 0,0 1 1,-1-1-1,1 1 0,-1-1 1,1 1-1,-1-1 0,1 1 0,-1-1 1,0 1-1,1-1 0,-1 0 1,1 1-1,-1-1 0,0 0 1,-1 1 17,1-1 0,-1 0 0,1 0 0,-1 0 0,1 0 0,-1 0 0,1 0 0,0 0 0,-1-1 0,1 1 0,-1 0 0,1-1 1,0 1-1,-1-1 0,1 0 0,-2-1 0,-11-7 36,2-1 1,0-1 0,0 0-1,1-1 1,-19-25-1,10 12-45,11 15-16,-13-15 178,2-1 0,0-1-1,1 0 1,-18-39-1,34 59-143,1 0 0,0 0 0,1 0 0,0 0 0,0-1-1,1 1 1,0 0 0,0-10 0,1-1-124,-1 17 91,0 0 0,1 0 0,-1-1 0,1 1-1,-1 0 1,1 0 0,0 0 0,-1 0 0,1 0 0,0 0 0,0 0 0,0 0-1,0 0 1,0 0 0,0 1 0,0-1 0,0 0 0,0 0 0,0 1 0,0-1-1,0 1 1,0-1 0,1 1 0,-1 0 0,0-1 0,0 1 0,0 0-1,1 0 1,-1 0 0,3 0 0,49-2-184,-41 2 128,10 0-70,-1 1 0,0 0-1,30 7 1,-42-6 95,0 1 0,-1 0 1,0 0-1,1 1 0,-1 0 1,-1 0-1,1 1 0,-1 0 1,1 0-1,-2 1 1,8 6-1,-6-2 27,0 0 0,0 1 0,-1 0 1,0 0-1,-1 0 0,0 1 0,-1-1 0,0 2 1,-1-1-1,-1 0 0,0 1 0,3 21 0,-3 0 87,-1 0 1,-1 1-1,-7 53 0,3-71-43,0-1 1,-2 0-1,1-1 0,-2 1 0,0-1 1,-1 0-1,0 0 0,-2-1 1,1 0-1,-2 0 0,0-1 1,0-1-1,-24 23 0,-12 6 432,-2-2-1,-71 44 0,103-73-260,15-9-189,0 0-1,0-1 1,0 1 0,0 0-1,0 0 1,0-1 0,0 1-1,0 0 1,0 0 0,0 0-1,0 0 1,1 0-1,-1 1 1,0-1 0,1 0-1,-1 0 1,0 2 0,1-2-26,0-1 0,0 1 1,0-1-1,1 1 1,-1-1-1,0 1 0,0 0 1,1-1-1,-1 1 1,0-1-1,1 1 1,-1-1-1,0 0 0,1 1 1,-1-1-1,1 1 1,-1-1-1,1 0 0,-1 1 1,1-1-1,-1 0 1,1 1-1,-1-1 0,1 0 1,0 1-1,7 1-42,0 0 0,-1 0 0,1 0-1,9 0 1,-16-2 52,77 7-397,1-3-1,112-9 0,-180 4-334,-1 0 0,0-1 1,15-5-1,18-11-5685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4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4841,'0'0'12307,"213"0"-12307,-94 0 48,11 0-48,0 0-488,13 0-1129,-31 0-2848,-35 0-4577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6633,'0'0'7298,"456"-87"-7298,-249 47-1088,-47 9-1881,-29 11-4024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5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7298,'0'0'5937,"17"286"-5737,13-159 104,0 4 0,-1-4-128,1-12 32,-6-12-128,-7-24-80,-5-23-88,0-28-464,6-28-1128,-6-16-977,-1-32-1728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6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3649,'0'0'8047,"5"34"-7720,-2-11-249,6 41 387,34 123 0,7-9 953,41 281 0,-86-428-1389,21 118-144,-26-147 72,0-1 0,1 1 0,-1 0 0,0 0 0,1-1 0,0 1 0,-1-1 0,1 1 0,0-1 0,0 1 0,0-1 1,0 1-1,0-1 0,0 0 0,0 0 0,1 1 0,-1-1 0,3 2 0,-1-2-343,0 0 1,1 0-1,-1-1 1,1 1-1,-1-1 1,0 0-1,1 0 1,3 0-1,-1 0-435,18 0-4324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6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4721,'0'0'9255,"51"-15"-9836,165-41 369,-208 54 200,0 1 0,0-1 0,0 1 0,0 1 0,0 0 0,0 0 0,0 0 0,0 1 0,0 0 1,14 4-1,-18-3-3,1 0 1,-1 1 0,0 0-1,-1-1 1,1 1 0,0 0-1,-1 1 1,0-1 0,0 1-1,0-1 1,3 5 0,-3-4 1,3 5 2,-1 1 1,1-1-1,-1 1 1,-1 0-1,0 1 0,0-1 1,-1 1-1,-1 0 1,1 0-1,0 18 1,-1-4 29,-2 0 1,0 0 0,-7 40-1,4-49-7,-1-1 0,-1 1 0,0-1 0,-1 0 0,-1 0 0,0-1 0,-13 19 0,-73 90 34,30-52 10,-26 32 1120,82-91-764,7-11-409,0-1 1,0 1-1,0-1 0,0 1 0,0-1 1,0 1-1,0-1 0,0 1 0,0-1 1,0 1-1,0-1 0,0 1 0,1-1 1,-1 0-1,0 1 0,0-1 0,0 1 1,1-1-1,-1 0 0,0 1 0,1-1 1,-1 1-1,0-1 0,1 0 0,-1 0 1,1 1-1,-1-1 0,0 0 0,1 0 1,-1 1-1,1-1 0,-1 0 1,1 0-1,-1 0 0,0 0 0,1 0 1,-1 1-1,1-1 0,-1 0 0,1 0 1,-1 0-1,1 0 0,-1-1 0,1 1 1,-1 0-1,1 0 0,0 0 0,2 0 8,79 6 130,91-7 0,-69 0-175,60 1-3612,-143 0-120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6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29 728,'0'0'12747,"362"-28"-12675,-291 28-64,-6 0-8,-6 0-304,18 0-704,-11 0-833,-13 0-1383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7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1672,'0'0'9748,"3"26"-8996,18 166 628,-18-106-744,-3-56-522,2 0 1,1 0-1,6 31 1,-9-60-156,0 1 1,1-1 0,-1 0-1,0 0 1,0 0 0,1 1-1,-1-1 1,1 0 0,-1 0-1,1 0 1,-1 0 0,1 0-1,0 0 1,-1 0 0,1 0-1,0 0 1,0 0 0,1 1-1,-1-3-84,0 1 0,0-1 0,-1 0-1,1 0 1,0 0 0,-1 0 0,1 0 0,-1 0 0,1 0-1,-1 0 1,0 0 0,1 0 0,-1 0 0,0 0-1,0 0 1,0 0 0,0 0 0,0 0 0,0 0 0,0-2-1,5-31-3554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1 360,'0'0'10482,"1"41"-9304,0-23-1042,0 47 539,3-1-1,25 123 1,114 691 2399,-126-781-3379,-17-96 278,6 15-470,0-16 13,2-13-262,13-39-2011,19-74 0,-15 9-6724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7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0 968,'0'0'10202,"8"40"-9140,60 280 1604,-14 54 126,-28 4-2443,-17-228-1166,-8-125 578,-1-15-2340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8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1 410 7762,'0'0'6530,"38"6"-6387,-5 0-119,0-2 0,-1-2 0,34-1 0,-60-2-22,-1 0-1,1 0 1,-1 0-1,0-1 1,0 0-1,0 0 1,0 0-1,0-1 1,0 1-1,-1-1 1,1 0-1,-1-1 1,1 1-1,-1-1 1,0 0-1,3-4 1,1-3-11,0 0 0,-1-1 0,-1 1 1,8-18-1,-10 20-9,2-8-88,0-1 1,-2 0-1,0 1 0,0-1 1,-2-1-1,0 1 0,-1 0 0,-3-26 1,2 23 23,1 17 67,-1-1 1,-1 1-1,1-1 1,-1 1-1,1 0 1,-1-1-1,-1 1 1,1 0 0,0 0-1,-1 0 1,0 0-1,0 0 1,0 0-1,-1 0 1,-3-5 0,3 7 20,1 0 1,-1 0 0,1 0-1,-1 1 1,0-1 0,1 1-1,-1 0 1,0-1 0,0 1-1,0 0 1,0 1 0,0-1-1,0 1 1,0-1 0,-1 1-1,1 0 1,0 0 0,0 0-1,0 0 1,0 1 0,0-1 0,-4 2-1,4-1-5,0 0 1,0 0-1,0 0 0,0 0 0,0 1 0,0-1 1,1 1-1,-1 0 0,0 0 0,1 0 0,0 0 1,-1 0-1,1 0 0,-3 4 0,-21 42-7,23-43 6,-9 23 19,1 1 0,1 1 0,2 0 0,-8 48 0,9-21 218,0 90-1,7-130-163,1 0-1,0 1 1,1-1-1,1 0 0,8 26 1,-8-34-56,1 0 1,0 0-1,0-1 1,1 0-1,0 0 1,1 0-1,-1 0 1,2-1-1,-1 0 1,1 0-1,11 9 0,-6-8-27,1 1-1,0-1 0,0-1 0,0-1 0,1 0 0,0 0 0,0-1 0,0-1 1,29 4-1,1-3-1039,88-2 0,-81-4-550,36 1-3959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8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 5065,'0'0'5705,"7"35"-5161,-2-8-442,6 28 114,2-1 0,29 81 0,53 151 1126,-82-235-866,-3 0 0,-2 1 0,2 92 0,-10-114 213,-6-30 226,-4-1-790,1-1 1,0 0-1,0 0 0,0-1 0,1-1 0,-1 1 1,1-1-1,-1-1 0,1 0 0,1 0 0,-1 0 0,1-1 1,-13-13-1,-10-10-239,-45-58 0,72 85 75,0-1 1,1 0-1,0-1 1,0 1-1,0 0 1,0 0-1,0-1 1,0 0-1,1 1 1,0-1-1,0 0 1,0 1-1,0-1 1,0-5-1,21 7-1635,84-20-3007,-50 6-192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9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6905,'0'0'6106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9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3513,'0'0'7509,"-4"39"-6138,-1 16-859,1 58-1,5-105-445,-1-1 1,2 1-1,-1 0 0,1-1 0,0 1 0,0-1 0,1 1 1,0-1-1,0 0 0,1 0 0,0 0 0,0-1 0,1 1 1,0-1-1,0 0 0,0-1 0,1 1 0,0-1 0,0 0 1,9 6-1,-6-4-3,7 6-8,0-1 1,1-1-1,1-1 1,-1 0 0,2-2-1,-1 0 1,1 0 0,0-2-1,1-1 1,-1 0 0,1-1-1,0-1 1,0-1-1,1-1 1,-1-1 0,0 0-1,24-5 1,-40 5-29,0-1-1,0 0 1,1 0 0,-1-1-1,0 1 1,0-1 0,0 0-1,0 0 1,-1-1 0,1 1-1,0-1 1,-1 1-1,0-1 1,0 0 0,0-1-1,0 1 1,0 0 0,0-1-1,-1 0 1,0 1 0,0-1-1,0 0 1,3-8 0,-1-2 75,-1 0 1,0 0-1,-1-1 1,0 1-1,-2-28 1,0 35-90,0 1-1,0 0 1,-1-1 0,0 1-1,0 0 1,-1 0 0,0-1-1,0 1 1,0 0-1,-1 1 1,0-1 0,-6-10-1,3 9 6,0 1-1,0-1 1,-1 1-1,0 0 1,0 1-1,0 0 0,0 0 1,-1 1-1,-8-5 1,-2 2-3,0 0 0,0 1 1,-1 1-1,0 0 0,1 1 1,-29-1-1,14 3-149,0 2 0,-65 7 0,91-6-11,1 0-1,0 0 1,0 0-1,0 1 1,0 0-1,0 0 1,0 1-1,1-1 1,-1 1-1,1 1 1,-1-1-1,1 1 1,0 0-1,1 0 1,-1 0-1,1 1 1,-1-1-1,1 1 1,1 0-1,-1 0 1,1 1-1,0-1 1,0 1-1,0 0 1,1 0-1,0-1 1,0 1 0,1 1-1,-1-1 1,1 0-1,1 0 1,-1 0-1,1 10 1,0 6-832,-1-14 350,0-1 0,1 1 0,1 0 0,-1 0 0,1 0 0,1 0-1,1 7 1,-1-11-115,0-1-1,1 1 0,-1-1 1,0 0-1,1 0 0,0 0 1,5 5-1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29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4417,'0'0'4506,"-1"41"-3043,0-18-1237,0 14 146,1 0 0,1 0 0,2 0 0,2-1 0,18 67 0,6-7 945,-4 2 0,21 174-1,-33 36-697,-13-303-773,0 0 0,0 1 0,0-1 0,1 0 1,0 1-1,0-1 0,0 0 0,0 0 0,1 0 0,3 6 0,-4-9-216,1 0 0,0 0 1,0 0-1,0 0 0,0 0 0,0 0 0,0-1 0,1 1 1,-1-1-1,0 0 0,1 1 0,-1-1 0,1 0 0,0-1 1,-1 1-1,1 0 0,0-1 0,-1 1 0,1-1 1,3 0-1,13 1-4559</inkml:trace>
  <inkml:trace contextRef="#ctx0" brushRef="#br0" timeOffset="1">650 651 6121,'0'0'7674,"29"262"-6410,-23-167-360,-6-3-471,0-1-433,0 16-25,0-23-831,0-29-2344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0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127 429 6689,'0'0'10256,"-22"8"-9627,-65 22-299,70-21-277,17-8-53,0-1 1,0 0-1,0 0 0,0 1 1,0-1-1,1 0 0,-1 0 1,0 1-1,0-1 0,0 0 1,1 0-1,-1 1 1,0-1-1,0 0 0,1 0 1,-1 0-1,0 0 0,0 1 1,1-1-1,-1 0 0,0 0 1,0 0-1,1 0 0,-1 0 1,0 0-1,1 0 0,-1 0 1,0 0-1,0 0 0,1 0 1,-1 0-1,0 0 0,1 0 1,-1 0-1,210 23 89,-208-23-86,234 11 489,123-9 219,-63-2-359,1112-14 538,12-102-601,-909 41 525,921-112 1618,-560 146-1364,-701 41-1060,-171 0-3,-1 0 0,1 0 0,0 0 0,0 0-1,0 0 1,0 0 0,0 0 0,0 0 0,-1 0 0,1-1-1,0 1 1,0 0 0,0 0 0,0 0 0,0 0-1,0 0 1,0 0 0,0 0 0,0-1 0,0 1-1,0 0 1,-1 0 0,1 0 0,0 0 0,0 0 0,0 0-1,0-1 1,0 1 0,0 0 0,0 0 0,0 0-1,0 0 1,0 0 0,0-1 0,0 1 0,0 0-1,0 0 1,1 0 0,-1 0 0,0 0 0,0-1 0,0 1-1,0 0 1,0 0 0,0 0 0,0 0 0,0 0-1,0 0 1,0 0 0,1 0 0,-1-1 0,0 1 0,0 0-1,0 0 1,0 0 0,0 0 19,-8-6 18,0 2 0,-1-1 0,1 1 0,-1 1 0,0-1 0,0 2 0,-11-3 0,2 0-74,-26-6-543,-1 1 1,-86-5 0,-89 11-3722,142 5 1668,-66-1-4902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1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5417,'0'0'10586,"59"231"-10690,-23-112 304,-7 12 32,1 0-95,-12-12-57,0-20-80,-6-20-201,5-27-759,7-48-1320,-6-4-2169,-6-20-2265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1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6465,'0'0'6771,"0"42"-6037,0 274 835,0-291-1424,-1 50 318,4 1 0,14 87 0,0-73-573,4-1-1,4-1 1,52 124 0,-77-211 7,1 0 1,-1-1 0,1 1 0,-1 0 0,0 0-1,1 0 1,0 0 0,-1-1 0,1 1 0,-1 0-1,1 0 1,0-1 0,0 1 0,-1 0 0,1-1-1,2 1 1,-3 0 33,0-1 0,1 0 1,-1 0-1,1 0 0,-1 0 0,1 0 0,-1 0 0,1-1 0,-1 1 0,1 0 1,-1 0-1,0 0 0,1 0 0,-1-1 0,1 1 0,-1 0 0,1 0 0,-1 0 1,0-1-1,1 1 0,-1 0 0,0-1 0,1 1 0,-1-1 0,15-27-3458,-4-14-1933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2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4945,'0'0'8407,"44"-32"-8830,-44 32 423,184-126-286,-179 122 270,0 1 0,1 0 0,-1 0 0,1 1 0,-1-1 0,1 1 0,0 1 0,0-1 0,0 1 0,0 0 0,0 0-1,0 1 1,0-1 0,10 2 0,-12 0-1,0 1 0,0-1-1,0 1 1,-1 0 0,1 0-1,0 0 1,-1 1 0,1-1-1,-1 1 1,0 0-1,6 6 1,-7-6 6,4 3-2,-1 1 0,0 0 1,-1 0-1,0 0 0,0 1 1,0-1-1,-1 1 0,0 0 1,-1 0-1,0 0 0,0 0 0,-1 0 1,1 9-1,0 1 34,-2 0 0,0 0 0,-1 0-1,-6 36 1,3-40 29,0 0 0,0-1 0,-2 0 0,1 0 0,-16 24 0,-47 58 508,16-25-87,48-63-436,-12 16 191,-17 34-1,29-49-195,1 0 0,0 0 0,0 0 0,1 1 0,0-1 0,0 1 0,1 0 0,0 11 0,1-18-31,0 0 1,1 0-1,-1 0 1,1 0-1,0 0 1,-1 0-1,1 0 1,0 0-1,0 0 1,0 0-1,0 0 1,1-1-1,-1 1 1,0-1-1,1 1 1,-1-1-1,1 1 1,-1-1-1,1 0 1,0 0 0,-1 1-1,1-1 1,0-1-1,0 1 1,0 0-1,0 0 1,0-1-1,3 1 1,9 3 42,1-1 1,-1-1 0,17 1 0,-18-2-4,172 4 227,-136-5-228,-35 1-186,0-2 1,0 1-1,0-2 1,-1 0 0,1 0-1,-1-1 1,1-1-1,-1 0 1,0-1-1,0 0 1,-1-1-1,0-1 1,0 0 0,0 0-1,14-13 1,21-25-3118,-14 1-2788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2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7922,'0'0'8049,"314"0"-8841,-189-4-1208,-13-8-2521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2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6177,'0'0'6859,"43"-7"-7467,142-22 401,-93 19 92,-84 10 98,0 0 1,0 0 0,-1 1-1,1 0 1,9 4 0,-13-4 12,-1 0 0,0 0 0,1 1 0,-1 0 1,0 0-1,0 0 0,0 0 0,0 0 0,-1 1 0,1-1 0,-1 1 1,1-1-1,-1 1 0,0 0 0,0 0 0,0 0 0,0 0 0,-1 1 0,1-1 1,-1 0-1,0 1 0,0-1 0,0 1 0,0-1 0,-1 1 0,1-1 1,-1 6-1,1-1 68,-1 0 1,-1 0 0,1 0-1,-1 0 1,-1 0 0,1-1-1,-1 1 1,0 0-1,-1-1 1,0 1 0,0-1-1,-5 7 1,-12 14 345,-1-2 0,-2-1 1,-26 25-1,26-29-122,0 2 1,2 0-1,1 1 1,-21 35-1,38-53-263,0 0 0,0 0 0,1 0 0,0 0 0,0 1 0,0-1 0,1 1 0,0-1 0,0 1 0,1 0 0,0 11 0,0-17-27,1 0-1,-1 0 0,0-1 0,1 1 0,-1 0 1,0-1-1,1 1 0,-1 0 0,1-1 0,-1 1 1,1-1-1,-1 1 0,1-1 0,0 1 0,-1-1 1,1 1-1,-1-1 0,1 0 0,0 1 0,0-1 1,-1 0-1,1 0 0,0 1 0,-1-1 0,1 0 0,0 0 1,0 0-1,0 0 0,-1 0 0,2 0 0,32 0-1,-26 0 6,10 0-25,16 1-523,0-1 1,-1-2 0,0-1-1,1-1 1,54-16 0,-26-4-4432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3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7882,'0'0'7100,"3"34"-7093,-2-26-10,5 61 19,3 0-1,21 74 1,0-26 243,-4 0 0,-6 2 0,-5 1-1,-1 120 1,-14-127-1688,1-121 843,-1 0 0,1 0 1,1 0-1,0 0 0,5-15 0,-1 2-682,17-56-4638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3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6665,'0'0'4337,"0"215"-3104,12-112 63,12 12-24,0 4-40,-7 4-143,1-4-273,-6-12-200,0-12-304,6-15-312,-6-25-144,-1-11-536,7-24-664,-6-12-1185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3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1 414 1168,'0'0'11537,"19"17"-11083,-9-7-346,-5-3-62,2-1 0,-1 0 1,1 0-1,0-1 1,0 0-1,9 6 1,-14-11-30,0 1 0,0 0 0,0 0 0,-1-1 0,1 1 0,0-1 0,0 0 0,0 1 0,0-1 0,0 0 0,0 0 0,0 0 0,0-1 0,0 1 0,0 0 0,0-1 0,0 1 0,0-1 0,0 0 0,-1 1 0,1-1 0,0 0 0,0 0 0,-1 0 0,1 0 0,-1-1 0,1 1 0,-1 0 0,1-1 0,-1 1 0,0-1 0,1 1 0,-1-1 0,0 0 0,0 1 0,0-1 0,0-2 0,10-18 48,-1-1 0,0 0 1,-2 0-1,-1-1 0,-1 0 1,-1-1-1,-1 1 0,-1-1 1,-2 0-1,-1-33 1,0 42-38,1 4-28,-1-1 1,0 0-1,-1 0 1,-1 1-1,-6-26 0,7 35 16,0 1-1,-1-1 0,1 0 0,-1 0 0,0 0 0,0 1 1,0-1-1,0 1 0,0 0 0,0-1 0,-1 1 0,1 0 1,-1 0-1,1 0 0,-1 1 0,0-1 0,0 1 0,0-1 1,0 1-1,0 0 0,0 0 0,0 1 0,0-1 0,0 0 1,-1 1-1,1 0 0,0 0 0,-6 0 0,7 0-9,0 0 0,-1 1 0,1-1 0,-1 1 0,1-1 0,0 1 0,-1 0 0,1-1 0,0 1 0,0 0 0,0 1 0,0-1 0,0 0 0,0 1 0,0-1 0,0 1-1,0-1 1,1 1 0,-1 0 0,1 0 0,-1 0 0,1 0 0,-2 3 0,-1 4-27,0 0 1,0 0-1,1 0 0,-3 13 0,6-21 21,-6 35-7,1 0 0,2 0-1,3 70 1,0-49 41,0-41-29,1 0-1,0 0 0,1 0 0,1-1 1,1 1-1,0-1 0,0 0 0,2 0 1,0 0-1,1-1 0,0 0 0,1 0 1,0-1-1,1 0 0,18 20 0,-17-23-97,-1 0 1,2 0-1,-1-1 0,1 0 0,1-1 0,-1-1 0,1 1 0,1-2 0,-1 0 0,1 0 0,0-1 0,1-1 1,-1 0-1,1-1 0,0 0 0,-1-1 0,27 0 0,54-1-2681,-14-1-2726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4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 2881,'0'0'3390,"6"35"-2013,-3-16-1168,11 59 944,28 88-1,-20-89-555,-3 0-1,-4 1 1,-3 1 0,3 131-1,-15-209-582,0 0-1,0 0 1,0 0-1,0 0 0,0 0 1,-1 1-1,1-1 1,-1 0-1,1 0 0,-1 0 1,1 0-1,-1 0 0,1 0 1,-1 0-1,0-1 1,0 1-1,1 0 0,-1 0 1,0 0-1,0-1 1,0 1-1,0 0 0,0-1 1,0 1-1,0-1 0,0 1 1,0-1-1,0 0 1,0 1-1,0-1 0,0 0 1,0 0-1,-1 0 1,1 0-1,0 0 0,0 0 1,0 0-1,0 0 1,0 0-1,-1 0 0,0-1 1,-5 0 52,1 0 0,-1-1 0,1 0 0,0 0 0,0 0 0,-11-6 0,4-1 81,1 1 1,0-2 0,0 1-1,1-2 1,-17-20 0,7 5 296,-27-47-1,44 67-344,1-1-1,0 0 0,1 0 1,0 0-1,0 0 0,0 0 1,1 0-1,0 0 0,0 0 1,1-1-1,1-12 0,-1 13-97,0 6-15,0 0 0,1-1 1,-1 1-1,1 0 0,-1-1 1,1 1-1,-1 0 0,1 0 1,0 0-1,-1-1 0,1 1 1,0 0-1,0 0 0,0 0 1,0 0-1,0 1 0,0-1 0,0 0 1,0 0-1,0 1 0,1-1 1,-1 0-1,0 1 0,0-1 1,3 0-1,39-10-749,-32 9 455,18-5-1436,0-1 0,0-2 0,40-18 0,-31 4-4432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4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6041,'0'0'7034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5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75 3753,'0'0'6120,"-4"35"-4596,-10 111-469,13-140-1014,1 0 1,0 0-1,0 0 1,0 0-1,1 0 1,0 0-1,0 0 1,0-1-1,1 1 0,0 0 1,0-1-1,4 8 1,-3-9-20,0-1 0,1 1 0,-1 0 0,1-1 0,0 0 0,0 0-1,0 0 1,1 0 0,5 2 0,-2 0 4,5 2 12,-1-1-1,2-1 0,-1 0 1,1 0-1,-1-2 1,25 5-1,-2-5 67,50 0 0,-75-2-84,0-2 0,1 0 0,-1 0 0,0-1 0,0 0 0,0-1 0,-1 0 0,1-1 0,-1 0 0,13-7 0,-18 8 16,1-1 1,-1 0 0,1 0-1,-1-1 1,-1 0 0,1 0-1,-1 0 1,1 0 0,-1-1-1,-1 1 1,1-1 0,-1 0-1,0 0 1,-1 0 0,1-1-1,-1 1 1,2-13 0,-1 4 178,-1 0 0,-1 0 0,0-29 1,-2 37-119,0 0 1,1 0 0,-2 0 0,1 0 0,-1 0-1,0 0 1,-1 1 0,0-1 0,0 1-1,-6-11 1,0 8 7,1 0 0,-1 1 0,-1-1 0,1 2 0,-1-1 0,-1 2 0,1-1 0,-1 1 0,-1 1 0,1 0 0,-1 1 0,1 0 0,-14-3 0,1 1-24,-1 2-1,0 0 0,0 2 1,0 0-1,-40 4 1,57-2-92,1 2 1,-1-1 0,1 1 0,-1 0 0,1 0 0,0 1 0,0 0-1,0 0 1,0 1 0,0 0 0,1 0 0,-1 0 0,1 1 0,0 0-1,1 0 1,-1 1 0,-7 9 0,7-6-103,1-1 0,0 1 0,0 0 1,1 0-1,0 1 0,0-1 0,1 1 0,1 0 0,0 0 0,0 0 1,1 0-1,-1 18 0,2-19-141,0 0 0,0-1 0,1 1 0,0 0 0,0 0 0,1 0 0,0-1 0,6 16 0,-5-20 118,0 0 0,0 0 0,0 0 0,1 0 0,-1 0 0,1-1 0,0 0 0,0 0 0,0 0 0,0 0 0,1 0 0,-1-1 0,1 0 0,-1 0 0,1 0 0,0 0 0,7 1 0,12 1-903,1 0 0,-1-2 0,43-1 1,-66-1 985,60 0-3997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5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5337,'0'0'8986,"8"51"-8913,-1-5-51,1 12 43,2 0 0,3-1 1,36 99-1,-14-64 451,-5 2-1,-3 0 1,-5 2 0,-4 1-1,9 152 1,-20-64-1753,-7-261-2755,0 21-2807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5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5049,'0'0'8237,"29"-3"-8494,92-3-17,-117 5 266,0 1-1,-1 1 1,1-1 0,-1 1 0,1-1-1,0 1 1,-1 0 0,1 0 0,-1 0 0,1 1-1,-1-1 1,0 1 0,0 0 0,0 0 0,0 0-1,0 0 1,0 1 0,0-1 0,-1 1 0,1 0-1,-1-1 1,0 1 0,0 0 0,0 1 0,0-1-1,0 0 1,-1 0 0,2 5 0,0 5 48,0-1-1,-1 0 1,-1 1 0,0-1-1,-1 1 1,-1 15 0,0-4 82,1-6 11,-2 0-1,0 0 0,-1 0 1,0 0-1,-2-1 0,-8 24 1,-53 96 887,59-123-917,-6 10 93,-30 65 718,39-79-734,0 0 1,1 1-1,0 0 0,1-1 1,0 1-1,-1 19 1,3-29-175,1 0 0,-1-1 1,0 1-1,0 0 0,1-1 0,-1 1 1,0 0-1,1-1 0,-1 1 1,1-1-1,-1 1 0,1 0 0,-1-1 1,1 1-1,-1-1 0,1 0 1,-1 1-1,1-1 0,0 1 0,-1-1 1,1 0-1,0 1 0,-1-1 0,1 0 1,0 0-1,0 0 0,-1 1 1,1-1-1,0 0 0,-1 0 0,1 0 1,0 0-1,0 0 0,-1 0 1,1-1-1,0 1 0,0 0 0,0-1 1,6 2 34,31 0 61,0-1 0,0-3-1,0 0 1,-1-3-1,70-18 1,42-27-4236,-108 34-2374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3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20 1400,'0'0'3425,"-24"-4"-3425,18 4-1512,0 0 1224,-6 0 288,0-8 0,1 0-304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0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 8754,'0'0'8826,"-184"0"-8826,166 0-176,1 8-320,-31 20-625,1-1-1023,5-3-2753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0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0 4441,'0'0'10834,"-95"52"-11842,89-8-648,0-1-345,6-7-2080</inkml:trace>
  <inkml:trace contextRef="#ctx0" brushRef="#br0" timeOffset="1">66 715 1168,'0'0'13907,"-65"63"-14035,65-35-192,0 0-408,0 8-680,0 7-593,12 29-79,0-13-345,-7-3-359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0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0 2961,'0'0'10434,"-124"210"-9898,118-182-312,6 0-144,0 4-80,0 3 0,0 5-48,0 4-416,0-1-400,0 37-641,-6-13-1063,6-3-1737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1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3393,'0'0'10514,"-18"71"-10410,18-51-104,0 4-392,0 11-1048,0-7-1361,6 0-2864</inkml:trace>
  <inkml:trace contextRef="#ctx0" brushRef="#br0" timeOffset="1">148 913 4937,'0'0'5977,"0"215"-5977,6-180-440,18 21-640,-6-12-944,-1-5-1121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1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2841,'0'0'9386,"154"75"-8970,-118-55-208,11 0-56,1 0-104,11-4-48,6-8-600,54-8-865,-19 0-455,-11 0-2513</inkml:trace>
  <inkml:trace contextRef="#ctx0" brushRef="#br0" timeOffset="1">1304 207 120,'0'0'14867,"53"0"-14843,-5 0-24,17 0-824,41 0-1256,-11 0-2217,-12 0-1833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1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0 389 5697,'0'0'7570,"196"-63"-7570,-119-1-832,-12 5-1489,-12 3-3112</inkml:trace>
  <inkml:trace contextRef="#ctx0" brushRef="#br0" timeOffset="1">628 1 4929,'0'0'9050,"12"0"-9306,-6 0-192,12 0-520,-1 0-713,-5 0-1631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2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1009 2721,'262'-70'6464,"-210"51"80,-50-1-6254,40-111-2687,30-113-4447,-62 198 6893,-1-1 0,-3 0 0,1-66-1,-7 110 317,0 1-1,-1-1 0,1 0 1,-1 0-1,0 0 0,0 0 1,0 1-1,0-1 0,0 0 0,-1 1 1,1-1-1,-1 1 0,0 0 1,1-1-1,-1 1 0,0 0 0,0 0 1,-1 0-1,1 0 0,0 1 1,-1-1-1,1 0 0,-5-1 0,4 2-283,0-1-1,0 0 0,1 0 1,-1 0-1,0 0 0,1 0 1,-1 0-1,1-1 0,0 1 1,0-1-1,0 0 0,0 0 1,0 1-1,1-1 0,-1 0 0,1-1 1,0 1-1,-2-4 0,-3-40-3208,-7-33-3314,2 44 2587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2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130 683 3065,'0'0'10162,"-41"-67"-8770,35 67-1008,6-4-384,0-36-552,0 4-1656,0-7-3122</inkml:trace>
  <inkml:trace contextRef="#ctx0" brushRef="#br0" timeOffset="1">83 179 5337,'0'0'6786,"-83"-111"-8771,83 79-599,0-3-3298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2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12 398 4537,'0'0'6609,"-6"-135"-9313,6 107-1865</inkml:trace>
  <inkml:trace contextRef="#ctx0" brushRef="#br0" timeOffset="1">0 1 5249,'0'0'4313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3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71 556 5145,'0'0'5769,"0"-79"-9577,0 59 1223</inkml:trace>
  <inkml:trace contextRef="#ctx0" brushRef="#br0" timeOffset="1">0 1 5065,'0'0'3937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558 441 3241,'0'0'9002,"-12"-68"-9450,12 48-569,0-3-703,0 3-1097</inkml:trace>
  <inkml:trace contextRef="#ctx0" brushRef="#br0" timeOffset="1">13 64 6649,'0'0'4609,"-12"-64"-12346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3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5401,'0'0'7426,"36"-32"-19149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8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49 5433,'0'0'11243,"-7"-11"-10681,5 7-540,-17-24 39,10 23-111,8 5 43,1 1 0,-1-1 0,1 1 1,0-1-1,-1 1 0,1-1 1,0 1-1,0-1 0,-1 1 0,1-1 1,0 1-1,0-1 0,0 1 0,0 0 1,-1-1-1,1 1 0,0-1 0,0 1 1,0 0-1,0-1 0,1 1 0,-1 0 1,6 1022 385,35-6 149,-29-897-570,28 125 1,44 104-2564,-72-304 1494,-3-29-129,-9-16 1157,1-1 0,-1 1 1,1-1-1,-1 0 0,0 1 0,1-1 0,-1 0 0,0 0 0,1 1 0,-1-1 1,0 0-1,0 0 0,0 1 0,0-1 0,0 0 0,0 0 0,0 1 1,0-1-1,0 0 0,0 0 0,-1-1 0,1-51-1713,0-22-984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49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5601,'0'0'7978,"-3"42"-7886,-3 157 25,10-143-56,13 60-1,-12-86-35,31 217 209,54 925 1804,-84-1055-1838,12 129 151,63 303 0,-45-321-1081,-30-174-2979,-6-94 1170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0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5033,'0'0'8249,"15"-4"-8228,9-2-29,0 1 0,42-2 0,-53 6 7,-1 1-1,1 0 1,0 1 0,0 1 0,-1 0 0,1 0 0,-1 2-1,17 5 1,-16-3 0,0 1 1,-1 0-1,0 1 0,0 0 0,0 1 1,-1 0-1,0 1 0,16 19 0,-20-21 20,-1 1-1,0 0 0,-1 0 0,0 0 1,0 1-1,-1 0 0,0 0 0,-1 0 1,0 0-1,0 1 0,-1-1 1,0 15-1,-2 157 646,-1-167-622,-1 0 1,0-1-1,-1 1 0,-1-1 1,0 0-1,-1 0 0,-7 14 1,-9 11 143,-25 37 1,27-46 38,1 0 0,-25 58 0,41-82-216,0 1-1,0-1 1,1 1-1,0 0 1,1 0-1,-1-1 1,2 11-1,-1-3-7,0-13-4,0 1 0,1 0 0,-1 0-1,1-1 1,-1 1 0,1 0 0,0-1 0,0 1-1,0-1 1,0 1 0,0-1 0,0 1-1,0-1 1,0 0 0,0 1 0,1-1 0,-1 0-1,0 0 1,1 0 0,-1 0 0,1 0-1,-1 0 1,1-1 0,0 1 0,-1 0-1,1-1 1,0 1 0,0-1 0,-1 0 0,1 0-1,2 1 1,11 1-45,0-1 0,28 0-1,-29-2 33,21 2-33,-6 0-87,0-2 0,39-5 0,-24-4-1092,-1-1-1,52-22 1,-32 5-3160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0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7602,'0'0'6345,"397"-8"-7217,-272 4-1161,-19 0-2536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0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6953,'0'0'7466,"-12"218"-6578,12-147-384,0 1-256,0-9-168,0-3-80,0-9-184,6 1-512,6-8-616,-12 3-296,0-7-457,0-12-2232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1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0 132 8954,'0'0'9202,"62"-1"-9293,466-29 193,-408 18-145,1096-75-884,-1114 86-2314,-76 1-622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1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3633,'0'0'12321,"10"-24"-12048,-4 8-278,-3 6-5,1 0-1,0 0 1,1 0 0,0 0-1,6-8 1,-8 14 2,0 0-1,0 1 1,0 0 0,0-1-1,1 1 1,-1 1 0,1-1 0,0 0-1,-1 1 1,1 0 0,1 0-1,-1 0 1,0 0 0,0 1-1,1-1 1,-1 1 0,1 0-1,6 0 1,133-1-464,-136 2 417,0 0 1,0 0-1,0 1 1,0 0-1,0 1 1,0 0-1,-1 0 0,1 1 1,0-1-1,12 8 1,-16-7 31,-1 0 1,1 0-1,0 0 1,-1 0-1,0 1 1,0-1-1,0 1 1,0 0 0,0 0-1,-1 0 1,0 0-1,0 1 1,0-1-1,0 1 1,-1-1-1,1 1 1,-1-1-1,0 1 1,0 6-1,1 2 34,-1 0 0,0-1 0,-1 1 0,0 0 0,-1-1 0,0 1-1,-1 0 1,-1-1 0,0 0 0,0 1 0,-1-1 0,-1-1 0,-9 18-1,-86 116 219,7-12 77,79-110-261,2 0 1,0 0 0,1 1 0,-7 27-1,15-43-49,1 0 0,0 0-1,1 1 1,-1-1-1,2 1 1,-1-1 0,1 0-1,1 1 1,-1-1 0,4 13-1,-3-19 1,1 0-1,-1-1 1,1 1-1,0 0 1,0-1-1,0 1 0,0-1 1,0 0-1,0 0 1,0 0-1,0 0 1,1 0-1,-1 0 1,0 0-1,1-1 1,-1 1-1,0-1 1,1 1-1,3-1 0,1 1 2,31 4 14,1-2 0,0-2 0,39-4 0,-26 2-147,-35 0-224,-1 0 1,1 0 0,0-2 0,-1 0-1,0 0 1,1-2 0,16-7 0,27-18-3798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1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3369,'0'0'10162,"409"-52"-10162,-273 28-1344,-18 4-2657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2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8266,'0'0'6660,"17"0"-7599,2 0 909,12 0-108,41 4-1,-62-3 87,0 1-1,0 0 1,0 0-1,0 1 0,-1 0 1,1 1-1,-1 0 1,0 1-1,11 6 1,-17-7 48,1-1 1,-1 0 0,0 1-1,0 0 1,-1 0-1,1 0 1,-1 0-1,0 0 1,0 0 0,0 1-1,0-1 1,-1 1-1,1-1 1,-1 1-1,-1 0 1,1-1 0,-1 1-1,1 0 1,-1 0-1,-1-1 1,0 8-1,0-2 114,0-1-1,-1 0 1,0 1-1,-1-1 1,0 0-1,0 0 0,-1 0 1,0 0-1,-8 12 1,-46 47 703,44-54-634,0 1 1,1 1 0,1 0-1,1 1 1,-16 30 0,26-47-184,1 1 1,-1-1-1,1 1 0,0-1 1,0 1-1,-1-1 0,1 1 1,0 0-1,0-1 1,0 1-1,-1-1 0,1 1 1,0-1-1,0 1 1,0 0-1,0-1 0,0 1 1,0-1-1,0 1 0,1-1 1,-1 1-1,0 0 1,0-1-1,0 1 0,0-1 1,1 1-1,-1-1 1,0 1-1,1-1 0,-1 1 1,0-1-1,1 1 1,-1-1-1,0 1 0,1-1 1,-1 0-1,1 1 0,-1-1 1,1 0-1,-1 1 1,1-1-1,-1 0 0,1 0 1,0 1-1,29-1-229,-19 0 265,35-3-218,0-2 1,84-21-1,-68 13-835,17-4-2313,-11 1-2798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3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4601,'0'0'9285,"14"56"-9068,15 62-54,140 600 1429,-82-232-466,33 667 1,-113-1033-1072,11 364-112,-11-311-328,-2-45-4171,-5-304-676,0 55-1608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3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5233,'0'0'9002,"6"50"-8974,30 190 72,34 19 179,-66-246-258,259 965 1914,-81 29-74,-104-181-1453,-77-761-662,-1-62 29,0-10-134,0-90-4565,0 34-3260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3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7154,'0'0'8353,"368"28"-8361,-220-28-80,30 0-1016,-30 0-1400,-42 0-3930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4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8802,'0'0'4641,"302"-4"-4641,-130-8-992,-6 0-3881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5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47 291 5097,'0'0'10281,"-8"-34"-10273,1 9-8,1 1 1,1-1-1,-2-43 0,7 65-1,0 0-1,1-1 0,0 1 0,-1 0 1,1 0-1,0 0 0,0-1 0,1 1 1,-1 0-1,1 0 0,-1 1 1,1-1-1,0 0 0,0 1 0,0-1 1,1 1-1,-1-1 0,1 1 0,-1 0 1,4-2-1,3-2-34,1 2 0,-1-1-1,0 1 1,18-5 0,-16 6-20,5-3-33,1 2-1,-1 0 1,0 1-1,1 0 1,0 2 0,-1 0-1,1 0 1,22 4 0,-35-3 73,0 1 1,0 0-1,-1 0 1,1 0-1,-1 1 1,1-1-1,-1 1 1,1 0 0,-1 0-1,0 0 1,0 0-1,0 1 1,0-1-1,0 1 1,-1 0-1,1 0 1,-1 0-1,0 0 1,1 0-1,-2 0 1,1 1 0,0-1-1,-1 1 1,1-1-1,-1 1 1,2 6-1,0 9 15,0 0-1,-1 1 0,0-1 1,-3 23-1,1-26 2,0 7 26,-2 0 0,-1 0 0,-1-1 0,0 1 0,-2-1 0,-1 0 0,0 0-1,-2-1 1,-1 0 0,0-1 0,-19 28 0,-27 32 394,-5-2-1,-72 73 1,123-141-334,7-8-44,1 0 0,0 0-1,-1 0 1,1 0 0,0 1-1,0-1 1,1 1-1,-1 0 1,0-1 0,1 1-1,-1 0 1,1 0 0,0 0-1,-1 5 1,11-7 35,9-1-65,43 1 188,1-4 0,72-11 0,-74 2-781,-1 3 0,67-2 0,-58 11-2557,-13 0-2658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5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7434,'0'0'7633,"0"254"-7497,0-203-64,0-3-72,0-9-208,6 1-496,0-8-1360,-1-16-2641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6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68 5113,'0'0'11090,"-18"0"-11090,36 0 0,36 0 16,11-4 177,12-12-25,12 0-72,-6 4-96,23 0-425,-17 8-1679,-24 0-3561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6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6313,'0'0'7790,"7"20"-7983,22 62 175,46 139 193,-52-131-242,-4 2-1,-4 0 1,-4 1-1,-1 135 1,-10-180-4573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6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5961,'0'0'5850,"95"214"-5250,-65-111 136,-1 12-56,-5 4 8,-6-3-128,-7-13-280,1-12-184,0-16-96,6-15-288,23-12-624,-5-17-1168,5-15-2529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7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 1504,'0'0'15022,"-5"-2"-15461,4 1 430,1 1-1,-1 0 1,1 0 0,-1 0-1,1-1 1,0 1-1,-1 0 1,1 0-1,-1 0 1,1 0-1,-1 0 1,1 0-1,-1 0 1,1 0-1,-1 0 1,1 0-1,-1 0 1,1 0-1,0 0 1,-1 0-1,1 0 1,-1 0-1,1 0 1,-1 1-1,1-1 1,-1 0-1,1 0 1,0 0-1,-1 1 1,1-1-1,0 0 1,-1 1 0,1-1-1,0 0 1,-1 1-1,1-1 1,0 1-1,-1-1 1,1 0-1,0 1 1,0-1-1,0 1 1,0-1-1,-1 1 1,1-1-1,0 1 1,0-1-1,0 0 1,0 1-1,0-1 1,0 1-1,0-1 1,0 1-1,0-1 1,0 1-1,0-1 1,1 1-1,-1-1 1,0 1 0,0-1-1,0 0 1,0 1-1,1 0 1,18 48-53,-11-29 16,44 117 95,-6 3 1,28 148 0,-44-169-131,-30-119 85,10 23-469,-10-23 446,0 0 1,1 0-1,-1 1 1,0-1 0,0 0-1,0 0 1,0 0-1,0 1 1,1-1 0,-1 0-1,0 0 1,0 0-1,0 0 1,0 0 0,1 1-1,-1-1 1,0 0-1,0 0 1,1 0 0,-1 0-1,0 0 1,0 0-1,0 0 1,1 0 0,-1 0-1,0 0 1,0 0-1,1 0 1,-1 0 0,0 0-1,0 0 1,0 0-1,1 0 1,-1 0 0,0 0-1,8-16-935,-1-23 361,-2 1 1,2-45-1,-4 29-7,8-92-1902,-4 4-1860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7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0 215 3273,'273'-215'3608,"-273"223"-2535,6 32-689,12 24 376,0 23 296,-1 16 240,1 12-247,-6 12-265,0-4-288,-6 0-176,0-4-320,0-12-16,-6 9-1080,5-33-1841,1-20-4320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8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4201,'0'0'13059,"45"0"-13170,-33 0 99,405-10 228,1-18 267,972-37-352,-1358 63-442,-26 1 109,1 1 0,-1-1 1,0 1-1,1 0 0,-1 0 0,0 1 0,1 0 1,-1 0-1,11 4 0,-16-4 55,0 0 0,0 1 0,-1-1-1,1 0 1,-1 0 0,1 1 0,-1-1 0,0 0 0,1 1 0,-1-1 0,0 1-1,0-1 1,0 0 0,0 1 0,0-1 0,0 1 0,-1-1 0,1 0 0,0 1-1,-1-1 1,1 0 0,-1 1 0,1-1 0,-1 0 0,1 0 0,-1 1 0,0-1-1,0 0 1,0 0 0,0 0 0,0 0 0,0 0 0,-1 1 0,-44 25-3864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8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8418,'0'0'7705,"83"266"-8289,-36-139 792,-5 12 72,-7 0-136,1-12-128,-12-20-16,5-16-160,-5-31-648,11-56-1296,-5-4-2209,0-32-288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8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1 576,'0'0'11499,"42"246"-10555,-19-139-144,1 12-144,0 0 32,-6 0-320,-7-12-240,1-12-128,-6-19 0,6-25-552,12-27-512,-1-16-1361,1-8-2448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9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6937,'0'0'5364,"24"-8"-5717,76-21 185,-97 28 163,1 0 0,0 0 0,-1 1 1,1-1-1,0 1 0,-1 0 0,1 0 0,0 0 1,-1 1-1,1-1 0,0 1 0,-1 0 0,7 2 0,-7-2 9,-1 1 0,1-1 0,-1 1-1,0 0 1,0-1 0,0 1-1,0 0 1,0 0 0,0 0 0,0 0-1,-1 1 1,1-1 0,-1 1-1,2 2 1,0 4 78,0-1 0,-1 1 0,0 0-1,0 1 1,-1-1 0,-1 0 0,1 15 0,0 31 416,0-29-280,0-1 0,-2 1 0,-1-1 0,0 0-1,-8 29 1,6-38-67,1 0 0,1 0 0,0 0 0,1 32 0,7-44-128,23 0-103,-1-2 1,1-1-1,0-1 1,0-2-1,38-6 0,-50 4-560,-1 0 0,21-9 0,20-10-3510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9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6833,'0'0'6426,"302"19"-6426,-189-19-88,-18-15-1553,-18-1-3344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8:59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5249,'0'0'8243,"2"0"-8236,1 0-3,0 0 0,0 1-1,-1-1 1,1 1 0,0 0 0,-1 0 0,1 0 0,-1 0 0,1 0-1,-1 0 1,0 1 0,1-1 0,-1 1 0,0 0 0,0-1-1,0 1 1,0 0 0,0 0 0,-1 1 0,1-1 0,-1 0 0,1 1-1,-1-1 1,0 0 0,0 1 0,0-1 0,0 1 0,0 0-1,0 4 1,2 9 59,0-1 0,-1 0 1,-1 1-1,0 16 0,-1 9 79,1-18 36,0 0 0,-2 1 0,-1-1 0,-1 0 0,-6 24 1,4-30-89,1 0 0,1 1 1,1-1-1,-1 36 1,3-53-94,0 0 2,0 1-1,0-1 1,0 0-1,0 0 1,0 0-1,0 1 1,0-1-1,0 0 0,0 0 1,0 0-1,0 1 1,0-1-1,0 0 1,0 0-1,0 0 1,0 1-1,0-1 1,0 0-1,0 0 0,0 0 1,0 1-1,0-1 1,1 0-1,-1 0 1,0 0-1,0 0 1,0 0-1,0 1 0,0-1 1,1 0-1,-1 0 1,0 0-1,0 0 1,0 0-1,0 0 1,1 0-1,-1 1 1,0-1-1,0 0 0,0 0 1,1 0-1,-1 0 1,0 0-1,0 0 1,0 0-1,1 0 1,-1 0-1,0 0 1,0 0-1,0 0 0,1 0 1,-1-1-1,0 1 1,0 0-1,0 0 1,1 0-1,-1 0 1,5 0-7,6-1 16,-1 0 0,1-1 1,0 0-1,-1-1 0,0 0 1,1 0-1,16-9 0,73-44-1031,-61 32-581,-3 2-2517,-10 8-2714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0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7522,'0'0'6345,"4"46"-6234,-3-31-102,7 74 106,37 164 1,-20-139 112,-4 1 1,-6 1 0,2 185 0,-17-70-1342,0-237 569,1 0-1,-1 0 1,1 0-1,1 0 0,-1 0 1,3-7-1,5-14-1225,8-50-3659</inkml:trace>
  <inkml:trace contextRef="#ctx0" brushRef="#br0" timeOffset="1">214 52 2737,'0'0'10434,"0"202"-10114,18-83 176,11 24-32,-5 12 144,0 8-88,-12-4-192,5-9-168,-5-19-120,0-24-40,0-23-480,0-41-704,6-19-1641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0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10474,'0'0'12699,"12"-4"-16180,35-24-3112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1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5633,'0'0'7411,"-3"43"-6607,-7 170-656,24 72-105,31 93 132,92 1292 1300,-118-1361-1295,46 239-470,-60-526-116,0-1 1,2-1-1,0 1 0,15 28 0,-13-32-1232,1 0-1,17 21 1,-1-10-3388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1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0 3873,'0'0'11208,"-6"64"-10868,-13 243-242,21-204-42,16 108-1,28 84 130,-28-193-109,82 655 489,-91-74-51,-11-433-330,-9 39-264,-55 340-1,65-625 60,-1 18-253,-2-1-1,-1 0 1,-7 23-1,12-43 237,0 0 1,0-1-1,-1 1 0,1 0 1,0 0-1,-1 0 1,1 0-1,-1 0 0,1 0 1,-1 0-1,1-1 0,-1 1 1,1 0-1,-1 0 0,0-1 1,0 1-1,1 0 0,-1-1 1,0 1-1,0-1 0,0 1 1,1-1-1,-1 1 0,0-1 1,0 0-1,0 1 1,0-1-1,0 0 0,0 0 1,0 0-1,0 0 0,0 0 1,0 0-1,0 0 0,0 0 1,-1 0-1,0-1-168,0 0 0,0-1-1,0 1 1,0 0 0,0-1 0,0 1 0,1-1-1,-1 1 1,0-1 0,1 0 0,0 0-1,-1 0 1,1 1 0,-1-4 0,-16-35-6141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3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1 513 5817,'0'0'6543,"20"3"-6548,-14-2 4,2 0 2,1 0 0,-1 0 0,1-1 0,-1 0 0,1-1 0,8-1 0,-12 1 7,0 0 1,-1-1 0,0 1 0,1-1-1,-1 0 1,0-1 0,0 1 0,0-1-1,0 1 1,0-1 0,0-1 0,-1 1-1,0 0 1,0-1 0,0 0 0,5-6-1,6-13 69,-1 0 0,-1-1-1,-1 0 1,-1 0-1,-1-1 1,8-37 0,-9 19 0,-1-1 0,-3 1 0,-2-50 0,-1 92-45,-1-1 0,0 1 1,0-1-1,0 0 0,0 1 1,-1-1-1,1 0 1,0 1-1,-1-1 0,1 1 1,-1-1-1,1 0 0,-1 1 1,0 0-1,0-1 1,0 1-1,1-1 0,-1 1 1,-1 0-1,0-2 0,0 2 17,0 0 0,0 0-1,0 1 1,0-1-1,-1 1 1,1-1-1,0 1 1,0 0-1,0 0 1,0 0-1,-1 0 1,1 0-1,0 0 1,0 1-1,-3 0 1,1 0-35,1 0 0,-1 0 0,1 0 0,-1 1 0,1-1 1,-1 1-1,1 0 0,0 0 0,0 0 0,0 0 0,0 1 0,-5 4 1,-25 39-14,17-17 11,1 0-1,2 1 1,1 1 0,1 0-1,2 0 1,1 1-1,-7 57 1,5 17 208,5 107 1,5-210-216,0 7 4,0 1 1,1-1-1,0 1 0,1-1 1,0 0-1,0 0 0,1 1 1,4 9-1,-4-15-15,0 1 1,1-1-1,-1 0 1,1 0-1,0 0 0,0-1 1,1 1-1,-1-1 1,1 0-1,0 0 0,0-1 1,0 1-1,0-1 1,9 4-1,-4-3-49,0 0 0,0-1 0,0 0 0,0 0 0,1-1 1,-1 0-1,1-1 0,-1 0 0,1-1 0,15-1 0,-11-2-283,1 1-1,0-2 1,-1 0-1,0-1 1,0-1 0,16-8-1,53-31-3996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3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137 158 1592,'0'0'7314,"0"-26"-5322,-1-77-179,-2 79-466,-3 19 796,6 6-2082,-1-1 0,1 1 0,-1-1 0,1 0 0,-1 1 0,1 0 0,-1-1 0,1 1 0,-1-1 0,1 1 0,0-1 0,-1 1 0,1 0 0,0-1 0,-1 1 0,1 0 0,0-1 0,0 1 0,0 1 0,-1 81-439,-1-12 399,3-1 0,14 90 0,-2-58 122,2 205 0,-15-306-122,-1-1 0,1 0 0,0 1 0,-1-1 0,1 0 0,-1 0 0,1 1 0,-1-1 0,1 0 0,0 0 0,-1 0 0,1 1 0,-1-1 0,1 0 0,-1 0 0,1 0 1,-1 0-1,1 0 0,-1 0 0,1 0 0,-1 0 0,1 0 0,-1 0 0,0-1 0,-2 1 77,-3-1-62,0 0 1,0 0-1,0-1 1,-1 0-1,2 0 0,-1 0 1,0-1-1,0 0 1,1 0-1,-1 0 0,1-1 1,0 0-1,-5-5 1,3 3-59,1 1 1,0-1-1,1 0 0,0-1 1,0 1-1,0-1 0,0 0 1,1-1-1,1 1 1,-5-10-1,8 16-42,0 1 0,-1-1 0,1 1 0,0-1 0,0 1 0,0-1 0,0 1 0,0-1 0,0 1 1,0-1-1,0 1 0,0-1 0,0 1 0,0-1 0,0 1 0,0-1 0,0 1 0,0-1 0,0 1 0,0-1 0,1 1 0,-1 0 0,0-1 0,0 1 1,1-1-1,-1 1 0,0-1 0,0 1 0,1 0 0,-1-1 0,1 1 0,-1 0 0,0-1 0,1 1 0,-1 0 0,1 0 0,0-1 0,21-1-4759,-3 1 3115,10-12-3666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3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10282,'0'0'7282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4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4353,'0'0'5916,"2"38"-4173,14 124-492,-15-154-1177,1 1 0,1-1 0,0 1 1,0-1-1,0 0 0,1 0 0,0 0 0,1-1 1,-1 0-1,2 0 0,-1 0 0,1 0 0,0-1 0,0 0 1,1 0-1,-1 0 0,1-1 0,9 5 0,-10-6-46,9 7 49,2-1 0,-1-1 0,2 0-1,-1-2 1,1 1 0,0-2 0,0-1-1,1 0 1,0-1 0,-1-1 0,1-1-1,23 0 1,-39-2-14,0 0 0,0-1 0,0 1 0,0 0 0,0-1 0,0 0 0,0 0 0,0 0 0,0 0 0,-1 0 0,1 0 0,0-1 0,-1 1 1,1-1-1,-1 0 0,0 0 0,1 0 0,-1 0 0,0 0 0,0 0 0,0-1 0,-1 1 0,1-1 0,0 1 0,-1-1 0,0 0 0,1 0 0,-1 1 0,0-1 0,-1 0 0,2-5 0,1-9 173,-1 0-1,-1 0 0,0-1 1,-3-24-1,1 11-218,1 22-8,-2 0-1,1 0 0,-1 0 0,0 0 1,-1 0-1,0 1 0,-1-1 0,0 1 1,0 0-1,0 0 0,-1 0 0,-1 1 1,1-1-1,-1 1 0,0 0 0,-1 1 1,1 0-1,-1 0 0,-1 0 0,1 1 1,-15-8-1,12 7-154,-1 0 0,0 1 0,1 1 0,-2-1 0,1 2 0,0 0 0,-1 0 0,1 1 0,-1 0 0,0 1 0,0 0 0,1 1 0,-1 1 0,0 0 0,0 0 0,-21 6 0,28-5 5,1-1 0,-1 1 0,1 0 0,0 1 0,0-1 0,0 1 0,0 0 0,1 0 0,-1 0 0,1 0 0,0 1 0,0-1 0,0 1 0,0 0 0,0 0 0,1 0 0,0 0 0,0 0 0,0 1 0,0-1 0,1 1 0,-2 5 0,0 7-788,1 0 0,0 0 1,2 0-1,2 31 0,2-2-3192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4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3897,'0'0'5945,"24"293"-4473,12-166-399,-1 16-1,1 4-168,-12 0-56,-13 0-232,-11-8-240,0-8-224,0-16-152,0-16-128,0-20-840,0-27-880,12-20-2065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4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4961,'0'0'9298,"11"230"-8738,-11-154-400,0 27-160,0-20-872,0-19-2969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5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7634,'0'0'10090,"31"0"-9940,558-16 612,1051-43 85,-1602 58-852,43 3-156,-59 5-112,-22-7 243,1 0 0,-1 0-1,0 0 1,1 1-1,-1-1 1,0 0 0,1 0-1,-1 0 1,0 1 0,0-1-1,1 0 1,-1 0-1,0 1 1,0-1 0,1 0-1,-1 1 1,0-1 0,0 0-1,0 1 1,1-1 0,-1 0-1,0 1 1,0-1-1,0 1 1,0-1 0,0 0-1,0 1 1,0-1 0,0 0-1,0 1 1,0-1 0,0 1-1,0-1 1,0 0-1,0 1 1,0-1 0,0 0-1,-1 1 1,1-1 0,0 0-1,0 1 1,0-1 0,-1 0-1,1 1 1,0-1-1,0 0 1,-1 1 0,1-1-1,0 0 1,0 0 0,-1 1-1,1-1 1,0 0 0,-1 0-1,1 0 1,0 0-1,-1 1 1,1-1 0,-1 0-1,-12 6-947,1 0-1,-1-1 0,-1 0 1,1-1-1,-19 3 0,-43 6-8859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6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57 306 6225,'0'0'8451,"13"10"-8375,44 29-64,-55-38-10,0 0-1,-1 0 0,1 0 1,-1 0-1,1-1 0,0 1 0,0 0 1,-1-1-1,1 0 0,0 1 0,0-1 1,0 0-1,-1 0 0,1 0 0,0 0 1,0 0-1,0-1 0,0 1 0,-1 0 1,1-1-1,0 1 0,3-3 0,-2 1 10,0 0-1,-1-1 1,1 1 0,0-1-1,-1 0 1,0 0-1,0 0 1,3-4-1,-1 1 16,3-5 35,0-1 0,-1-1 1,0 1-1,-1-1 0,-1 0 1,0 0-1,0-1 0,1-15 0,-2 2 35,-1 1-1,-1-1 1,-3-33-1,2 58-92,-1 0 0,1-1 0,0 1 0,-1-1-1,0 1 1,1 0 0,-1-1 0,0 1 0,0 0 0,-1 0-1,1 0 1,0 0 0,-1 0 0,1 0 0,-1 0 0,0 0-1,1 1 1,-1-1 0,0 1 0,0-1 0,0 1-1,0-1 1,0 1 0,-1 0 0,1 0 0,0 0 0,0 1-1,-1-1 1,-4 0 0,3 0-11,1 1 1,-1-1-1,0 1 1,1 0-1,-1 1 1,0-1-1,1 1 1,-1 0-1,1-1 1,-1 1-1,1 1 1,-1-1-1,1 1 1,-1-1-1,1 1 1,0 0-1,0 0 1,0 0-1,0 1 1,-3 2-1,-3 6-64,0 0 1,1 1-1,1 0 0,-1 0 1,2 1-1,-9 23 0,2 0 34,-10 51 1,11-18 72,3 0 1,3 0-1,4 0 0,7 92 1,-4-145-18,1 0 0,0 0 0,1 0 0,1-1 0,1 1-1,0-1 1,1 0 0,8 16 0,-10-24-28,1 0 1,-1 0-1,1 0 0,0-1 1,1 1-1,0-1 0,0-1 1,0 1-1,0-1 0,1 0 1,0-1-1,0 1 0,0-1 1,0-1-1,1 1 0,0-1 1,-1-1-1,11 3 0,2-2-328,0-1-1,0 0 1,0-2 0,0 0-1,0-1 1,0-1-1,32-8 1,-35 5-855,-1-2 1,0 0-1,20-14 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6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 5641,'0'0'7871,"3"34"-7773,-1-3-84,0-2-1,0 0 1,2-1 0,1 1-1,2-1 1,15 45 0,-10-42 44,-2 0 1,-1 0 0,-2 1-1,-1 0 1,-1 0 0,0 56-1,-5-68 19,1-13-33,-1-1 0,0 1 0,-1 0 1,1 0-1,-3 9 0,2-14-17,0 0 0,0 0-1,0 0 1,0 0 0,0 0-1,-1 0 1,1 0 0,0 0 0,-1-1-1,0 1 1,1 0 0,-1-1-1,0 1 1,0-1 0,0 0 0,0 0-1,0 0 1,0 0 0,-3 1 0,-9 2 282,1 0 0,-1-1 0,-1-1 1,1-1-1,0 0 0,-1 0 1,-17-3-1,0 2 76,32 0-423,-1 0 0,1-1 0,0 1 0,-1 0 0,1 0 0,-1 0 0,1 0 0,-1-1 0,1 1 0,0 0 0,-1 0 0,1-1 0,0 1 0,-1 0 0,1 0 0,0-1 0,-1 1 0,1 0 0,0-1 0,0 1 0,-1-1 0,1 1 0,0 0 0,0-1 0,0 1 0,-1-1 0,1 1 0,0-1 0,0 1 0,0 0 0,0-1 0,0 1 0,0-1 0,0 1 0,0-1 0,0 1 0,0-1 0,0 1 0,0 0 0,1-1 0,-1 1 0,0-1 0,0 1 0,0 0 1,1-1-1,-1 1 0,0-1 0,0 1 0,1 0 0,-1-1 0,0 1 0,1 0 0,-1-1 0,0 1 0,1-1 0,21-5-3072,12-8-1623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7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5977,'0'0'7442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7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 2513,'0'0'6158,"-5"36"-4693,-14 117-351,17-144-1025,1-1-1,0 1 0,1 0 0,0 0 0,0 0 1,1-1-1,0 1 0,1 0 0,0-1 0,0 1 0,6 11 1,-5-15-59,1 1 1,-1-1 0,2 0 0,-1-1-1,0 1 1,1-1 0,0 0-1,0 0 1,0-1 0,1 1 0,-1-1-1,8 3 1,-3-1-32,2 0 1,-1-1-1,0 0 1,1-1-1,0 0 1,-1-1-1,1-1 0,0 1 1,0-2-1,20-1 1,-26 1 18,0-1 0,1 1 0,-1-1 0,0-1 0,0 1 0,0-1 0,0 0 0,-1-1 0,1 1 0,0-1 0,-1 0 0,0 0 0,0-1 0,0 0 0,0 0 1,0 0-1,-1 0 0,0-1 0,0 0 0,0 0 0,5-9 0,-5 5 62,0 0 1,0 0-1,-1 0 1,-1-1-1,1 0 1,-2 1 0,1-1-1,-1 0 1,-1 0-1,0 0 1,0 0-1,-1 0 1,-2-11-1,1 14-2,1 0-1,-1 0 0,-1 0 1,0 0-1,0 1 0,0-1 1,0 1-1,-1 0 0,0 0 0,-1 0 1,1 1-1,-1-1 0,0 1 1,-1 0-1,1 0 0,-1 1 1,0 0-1,-8-5 0,-1 2-4,-1 1-1,1 1 1,-1 0-1,-1 1 1,1 0 0,-1 2-1,1 0 1,-1 0-1,0 2 1,1 0-1,-1 1 1,-21 4-1,33-4-110,1 1 0,-1-1 0,1 1 0,-1 0 0,1 0 0,0 0 0,0 1 0,0 0 0,0-1 0,0 1 0,1 1 0,0-1 0,-1 0 0,1 1 0,0 0 0,0 0 0,1 0 0,-1 0 0,1 0 0,0 0 0,0 1 0,-2 8 0,-1 3-392,2 0 1,0 0-1,0 1 0,2-1 0,0 22 0,1-34 240,-1 0-1,1 0 0,1 1 0,-1-1 0,0 0 0,1 0 1,0 0-1,0-1 0,0 1 0,0 0 0,1 0 0,-1 0 0,1-1 1,0 1-1,0-1 0,0 1 0,1-1 0,4 5 0,26 11-2671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7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3041,'0'0'6712,"-4"42"-6156,-2 6-338,-1 2 104,3-1-1,1 1 0,7 77 0,9-41 255,4-1-1,37 109 1,6 28-265,-37-133-1337,-23-88 933,0-1-1,0 1 0,0-1 1,0 0-1,0 1 1,0-1-1,0 1 1,0-1-1,1 0 1,-1 1-1,0-1 1,0 1-1,0-1 1,1 0-1,-1 1 0,0-1 1,0 0-1,1 1 1,-1-1-1,0 0 1,1 0-1,-1 1 1,0-1-1,1 0 1,-1 0-1,1 1 1,-1-1-1,0 0 0,1 0 1,-1 0-1,1 0 1,-1 0-1,0 0 1,1 0-1,-1 0 1,1 0-1,-1 0 1,0 0-1,1 0 1,-1 0-1,1 0 0,-1 0 1,1 0-1,6 0-2273,3 0-1453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8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 5673,'0'0'7630,"-1"2"-8046,-1 7 382,0 0 0,0 0 0,1 1 0,0-1 0,1 1 0,0-1 0,2 19 0,-1 4 195,-1-30-152,1 12 184,-1 0 1,0 1 0,-1-1 0,-1 1-1,0-1 1,-1 0 0,0 0 0,-10 24-1,-4-6 278,11-24-305,2 0-1,-1 1 1,1-1 0,0 1-1,1 0 1,0 1 0,0-1 0,-2 15-1,5-23-160,0-1-1,0 0 0,0 1 1,0-1-1,0 1 0,0-1 1,0 0-1,1 1 1,-1-1-1,0 1 0,0-1 1,0 0-1,0 1 0,0-1 1,1 0-1,-1 1 1,0-1-1,0 0 0,1 1 1,-1-1-1,0 0 0,1 1 1,-1-1-1,0 0 1,1 0-1,-1 1 0,0-1 1,1 0-1,-1 0 0,0 0 1,1 1-1,-1-1 1,1 0-1,-1 0 0,0 0 1,1 0-1,-1 0 0,1 0 1,-1 0-1,0 0 1,1 0-1,-1 0 0,1 0 1,-1 0-1,0 0 0,1-1 1,-1 1-1,1 0 1,4-1 7,15 1-23,-1-2 1,0-1 0,1 0-1,-1-1 1,23-9-1,206-80-1829,-144 49-1972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8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7210,'0'0'7117,"3"53"-7098,21 201 14,42 20 127,-60-254-141,232 954 1195,-79 32 7,-98-124-625,-14-146-644,-35-341-374,-12-378 391,0-15 32,0 0 1,0 0 0,0-1 0,0 1-1,0 0 1,-1 0 0,1 0-1,-1 0 1,1-1 0,-1 1 0,0 0-1,0 0 1,0-1 0,0 1 0,0 0-1,-2 2 1,2-4 2,1 1 1,-1-1-1,0 0 0,0 1 0,0-1 1,0 0-1,0 0 0,0 1 1,0-1-1,0 0 0,0 0 0,0 0 1,0 0-1,0 0 0,0 0 0,0-1 1,0 1-1,0 0 0,0 0 1,0-1-1,1 1 0,-1 0 0,0-1 1,0 1-1,0-1 0,0 1 0,1-1 1,-1 0-1,0 1 0,0-1 1,1 0-1,-1 1 0,0-2 0,-2-1-11,1-1 0,0 1-1,0 0 1,0-1 0,0 1-1,1-1 1,-1 0 0,1 1-1,0-1 1,0 0 0,0 0-1,1 0 1,-1-4 0,-8-240-2432,9 223 1865,0-124-4091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09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4913,'0'0'3295,"12"36"-2490,33 86-182,62 114 1,1 8 193,-41-58 184,-8 2-1,56 321 1,-77-243 148,7 393 0,-41 355-442,-6-560-610,-15-71 512,16-372-589,-4 22 14,5-32-33,-1 0-1,1 0 1,0-1-1,0 1 1,-1 0-1,1 0 1,0 0-1,-1-1 1,1 1-1,-1 0 0,1-1 1,-1 1-1,1 0 1,-1-1-1,0 1 1,1-1-1,-1 1 1,0-1-1,1 1 1,-1-1-1,0 1 1,0-1-1,1 0 1,-1 1-1,0-1 1,0 0-1,0 0 1,1 1-1,-2-1 0,1 0 0,1 0-1,-1 0 1,1 0-1,-1 0 1,1 0-1,-1-1 1,0 1-1,1 0 1,-1 0-1,1 0 1,-1 0-1,1-1 1,-1 1-1,1 0 1,-1-1-1,1 1 1,-1 0-1,1-1 1,0 1-1,-1 0 1,1-1-1,-1 1 1,1-1-1,0 1 1,-1-2-1,-6-11-252,0-2 0,0 1 1,2-1-1,-7-24 0,5 12-413,-18-55-2629,1 5-2275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11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12 985 3449,'0'0'10325,"0"0"-10256,-1 0 0,1 1 1,0-1-1,-1 0 1,1 0-1,-1 0 1,1 0-1,0 0 1,-1 0-1,1 0 0,0 0 1,-1 0-1,1 0 1,-1-1-1,1 1 1,0 0-1,-1 0 0,1 0 1,0 0-1,-1 0 1,1-1-1,0 1 1,-1 0-1,1 0 1,0-1-1,0 1 0,-1 0 1,1 0-1,0-1 1,0 1-1,-1 0 1,1-1-1,0 1 0,0 0 1,0-1-1,0 1 1,-1 0-1,1-1 1,0 1-1,0-1 1,0 1-1,0 0 0,0-1 1,0 1-1,0-5-80,1 0-1,0 1 1,0-1-1,0 1 1,0-1 0,1 1-1,0 0 1,-1-1-1,2 1 1,-1 0-1,4-5 1,38-45 2,-18 24-33,249-333-1903,-224 287 869,-3-3 0,71-162 0,-118 238 1083,3-5 117,-1 0 1,0 0 0,0 0 0,-1-1 0,0 1-1,1-14 1,-3 21 113,0 12-1240,-2-2 720,1 1 1,-1-1-1,-1 0 0,1 0 1,-2 0-1,1-1 0,-1 1 1,0-1-1,-1 0 0,-9 13 1,-7 13-1561,3 2-1062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12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0 662 3489,'0'0'11792,"0"-6"-11147,1 1-578,-1 0 0,1 1 0,0-1-1,0 0 1,1 0 0,0 0 0,-1 1 0,1-1 0,1 1-1,3-7 1,37-45 221,-17 23-163,40-56-13,-13 21-142,-4-3 0,67-125 1,-89 142-1046,-7 23-4906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12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1 468 4689,'0'0'8666,"4"0"-8438,4-1-212,0-1 0,1-1 0,-1 1 0,0-1 0,0-1 0,0 1-1,-1-2 1,1 1 0,-1-1 0,13-11 0,9-4 57,10-5-72,-1-3 0,-2 0 0,48-49 0,-66 57-35,0-1 1,-1-1 0,0 0 0,-2-1 0,-1 0 0,-1-1 0,13-34 0,-25 51 31,0 5-1,-1 1 1,0-1 0,1 1 0,-1-1 0,1 1-1,0-1 1,-1 1 0,1 0 0,0-1 0,0 1-1,0 0 1,2-3 0,-2 3-193,-1 4-321,1 33 316,2 0-1,1 0 1,12 43-1,37 107 517,-1-4 119,-44-144-378,-1 0-1,-2 0 0,0 55 1,-6-93-59,1 1-1,-1 0 1,1-1 0,-1 1 0,1 0 0,-1-1-1,1 1 1,-1-1 0,1 1 0,-1-1 0,0 0-1,1 1 1,-1-1 0,0 1 0,1-1 0,-1 0-1,0 0 1,0 1 0,1-1 0,-1 0 0,0 0 0,0 0-1,1 0 1,-1 0 0,0 0 0,-1 0 0,-29 0-130,25 0 87,-286 0-486,96 0 4289,194 0-3055,5 0-748,207 2-338,403-17 504,-588 13-191,-13 2-216,1-1 0,-1-1 0,17-4-1,-27 4 108,-32 0-8360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20.6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 57 2785,'0'0'9754,"1"-11"-8907,0 1-1012,2-22 1784,-3 29-1180,1 5-124,-1 21-332,2 266 258,-10 449 131,3-113-274,3-75-31,-55 175 7,46-388 89,8-86-65,-2-206-10,-2 0 0,-15 51-1,4-20 212,-5 36-129,-14 188 1,32 9-148,5-244-34,1-43 18,1-1-1,6 29 1,-3-29 100,-2 1 0,1 29 0,-2 27 974,9-116-2612,18-38 0,1-7-2703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24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285 413 5729,'0'0'8346,"-4"0"-7813,2 0-362,1-1-137,1 1 0,-1 0 0,1 0 0,-1 0 0,1 0 0,-1 0-1,0 0 1,1 0 0,-1 0 0,1 0 0,-1 0 0,1 0 0,-1 0 0,1 0-1,-1 0 1,1 0 0,-1 0 0,0 0 0,1 1 0,-1-1 0,1 0 0,-1 0-1,1 1 1,0-1 0,-1 0 0,1 1 0,-1-1 0,1 1 0,0-1 0,-1 0 0,1 1-1,0-1 1,-1 1 0,0 2 1161,5-3-1167,162-7 104,207-36 0,-160 14-85,1938-83-124,-1056 112-2,-372-51 283,-95 0 115,-73 51 13,-432 9-308,86 1 84,-111-10 103,444-20 70,328-23 86,-389 62-223,264-5-111,-482-16 274,-71 1 269,290-38 0,-377 22-354,43-7-76,250-10 0,-140 34-536,-250 5 147,1 0-1,-1 0 1,0 1-1,11 10 1,-6 0 208,-1 0 1,0 0-1,-1 1 1,-1 1 0,-1 0-1,-1 0 1,0 0 0,9 34-1,-13-32 92,0 1 0,-1-1 1,-1 0-1,-1 1 0,-2 31 0,2 34 128,3 323 521,-10-337-607,-15 73 0,-4 30 43,17 309 234,9-299-211,-1-121-109,-17 407 451,-3-316-360,-25 300-5,15 163 110,23-362-3,3-60-132,-21 270-85,13 65-4,12-461-25,1-41-11,2-1 0,0 1 0,2-1 0,1 0 0,1-1 0,2 0 1,1 0-1,23 47 0,-7-36-288,-22-34 281,0 0 0,-1 0 0,0 1 0,0-1 0,0 1 0,-1 0 0,1 0 0,1 5 0,-2-7 17,1 10-5,-3-12-44,-66-4-291,-125-23 67,51 4 297,-685-45 412,341 65-476,259 3 38,128 3 84,-120 22 0,91-9 20,-574 23 110,-131-38-161,430-4-21,-297-10-69,252 11-63,-485 3-224,548 15 277,-85 1 86,284-20 5,-275 10-106,2 62-120,242-32 174,-253 8-32,-1-39-6,120 9-91,257-9 88,-166-7-1,-262-7-138,430 7 178,-14-8-22,-1 0-2,-67 8-162,172-33 55,0-32 23,3-112-47,-1 144 26,2 0 0,2 0 0,11-41 0,6-1-232,13-39-982,20-120-1,-21-94-3108,-33 197 401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35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1005 48 3329,'0'0'9151,"-5"-6"-8803,-14-17-187,14 17 1957,5 5-2091,0 0 0,0 1 0,0-1 0,0 1 0,-1-1 0,1 1 0,0-1 0,0 1 0,0-1 0,-1 0 0,1 1 0,0-1 0,0 1 0,-1 0-1,1-1 1,0 1 0,-1-1 0,1 1 0,-1-1 0,1 1 0,0 0 0,-1-1 0,0 1 0,-1 0-56,1 0 0,-1 1 0,0-1 0,1 1 0,-1-1 0,1 1 0,0 0 0,-1 0 0,1 0 0,-1 0 0,1 0 0,0 0 0,0 0 0,0 0 0,-2 2 0,-20 27-296,9-12 186,-245 294 311,-229 264 277,441-524-300,-57 67 404,94-109 1434,29-10-2286,38 3 297,106 19 0,-47-4 51,573 10 77,-615-28 1765,-73 0-1766,0 0-181,0 0 0,1 0 0,-1 0 0,0 0 0,0-1 0,0 1-1,1-1 1,-1 1 0,0 0 0,0-1 0,0 0 0,0 1 0,0-1 0,0 0 0,0 1-1,0-1 1,0 0 0,0 0 0,0 0 0,-1 0 0,2-1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37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9 2681,'0'0'5150,"14"-2"-4713,43-4 80,-55 5-494,-1 1 1,1 0 0,0 0 0,-1 0 0,1 0-1,-1 0 1,1 1 0,0-1 0,-1 0 0,1 1 0,-1-1-1,1 1 1,-1-1 0,1 1 0,-1 0 0,0 0 0,1-1-1,-1 1 1,0 0 0,0 0 0,1 1 0,-1-1-1,0 0 1,1 2 0,3 2 55,9 8 130,-4-5-122,0 0 1,-1 1 0,0 0-1,0 1 1,-1 0-1,11 18 1,-12 17 3234,-4-32-3318,-1 0 1,0 0-1,-1 1 0,0-1 0,-1 0 1,0 1-1,-1-1 0,-3 16 1,2-21 0,1-1 1,-1 0 0,-1 0-1,1 0 1,-1 0 0,0 0-1,-1 0 1,-5 8-1,-42 47 43,31-38-21,-95 93 341,83-88-48,1 2-1,2 0 1,-40 57 0,66-82-305,0 0 0,1-1-1,-1 1 1,1 1 0,0-1 0,0 0 0,1 0-1,0 1 1,0-1 0,1 1 0,0-1-1,1 11 1,-1-15-16,0 0-1,0 0 0,1 0 0,-1 0 0,1 0 0,0 0 0,0 0 0,-1 0 0,1 0 0,0-1 0,1 1 0,-1 0 0,0-1 0,0 1 0,1-1 0,-1 1 0,1-1 0,0 1 0,-1-1 0,1 0 0,0 0 0,-1 0 0,1 0 0,0 0 0,2 0 0,9 5 25,1-2 0,20 6 0,-20-6 15,35 6-15,0-1-1,0-3 1,1-2 0,0-2-1,63-6 1,-111 4-159,1 0 1,0-1-1,0 0 0,-1 1 1,1-1-1,0 0 0,-1 0 1,1-1-1,-1 1 0,0 0 1,1-1-1,-1 1 0,0-1 0,0 0 1,0 0-1,0 0 0,0 0 1,0 0-1,-1 0 0,1-1 1,-1 1-1,1-1 0,-1 1 1,0-1-1,0 1 0,0-1 1,0 1-1,0-1 0,-1 0 0,1-4 1,1-24-3855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37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3105,'0'0'12442,"302"-48"-12114,-201 40-208,-1 1-48,-11 7-72,-18 0-520,6 0-976,-29 15-2593,-13 1-5601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37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5209,'0'0'10434,"-12"135"-10738,12-76 384,0 9-72,0-1-8,0-3-136,0-1-440,0 13-400,0-13-1161,0-19-2151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38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1328,'0'0'14343,"48"0"-14148,24 1-53,466-12 1008,19-52-514,-189 18-1966,-325 41-760,-20 3-2363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38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19 135 6993,'0'0'8712,"57"-22"-8652,182-66-115,-219 81 23,1 1 0,36-5 0,-52 10 10,-1 1-1,1 0 1,0 0 0,-1 1-1,1 0 1,0 0-1,-1 0 1,6 2 0,-8-2 12,0-1 0,0 1 0,0 0 0,-1 0 0,1 0 0,0 1 0,-1-1 0,1 0 1,-1 0-1,1 1 0,-1-1 0,0 1 0,0 0 0,1-1 0,-1 1 0,0 0 0,0-1 1,-1 1-1,1 0 0,0 0 0,-1 0 0,1 0 0,0 3 0,0 6 3,0-1-1,0 1 1,-2 15-1,1-8 12,-1-6 9,0 1 0,-1 0 0,-1-1 0,0 1 0,0-1 0,-1 0 0,-1 0 0,0 0 0,0 0 0,-14 18 0,-8 9 54,-50 56 0,54-68-46,-93 103 39,-50 61 40,162-188-104,1 1 0,0 0-1,0-1 1,1 1 0,-1 0-1,1 1 1,0-1 0,0 0-1,0 1 1,1-1 0,-1 1-1,1 0 1,0-1 0,1 1-1,-1 9 1,1-13 2,0-1 0,0 1-1,1 0 1,-1-1 0,0 1 0,0-1-1,1 1 1,-1-1 0,0 1 0,1-1-1,-1 1 1,0-1 0,1 1 0,-1-1 0,1 1-1,-1-1 1,1 1 0,-1-1 0,1 0-1,-1 1 1,1-1 0,0 0 0,-1 0-1,1 1 1,-1-1 0,1 0 0,0 0 0,-1 0-1,1 0 1,-1 0 0,1 0 0,0 0-1,-1 0 1,1 0 0,0 0 0,0 0-1,5 1 1,53 5 96,0-3 1,67-5-1,-92 1-80,-17 1-52,0-1 0,-1-1 0,1-1 0,0 0 0,31-11 0,-40 10-293,0 0 0,1 0-1,-1 0 1,-1-1 0,1 0 0,-1 0 0,0-1 0,0 0 0,0-1-1,-1 1 1,0-1 0,9-14 0,5-18-4933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38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4545,'0'0'9882,"355"-40"-9754,-230 20-128,41-3-1160,-30 3-1409,-23 4-2680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39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80 3393,'0'0'11181,"10"-11"-10993,-8 8-186,3-2-6,-1-1 0,1 1 0,0 0 0,0 0 0,1 1 0,-1-1 0,1 1 0,0 1 0,0-1 0,0 1 0,1 0 0,-1 0 0,1 1 0,0-1 0,7 0 0,0 1-167,1 1 0,-1 1-1,24 2 1,-37-2 156,0 1 0,0-1 0,0 0 1,0 0-1,0 1 0,0-1 0,0 1 0,0-1 0,0 1 1,0-1-1,0 1 0,0-1 0,0 1 0,-1 0 0,1 0 0,0-1 1,0 1-1,-1 0 0,1 0 0,0 0 0,-1 0 0,1 0 1,-1 0-1,1 1 0,3 26-34,-4-20 30,1 6 70,-2 0 0,0 0 0,0 1-1,-2-1 1,1 0 0,-2 0 0,0-1-1,0 1 1,-2-1 0,-7 16 0,-10 11 355,-51 68 0,17-27 14,27-37-162,-2 5 389,-36 71 1,66-116-594,0 1 1,0-1 0,0 1-1,1-1 1,-1 1 0,1 0-1,0-1 1,0 1 0,0 6-1,2-10-53,-1-1 0,0 1 0,0-1-1,1 1 1,-1-1 0,0 0 0,1 1-1,-1-1 1,0 1 0,1-1-1,-1 0 1,0 1 0,1-1 0,-1 0-1,1 1 1,-1-1 0,1 0 0,-1 0-1,1 0 1,-1 1 0,1-1-1,-1 0 1,1 0 0,-1 0 0,1 0-1,-1 0 1,1 0 0,-1 0 0,1 0-1,-1 0 1,1 0 0,-1 0 0,1 0-1,-1 0 1,1-1 0,-1 1-1,1 0 1,7-1 7,20 0 114,0-1 0,0-2-1,0 0 1,-1-2-1,36-13 1,-40 12-711,-1-2 1,-1-1-1,0 0 1,0-2-1,-1 0 1,35-29-1,-38 20-4825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40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1 4137,'0'0'3502,"-22"38"-2392,-3 1-816,-15 26 452,-56 124-1,52-80-228,6 2-1,4 1 0,5 1 0,5 2 1,5 1-1,-7 204 0,19 140-97,12-316-370,27 170 1,-22-254-51,63 549 390,-31-148-138,-37-438-267,13 42 0,-17-63-5,0 1 0,0-1 0,0 0 0,0 1 0,0-1 0,1 0 0,-1 0 1,1 0-1,0 0 0,-1 0 0,1 0 0,0 0 0,0-1 0,0 1 0,0-1 0,1 1 1,-1-1-1,0 0 0,0 0 0,4 1 0,1 0-400,1 0 1,-1-1-1,1 0 1,0-1-1,10 0 1,23 0-4361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41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5801,'0'0'5113,"43"53"-4323,-2-5-618,27 32 202,-4 3 0,94 159 1,-109-148-119,-5 1 0,-3 3 0,49 184 0,-60-154 7,-6 1 0,12 223 0,-29-188-111,-8 1-1,-7-1 0,-32 183 0,-98 372-75,134-699-36,-38 167-159,33-159 283,0 0 0,-2-1 0,-1 0 0,-23 38 0,34-63-79,0-1-1,1 0 1,-1 0-1,0 0 1,0 0-1,0 0 1,0 0-1,0 0 1,0 0-1,0 0 1,0 0-1,-1 0 1,1-1 0,0 1-1,0-1 1,-1 1-1,1-1 1,-3 1-1,-9 0-5623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44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2785,'0'0'8801,"397"0"-8464,-284 0-193,0-4-88,-7 4-56,-11 0-72,-12 0-577,-18 23-791,-17 5-1064,-19-8-3362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44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1 183 6737,'0'0'10475,"444"-92"-10475,-207 53-640,-35 11-1561,-36 4-3208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4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0 147 7282,'0'0'13106,"6"-99"-16850,24 51-10716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5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1 497 5313,'0'0'3617,"36"-40"-3505,115-128 5,-142 157-100,0 1 0,-1-1 0,0-1 0,-1 1 0,0-1 0,7-19 0,-12 23 1,0 1-1,-1 0 1,0-1-1,0 1 1,-1-1-1,0 0 0,-1-8 1,0-12 82,1 19-37,1 3 112,-1-1 0,0 1 0,0-1 0,-1 1 0,0 0 0,0 0 0,-3-7 0,3 11-108,0 0 1,0 0-1,0 0 1,-1 1-1,1-1 0,-1 1 1,1-1-1,-1 1 0,1-1 1,-1 1-1,0 0 1,0 0-1,0 0 0,1 0 1,-1 0-1,0 0 0,0 1 1,0-1-1,0 1 1,-1-1-1,1 1 0,0 0 1,0 0-1,-4 0 0,0-1 64,0 1 1,0-1-1,0 1 0,-1 1 0,1-1 0,-11 4 0,13-3-124,1 1-1,0 0 0,-1 0 1,1 0-1,0 0 0,0 0 1,1 0-1,-1 1 0,0 0 1,1-1-1,-1 1 0,-3 6 1,-3 6-4,0-1 1,1 2 0,1-1 0,0 1 0,1 1-1,1-1 1,0 1 0,2 0 0,-3 20 0,2 5 59,2 1-1,5 70 1,-2-102-38,0-1 1,1 1-1,1 0 0,-1-1 0,2 0 0,-1 1 0,1-1 0,1-1 0,0 1 0,0-1 1,1 1-1,13 15 0,-8-14 10,-1 0-1,2-1 1,0 0 0,0-1 0,0-1-1,1 0 1,0 0 0,22 8-1,-10-7-122,1 0-1,0-2 0,0-1 1,0-1-1,1-1 1,0-2-1,0 0 0,0-2 1,-1-1-1,31-4 0,-38 1-287,0-1 0,0 0 0,26-12 0,40-22-2218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5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0 7114,'0'0'4048,"4"43"-3526,18 141-46,-17-162-375,0 0 0,2-1 0,0 1 0,2-1 0,14 28 0,0-1 80,-10-19-64,-3 0 0,0 1 1,-2 0-1,-1 1 1,-1 0-1,-2 0 0,-1 0 1,-2 0-1,0 0 0,-5 32 1,3-60-109,1 0 0,-1-1 0,1 1 0,-1-1 0,0 1 0,0-1 0,0 0 0,-1 1 0,1-1 0,0 0 0,-1 0 0,0 0 0,1 0 0,-1 0 0,0 0 0,0 0 0,0 0 0,-2 1 0,-1-1 18,1 1 0,-1-1-1,1 0 1,-1 0 0,0-1-1,0 1 1,0-1 0,0 0-1,-5 0 1,0 0 50,0-1-1,0 0 1,0 0-1,0-1 1,1-1 0,-1 0-1,0 0 1,1-1-1,-16-6 1,18 6-33,0-1-1,1 0 1,-1 0-1,1-1 1,0 0-1,0 0 1,1 0-1,-1-1 1,1 1-1,0-1 1,1-1 0,0 1-1,0-1 1,0 0-1,0 1 1,1-2-1,1 1 1,-1 0-1,1-1 1,0 1-1,1-1 1,-2-8 0,3 14-44,1 1 0,-1 0 0,0-1 1,0 1-1,1 0 0,-1 0 0,0 0 1,1-1-1,-1 1 0,1 0 0,0 0 1,-1 0-1,1 0 0,0 0 0,-1 0 1,1 0-1,0 0 0,0 0 0,0 0 1,0 1-1,0-1 0,0 0 0,2 0 1,32-12-98,-22 9-1,111-34-2426,-70 19-925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6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7986,'0'0'5241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6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14 191 2681,'0'0'10416,"6"34"-9637,0 1-491,21 70-1,-24-100-254,-1 0 0,1 0 0,0 0 0,1 0 0,-1-1 0,1 1 0,0-1 0,0 0 0,0 0 0,0-1 0,1 1 0,-1-1 0,1 0 0,0 0 0,0 0 0,0-1 0,1 1 0,-1-2 0,0 1 0,1 0 0,0-1 0,9 1 0,1 2 59,1 1 0,0-2 1,1 1-1,-1-2 0,1 0 1,0-2-1,0 0 0,-1 0 1,21-4-1,-29 2-58,0 0-1,-1-1 0,1 0 1,-1 0-1,0 0 1,0-1-1,0-1 0,0 1 1,-1-1-1,1-1 0,-2 1 1,1-1-1,0 0 1,-1-1-1,0 1 0,-1-1 1,8-11-1,-7 7-9,-1 1 0,0-1 0,-1 0 0,0 0 0,-1-1 0,0 1 0,-1-1 0,0 1 0,0-17 0,-1 20-18,-1 1 1,0 0-1,-1-1 1,1 1 0,-2-1-1,1 1 1,-1 0-1,0 0 1,0-1-1,-1 1 1,0 1-1,0-1 1,-1 0-1,1 1 1,-2 0-1,-5-8 1,-2 3 12,0 2 0,0-1 0,-1 1 0,0 1 1,-1 0-1,1 1 0,-2 1 0,1 0 0,-1 1 0,-30-7 0,11 6-57,-1 1 0,0 1 0,-64 2-1,94 2-19,1 0-1,0 0 0,-1 0 1,1 1-1,0 0 0,-1 0 1,1 0-1,0 0 1,0 1-1,0-1 0,0 1 1,0 0-1,0 0 0,0 1 1,1-1-1,-1 1 0,1 0 1,0 0-1,0 0 1,0 0-1,0 0 0,0 1 1,1-1-1,-1 1 0,1 0 1,0 0-1,0 0 0,1 0 1,-1 0-1,1 0 0,0 0 1,0 1-1,-1 6 1,0-1-353,1 0 1,0 1 0,1-1-1,0 0 1,0 1 0,3 14 0,-2-20 83,1 1 0,-1-1 0,1 0 0,0 1 1,0-1-1,1 0 0,0 0 0,0-1 1,0 1-1,0-1 0,1 1 0,-1-1 0,5 4 1,39 26-4751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6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4385,'0'0'7970,"24"294"-6618,-7-179-200,1 8 96,0 4-415,-6-8-289,0-8-240,5-12-152,1-19-152,0-17-376,0-23-544,11-32-697,-11-8-975,6 0-2914</inkml:trace>
  <inkml:trace contextRef="#ctx0" brushRef="#br0" timeOffset="1">759 659 936,'0'0'13027,"0"298"-12899,0-215-128,0-12-2633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8906,'0'0'5634,"51"6"-4879,489 23 1363,455-58-950,-65 15-873,-828 14-296,-86-1-23,-13 0-11,-1 1-1,1 0 1,-1-1-1,1 1 0,-1 0 1,1 0-1,-1 0 1,1 1-1,-1-1 0,1 1 1,-1-1-1,1 1 1,-1 0-1,0 0 0,1 0 1,-1 0-1,3 2 1,-4-2-10,-1-1 0,0 1 0,1 0 1,-1-1-1,0 1 0,0 0 1,0-1-1,0 1 0,0 0 0,0 0 1,0-1-1,0 1 0,0 0 1,0 0-1,0-1 0,0 1 0,0 0 1,-1-1-1,1 1 0,0 0 0,0-1 1,-1 1-1,1 0 0,-1-1 1,1 1-1,0-1 0,-1 1 0,1 0 1,-1-1-1,1 1 0,-1-1 1,0 0-1,1 1 0,-1-1 0,1 1 1,-1-1-1,-1 1 0,-31 14-1614,28-13 1318,-57 21-3704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8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83 490 7298,'0'0'8188,"38"-29"-7653,115-103-285,-148 127-240,0 0 0,0-1 0,0 1 0,-1-1-1,1 0 1,-1-1 0,-1 1 0,1-1 0,-1 0-1,0 1 1,-1-1 0,0-1 0,0 1 0,0 0 0,-1 0-1,0-1 1,0 1 0,-2-15 0,2 2 17,0 2-1,0 6-15,-1-1 1,0 1-1,-3-21 0,3 30 4,-1-1 0,0 1 1,0 0-1,0 0 0,0 0 0,-1 0 0,1 0 0,-1 0 1,0 0-1,0 0 0,0 0 0,0 1 0,-1-1 0,1 1 0,0 0 1,-1-1-1,-5-2 0,0 1 58,0 0-1,0 0 1,-1 1 0,1 0 0,-1 1 0,0-1-1,0 2 1,-15-2 0,18 2-65,0 1-1,0 0 1,0 0-1,0 1 1,0 0 0,0 0-1,0 0 1,1 0 0,-1 1-1,0 0 1,1 0 0,-1 1-1,1 0 1,-8 5-1,5-1-26,1 0 0,0 1 0,0 0 0,1 1-1,0-1 1,0 1 0,1 0 0,1 0-1,-1 1 1,-3 11 0,0 5-14,0 1 1,-6 49-1,8-21 41,3 1 1,5 64-1,0-98 36,1 0-1,1-1 0,1 1 0,1-1 0,1 0 0,1 0 1,0-1-1,2 0 0,0 0 0,22 30 0,-15-28-22,1 1-1,0-2 1,2-1-1,0 0 1,1-1-1,1-2 1,47 30-1,-54-40-139,0-1 0,0 0 0,0-1 0,1 0 0,0-1 0,0-1 0,0-1 0,0 0 0,0-1 0,29-2 0,-42 1 77,27 0-1352,41-5 0,-49 1-397,-1-2 0,22-7 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8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 5569,'0'0'4973,"15"42"-4810,50 137-30,-49-141-37,21 35-1,-31-65 0,-1 1-1,-1 0 0,0 0 0,0 0 0,0 1 0,-1-1 0,-1 1 0,1-1 0,-2 1 0,1 0 0,-1 14 1,0-11 120,-1 19 407,0-31-570,0 0-1,0 1 1,0-1 0,0 0-1,-1 0 1,1 0-1,0 0 1,-1 1 0,1-1-1,-1 0 1,0 0 0,1 0-1,-1 0 1,0 0 0,1 0-1,-1 0 1,0 0-1,0 0 1,0-1 0,-2 2-1,-7 1 149,0 0 0,-1-1 0,1 0 0,-1-1 0,1 0 0,-1-1 0,-18-2 0,0 2 69,19 0-263,0-1 0,-1 0 0,1 0 1,0-1-1,0 0 0,0 0 0,1-1 1,-1-1-1,1 0 0,-1 0 0,1-1 0,0 0 1,1 0-1,-1-1 0,1 0 0,0-1 1,1 0-1,0 0 0,0 0 0,-12-17 0,13 11-245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9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7162,'0'0'6665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9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96 189 4729,'0'0'8471,"51"29"-8161,-51-29-310,213 113 344,-206-110-318,-1 1 0,2-1 0,-1 0 0,0-1-1,0 0 1,1 0 0,-1-1 0,1 0 0,0 0 0,-1 0 0,1-1 0,8-1 0,-12-1-9,0 1 0,1-1-1,-1 1 1,-1-1-1,1 0 1,0-1 0,0 1-1,-1-1 1,1 0 0,-1 0-1,0 0 1,3-4 0,-2 4-9,0-1 9,-1-1 0,1 1 0,-1-1-1,1 0 1,-2 1 0,1-1-1,0-1 1,-1 1 0,0 0 0,0-1-1,-1 1 1,2-7 0,-1-2 60,-1-1 0,0 1 1,-3-23-1,2 32-45,-1 1-1,0-1 0,0 0 1,0 0-1,0 0 1,-1 0-1,0 1 0,0-1 1,0 1-1,-1-1 1,0 1-1,1 0 1,-1 0-1,-1 0 0,-4-4 1,1 1 31,-1 0 0,-1 1 1,1 0-1,-1 1 0,0 0 1,0 1-1,-12-5 0,-4 1 18,-1 0 0,0 2 0,0 1 0,0 1 0,-28-1 0,40 4-87,-8 0-18,1 0-1,-1 1 1,0 1-1,-38 7 1,55-7-30,0 1 1,0-1 0,0 1 0,0 0-1,1 0 1,-1 1 0,1-1 0,-1 1 0,1 0-1,0 0 1,0 0 0,0 1 0,1-1-1,-1 1 1,1 0 0,0 0 0,0 1 0,0-1-1,1 0 1,-1 1 0,1 0 0,0-1 0,1 1-1,-1 0 1,-1 7 0,2-7-108,0 0 1,0-1-1,1 1 0,-1 0 1,1-1-1,0 1 0,0 0 1,1-1-1,0 1 1,-1 0-1,2-1 0,-1 1 1,0-1-1,1 1 0,0-1 1,0 0-1,0 1 0,5 6 1,-2-5-205,1-1 1,-1 0 0,1 0-1,0-1 1,0 0 0,0 0-1,0 0 1,1 0-1,0-1 1,13 4 0,34 8-3501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9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6041,'0'0'6194,"-6"266"-5410,18-167-96,12 8 56,-1 4-144,1-12-40,-6-7-288,6-21-264,-1-15-8,7-24-688,17-32-896,-5 0-1657,-1-12-2312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00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3689,'0'0'9591,"0"-9"-9472,0 4-122,0 1 0,1-1 0,-1 1 0,1-1 0,0 1 1,2-5-1,-3 8 1,0 1 0,1-1 0,-1 1 1,0-1-1,1 0 0,-1 1 0,0-1 0,1 1 1,-1-1-1,1 1 0,-1-1 0,1 1 1,-1-1-1,1 1 0,-1 0 0,1-1 0,-1 1 1,1 0-1,0-1 0,-1 1 0,1 0 1,-1 0-1,1-1 0,0 1 0,1 0 1,-1 1 0,1-1 0,-1 1 0,1-1 0,-1 1 0,0-1 0,1 1 0,-1 0 0,0-1 0,0 1 0,0 0 0,0 0 0,1 0 0,-1 0 0,0 0 0,0 0 0,0 2 0,2 1 25,0 0-1,-1 0 0,1 0 0,-1 0 1,0 0-1,0 0 0,-1 1 1,1-1-1,-1 1 0,0 0 1,1 9-1,-1 58 505,-2-40-196,1-12 5,0 0 0,-2 0 0,0-1 1,-1 1-1,-1-1 0,-9 27 0,8-32-114,1-7-64,1 0-1,1 1 0,-1-1 1,1 1-1,1-1 1,-1 1-1,1 10 1,0-15-131,3 2-20,10-4-23,31-1 66,-1-2 0,65-12 0,57-16-2878,-107 20-1657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00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6121,'0'0'8742,"36"37"-8622,-32-33-113,59 59 144,-4 2 0,-3 3 0,93 145 0,-90-101 134,-4 3-1,-5 3 1,64 235-1,-77-197 90,-7 2 0,16 280 0,-45 256 464,-14-504-604,-60 297 0,18-237-240,-135 378 0,161-558-35,-3-2-1,-3 0 1,-70 101 0,103-166 50,0 0 1,0 0-1,-1 0 1,1 0-1,-1 0 1,1 0-1,-1-1 1,0 1 0,0-1-1,0 0 1,0 0-1,-1 0 1,1 0-1,0 0 1,-1-1-1,1 0 1,-1 0-1,0 0 1,1 0-1,-1 0 1,0 0-1,0-1 1,1 0 0,-1 0-1,0 0 1,-5-1-1,9 1-30,-1 0 0,1 0 0,0 0 0,0 0 1,-1-1-1,1 1 0,0 0 0,0 0 0,-1 0 0,1 0 0,0 0 0,0 0 0,-1-1 0,1 1 0,0 0 0,0 0 1,0 0-1,0-1 0,-1 1 0,1 0 0,0 0 0,0-1 0,0 1 0,0 0 0,0 0 0,0-1 0,0 1 0,-1 0 1,1 0-1,0-1 0,0 1 0,0 0 0,0 0 0,0-1 0,0 1 0,0 0 0,0 0 0,1-1 0,-1 1 0,0-1 1,-1-20-1830,0 0 0,4-28 0,7-2-6150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46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523 1 4865,'0'0'3938,"-14"43"-3039,4-12-714,-96 264 1169,-153 259 1288,127-287-1639,132-267-964,0 0 0,0 1 0,0-1 0,0 0 0,-1 0 0,1 0 0,0 1 0,0-1 0,0 0 0,0 0 0,0 0 0,0 1 0,0-1 0,0 0 0,0 0 0,0 1 0,0-1 0,0 0 1,0 0-1,0 1 0,0-1 0,0 0 0,0 0 0,0 1 0,0-1 0,0 0 0,0 0 0,0 0 0,0 1 0,0-1 0,1 0 0,-1 0 0,0 0 0,0 1 0,0-1 0,0 0 0,1 0 1,-1 0-1,0 0 0,0 0 0,0 1 0,1-1 0,-1 0 0,0 0 0,0 0 0,0 0 0,1 0 0,-1 0 0,0 0 0,0 0 0,1 0 0,-1 0 0,0 0 0,0 0 0,0 0 0,1 0 1,-1 0-1,0 0 0,0 0 0,1 0 0,-1 0 0,0 0 0,0 0 0,1 0 0,-1 0 0,0 0 0,0-1 0,435-9 422,125 1-188,-524 10-291,46 8 1,-70-7-140,-1 0-1,0 1 1,1 0-1,-1 1 0,-1 0 1,1 1-1,13 8 1,-23-13-10,0 0 1,-1 1-1,1-1 1,-1 0-1,1 1 1,-1-1-1,1 1 1,0-1-1,-1 1 1,0-1-1,1 1 1,-1-1-1,1 1 1,-1 0-1,0-1 1,1 1-1,-1 0 1,0-1-1,0 1 1,1 0-1,-1-1 1,0 1-1,0 0 1,0-1-1,0 2 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48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6161,'0'0'4647,"-3"39"-4407,0-4-176,-8 223 394,14 268 1692,-1-9-3250,2-553-1318,16-21-1415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48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3065,'0'0'8698,"-5"45"-8138,1-3-405,-16 266 913,20 709 1423,2-998-3175,2-21 67,4-10-283,13-39-1656,3-18-1370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49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75 5577,'0'0'6502,"28"-13"-6448,88-40-40,-112 52-7,-1-1 0,1 1 0,-1 0 0,1 0 0,-1 0 0,1 1 0,0-1 0,-1 1 0,1 0 0,0 0 0,-1 0 0,8 2 0,-9-2 10,0 1-1,0 0 0,0 0 1,0 0-1,-1 0 0,1 0 1,0 0-1,-1 0 1,1 1-1,0-1 0,-1 1 1,0-1-1,1 1 0,-1-1 1,0 1-1,2 3 0,0 3 62,0 0 0,-1 0 0,0 0 0,0 0 0,-1 0-1,0 1 1,0 13 0,-1-12-22,2 10 45,-1-1 1,-2 1 0,1 0-1,-2-1 1,-1 0 0,0 1-1,-2-1 1,0 0 0,-1-1-1,0 1 1,-2-1 0,0-1-1,-13 21 1,-51 73 325,-63 101 81,130-203-485,1 0 1,-1 0-1,1 0 1,1 0-1,-1 1 1,2-1-1,-1 1 1,1 0-1,1 0 1,-1 17-1,2-26-25,0-1 1,1 1-1,-1 0 0,0 0 0,1 0 0,-1-1 0,1 1 0,-1 0 0,1 0 1,-1-1-1,1 1 0,-1 0 0,1-1 0,0 1 0,-1-1 0,1 1 0,0-1 0,0 1 1,0-1-1,-1 1 0,1-1 0,0 0 0,0 1 0,0-1 0,0 0 0,-1 0 0,1 0 1,0 1-1,0-1 0,0 0 0,1-1 0,34 2-18,-28-1 20,32 1-13,-7-1-41,34-3-1,-56 2-70,0 0-1,-1-2 1,1 1 0,-1-1 0,0-1 0,0 0-1,13-7 1,-6 1-791,-1-1-1,0 0 1,-1-1-1,24-24 1,-11-4-4732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49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5601,'0'0'5921,"344"-20"-6041,-273 28-944,-12 12-848,-11-4-993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49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4801,'0'0'8192,"19"0"-7423,26 0-1632,-15 0-2775,-17 0-1134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0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2905,'0'0'9042,"0"0"-9024,0 0 0,0 1 0,0-1 1,0 0-1,0 0 0,0 0 1,0 0-1,0 1 0,0-1 1,0 0-1,0 0 0,0 0 0,0 0 1,0 1-1,0-1 0,0 0 1,0 0-1,0 0 0,1 0 1,-1 0-1,0 1 0,0-1 0,0 0 1,0 0-1,0 0 0,0 0 1,1 0-1,-1 0 0,0 0 1,0 0-1,0 1 0,0-1 0,0 0 1,1 0-1,-1 0 0,0 0 1,0 0-1,0 0 0,0 0 1,1 0-1,-1 0 0,0 0 0,0 0 1,0 0-1,0 0 0,1 0 1,-1 0-1,0 0 0,0 0 1,0 0-1,0 0 0,1-1 0,-1 1 1,0 0-1,0 0 0,0 0 1,0 0-1,0 0 0,1 0 1,-1-1-1,28 327 2137,-23-224-2016,3 4-213,-2-93-463,-2-13-532,-3-11-970,-1-20-1789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0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6249,'0'0'6106,"-6"290"-5162,6-171-56,0 4-200,6 4-120,5-8-152,-5-8-192,0-16-136,0-19-88,6-29-344,0-27-664,12-40-1256,5-39-841,-5-25-1704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0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5601,'0'0'4921,"0"214"-3176,0-87-465,0 16-384,0 16-296,0 8-288,0 3-312,0-3-24,0 27-992,-5-43-2057,-1-36-5632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1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8146,'0'0'9084,"54"0"-8781,-6 0-276,446-7 878,144-30 469,-76 4-594,0 26-588,-366 8-439,-135 1-1300,-50-1-1583,-38 0-1337,-24-1-4777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1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7418,'0'0'4473,"0"203"-3017,0-84-128,0 16-520,18 4-256,11 3-191,-5-3-97,-6-8-168,0-20-96,0-15-200,5-33-953,7-59-1007,-6-4-2441,-1-24-2497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1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4657,'0'0'8074,"0"298"-6970,18-179-272,-1 8-16,1 4-176,-6-4-103,-6-12-193,0-12-160,6-19-96,-6-21-88,5-23-600,13-28-825,0-12-1471,0 0-2706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2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1768,'0'0'11068,"17"-4"-11057,-10 3-16,2-2-6,0 1 0,0 1 0,0 0 0,13-1-1,-18 2 7,-1 1 0,1-1 0,0 1 0,0 0 0,0-1-1,0 2 1,-1-1 0,1 0 0,0 1 0,-1 0 0,0-1 0,1 2-1,-1-1 1,0 0 0,0 0 0,4 4 0,-2 1 14,1 0 0,-1 0 0,-1 0 1,1 1-1,-1-1 0,0 1 0,-1 0 1,0 0-1,0 0 0,-1 1 0,0-1 1,2 17-1,-2 7 203,-1 0 0,-3 37-1,0-43-7,1-13-95,-1-1 0,0 0 1,-1 0-1,0 0 1,-1 0-1,0-1 1,-8 16-1,-49 75 745,31-56-191,27-41-636,0 1 1,1 0-1,0-1 0,1 1 0,-1 0 0,1 0 1,0 0-1,1 0 0,-1 0 0,1 1 0,0-1 1,1 0-1,-1 0 0,4 11 0,-3-16-24,0 1 0,0 0 1,0-1-1,1 1 0,-1-1 0,0 0 0,1 1 0,0-1 1,-1 0-1,1 0 0,-1 0 0,1 0 0,0 0 0,0-1 0,0 1 1,0 0-1,-1-1 0,1 1 0,0-1 0,0 0 0,2 1 1,51 0 121,-40-1-74,11 0 52,-1-1 1,0-1 0,0-1 0,0-1 0,41-13 0,-58 15-333,0-1-1,1-1 1,-1 0 0,-1 0 0,1 0-1,-1-1 1,0 0 0,0-1-1,0 1 1,-1-1 0,1-1 0,-2 1-1,1-1 1,-1 0 0,0 0-1,0-1 1,-1 1 0,0-1 0,0 0-1,2-9 1,-2-17-4553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2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2761,'0'0'8057,"226"-32"-9561,-173 32-1737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2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6241,'0'0'9949,"11"-2"-10014,16-3-12,0 1 1,0 2 0,45 0-1,-71 3 69,0-1 0,0 0 0,0 1 0,0-1 0,0 1-1,0-1 1,0 1 0,0 0 0,0-1 0,0 1-1,-1 0 1,1 0 0,0-1 0,-1 1 0,1 0 0,0 0-1,-1 0 1,1 0 0,-1 0 0,1 0 0,-1 0 0,1 0-1,-1 0 1,0 0 0,0 0 0,1 0 0,-1 0 0,0 2-1,1 38 237,-1-30-128,1 5 87,-1 1-1,-1-1 1,0 1-1,-1-1 1,-1 1-1,0-1 1,-2 0 0,-6 18-1,-8 6 141,-24 60 395,39-87-605,0 0 0,0 1 0,1 0 0,1-1 0,-1 25 0,4-37-119,-1 0 0,1 0-1,0-1 1,0 1 0,-1 0-1,1 0 1,0-1 0,0 1-1,0-1 1,0 1 0,0-1 0,0 1-1,0-1 1,0 1 0,0-1-1,0 0 1,0 0 0,0 1-1,0-1 1,1 0 0,-1 0 0,0 0-1,0 0 1,0 0 0,0-1-1,0 1 1,2 0 0,36-4-7,-26 2-20,-1-1 1,1-1-1,-1 0 1,0 0-1,-1-1 1,1 0-1,-1-1 1,18-13-1,-3 0-381,-2-1 0,25-27 0,-27 25-879,22-30 0,1-19-4167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49:53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0 4081,'0'0'7211,"-22"39"-5439,-1 0-1344,-7 11 127,1 2 0,3 2 0,-27 79-1,28-44-147,4 2-1,3 0 0,-8 140 1,14 286 302,12-439-604,11 264 173,5-223-211,6-2 0,4-1-1,78 212 1,184 306-62,-225-514-81,10 17-81,89 230 0,-92-134 138,-35-109 19,-5-47 15,-30-77-15,0 0 1,0 0 0,0 0-1,1 0 1,-1 0 0,0 0 0,0-1-1,0 1 1,0 0 0,0 0-1,0 0 1,1 0 0,-1 0-1,0 0 1,0 0 0,0 0 0,0 0-1,0 0 1,1 0 0,-1 0-1,0 0 1,0 0 0,0 0 0,0 0-1,0 0 1,1 0 0,-1 0-1,0 0 1,0 0 0,0 0-1,0 0 1,0 0 0,1 0 0,-1 0-1,0 0 1,0 0 0,0 1-1,0-1 1,0 0 0,0 0-1,0 0 1,1 0 0,-1 0 0,0 0-1,1-14-794,-1-6-1835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03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3729,'0'0'10857,"0"-4"-10808,0 6-50,2 29 121,2 0 0,1-1 1,1 0-1,14 42 0,12 55 451,-1 198 832,-13-82-872,-11-190-572,2 0 0,23 75 0,-23-97-317,-6-19 303,1 1-1,0-1 0,0 0 0,8 13 0,-11-22-153,1-1-1,-1 1 0,1-1 0,0 0 0,0 0 0,0 0 0,0 0 0,0 0 0,0 0 0,0 0 0,1-1 0,-1 1 0,1-1 0,-1 1 0,1-1 0,0 0 0,-1 0 0,1 0 0,0-1 0,0 1 0,-1-1 0,1 1 0,4-1 0,17 0-5578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03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7890,'0'0'5081,"-29"301"-4177,29-154-408,0 12 32,23 16-56,13 3-48,-12-3-88,-7-5-160,1-15-152,-12-24-24,-6-24-736,0-27-696,0-33-1481,0-23-2120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11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6905,'0'0'11211,"3"1"-11172,123 20 370,-59-12-257,475 36 65,-304-33-882,-118-6-958,-40-5-2193,-47-1-875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12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7962,'0'0'9906,"171"0"-10090,-46 0 224,17 8-40,30 20-880,-36 0-1905,-29 4-4793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13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738 0 2721,'0'0'9096,"-5"22"-9078,-15 64 206,-4-2 0,-35 82 0,29-106 440,-66 99 0,-53 45 490,1-2-310,110-145-640,-50 104 1,23-10-144,60-137-28,5-13 70,0-1 1,-1 1 0,1-1-1,0 1 1,0-1 0,0 0-1,0 1 1,0-1 0,0 1-1,0-1 1,-1 1 0,1-1-1,0 0 1,0 1 0,-1-1-1,1 1 1,0-1 0,-1 0-1,1 1 1,0-1 0,-1 0-1,1 1 1,0-1 0,-1 0-1,1 0 1,-1 0 0,1 1 0,0-1-1,-1 0 1,1 0 0,-1 0-1,1 0 1,-1 0 0,0 0-1,238-18-201,-78 1 204,536 9 54,-646 10-162,0 1-1,79 16 0,-117-16-5,-9-2-30,-6-1-715,-69 0-4553,26 0-3736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16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806 1 5569,'0'0'8478,"-44"51"-8407,30-34-67,-39 43 32,3 3 0,3 1 0,3 3 0,3 2 0,-41 92 0,-15 85 368,11 4 1,-66 323-1,115-368-107,-16 373-1,47 210-125,7-715-180,21 330 37,-12-331-103,3-1 0,3 0 0,40 110 0,-32-112 20,29 63-14,-45-119 395,-7-14-291,0 1 0,-1-1 0,1 1 0,-1-1 0,0 0 0,1 0 1,-1 1-1,0-1 0,1 0 0,-1 0 0,0 1 0,0-1 0,0 0 0,1 0 0,-1 0 0,0 1 0,0-1 0,0 0 0,0 0 0,-1 0 0,1 0 0,0 1 0,-1-3 0,1-116-3093,0 53-3215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17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0 571 5417,'0'0'7395,"20"0"-6536,-5 2-661,-9-1-134,0 0 0,0-1-1,0 1 1,0-1 0,0 0-1,0-1 1,0 0 0,0 1-1,-1-2 1,1 1 0,0-1 0,-1 0-1,1 0 1,-1 0 0,1-1-1,-1 0 1,0 0 0,0 0 0,7-7-1,8-10-42,-1 0 0,-2-1-1,0-1 1,-1 0 0,-1-1-1,-2-1 1,0 0 0,-1-1-1,-2-1 1,0 1 0,-2-2-1,-1 1 1,-1-1 0,-1 0-1,2-51 1,-8 0-338,0 76 303,1 0-1,-1 1 1,0-1 0,0 1 0,0-1 0,0 1 0,0 0 0,-1-1 0,1 1 0,0 0 0,-1 0 0,1 0 0,-1 0 0,1 0-1,-1 0 1,1 0 0,-1 0 0,0 1 0,1-1 0,-1 1 0,0-1 0,1 1 0,-1 0 0,0-1 0,0 1 0,1 0 0,-1 0 0,0 0-1,-2 1 1,-2-1-16,1 0 0,-1 0 0,1 1 0,-1 0-1,1 0 1,0 0 0,-1 0 0,1 1 0,-8 4-1,4 0 12,0 2-1,1-1 1,0 1-1,0 0 1,0 1-1,1 0 1,1 0-1,-1 0 1,2 1-1,-10 19 1,5-6 21,2-1 0,0 2 0,1-1 0,-4 29 0,4 12 134,2 1 0,5 94 0,2-137-91,1 0-1,0 0 1,2 0-1,1-1 1,0 0-1,1 0 1,2-1-1,0 1 1,1-2-1,1 1 0,1-2 1,0 1-1,1-2 1,2 0-1,-1 0 1,2-1-1,21 16 1,-31-27-185,0-1 0,1-1 1,-1 1-1,1-1 0,0 0 1,0 0-1,0-1 0,0 0 1,1 0-1,-1-1 0,1 0 1,-1 0-1,0 0 0,1-1 1,0-1-1,-1 1 0,0-1 1,1 0-1,-1-1 0,1 0 1,-1 0-1,0 0 1,0-1-1,9-5 0,-5 1-1234,-1 0 0,1-1 0,12-12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17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1 408,'0'0'11331,"-3"45"-11306,-5 149 10,8-177-2,1 1 1,1-1-1,0 0 1,1 1-1,1-1 1,1 0-1,8 21 1,2 4 130,0 15 263,-3 0 1,-3 1-1,-2 0 1,-1 116-1,-6-76 207,0-95-618,0-1 0,-1 0 0,1 0 1,0 0-1,-1 0 0,1 0 0,-1 0 0,1 0 0,-1 0 1,0 0-1,0 0 0,0 0 0,0-1 0,0 1 1,0 0-1,-1-1 0,1 1 0,-1-1 0,1 1 0,-1-1 1,1 1-1,-1-1 0,0 0 0,0 0 0,0 0 0,1 0 1,-1 0-1,0 0 0,0-1 0,0 1 0,0-1 1,-4 1-1,-7 1 162,0-1-1,-1 0 1,1-1 0,-17-2 0,-1 0 62,22 2-274,-28-1 408,36 1-417,0 0-1,1 0 0,-1 0 1,0 0-1,0 0 1,0 0-1,0 0 0,0 0 1,1-1-1,-1 1 1,0 0-1,0-1 1,0 1-1,1 0 0,-1-1 1,0 1-1,0-1 1,1 1-1,-1-1 0,0 0 1,1 1-1,-1-1 1,1 0-1,-1 1 1,1-1-1,-1 0 0,1 0 1,0 1-1,-1-1 1,0-1-1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17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6969,'0'0'10203,"-23"20"-15180,40 3-441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18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95 4457,'0'0'8394,"-3"38"-7675,-1 6-492,4 69 0,0-109-212,0-1 0,1 1 0,0 0 0,0 0 0,0-1 0,0 1 0,0 0 0,1-1-1,-1 1 1,1-1 0,0 0 0,0 0 0,1 1 0,-1-1 0,1-1 0,-1 1 0,5 4 0,-1-4 8,-1 0 1,1 0 0,-1 0 0,1-1-1,0 0 1,0 0 0,7 1 0,-2 0 17,8 2 53,-1-1-1,1-1 0,0-1 1,-1 0-1,1-1 1,0-1-1,0-1 0,30-6 1,-43 6-77,0-1 1,0 0 0,0-1 0,0 1-1,-1-1 1,1 0 0,-1-1 0,0 1-1,0-1 1,0 0 0,0 0 0,-1-1-1,0 1 1,0-1 0,0 0 0,0 0-1,-1 0 1,0-1 0,0 1 0,0-1-1,3-9 1,-2 1 11,0 0 1,-1 0-1,-1-1 0,0 1 0,0-1 0,-2 1 1,0-1-1,-3-18 0,2 27-5,0 1 0,-1-1 0,1 1 0,-1 0 0,-1 0 1,1 0-1,-1 0 0,0 0 0,0 1 0,0-1 0,-1 1 0,1 0 0,-1 0 0,0 0 0,0 0 0,-1 1 0,1-1 0,-1 1 0,0 0 1,1 1-1,-1-1 0,-6-1 0,-8-4 66,-1 1-1,1 1 1,-1 1 0,-36-5 0,32 6-135,0 1 0,0 1 0,0 1-1,-1 2 1,1 0 0,-30 6 0,48-5-57,1 0 1,0 0-1,0 1 0,1-1 1,-1 1-1,1 0 0,-1 1 1,1-1-1,0 1 0,0 0 1,0 0-1,1 0 0,-1 0 1,1 1-1,0 0 0,0-1 1,1 1-1,-1 0 0,1 0 1,0 1-1,1-1 0,-1 0 1,1 0-1,0 1 0,0 7 1,0-5-202,0 1 0,0-1 1,1 1-1,1 0 0,-1-1 1,2 1-1,-1 0 0,1-1 1,0 1-1,1-1 0,0 0 1,0 0-1,0 0 1,1 0-1,6 8 0,-5-10-93,0 0 0,1 0-1,-1-1 1,1 0 0,8 5-1,32 14-2467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18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1528,'0'0'11673,"-3"49"-11479,-1 9-91,-7 242 607,11 437 348,0-730-1295,4 48-388,-4-53 338,0 1 0,1-1 0,0 0 0,-1 0 0,1 1 0,0-1 0,0 0 0,0 0 0,0 0 0,1 0 0,-1 0 0,0 0 0,1 0 0,0-1 0,-1 1 0,1 0 0,0-1 0,0 1 1,4 1-1,15 0-7554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18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3929,'0'0'11810,"18"230"-11498,-18-163-240,0 1-72,0 11-848,0-19-1608,0-17-4082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19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7074,'0'0'11666,"261"12"-11690,-48-12 488,30 0-192,6-16-152,-18-4-120,-30 8 0,-41 4-128,-29 8-384,-25 0-728,-35 8-1937,-35 8-4321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19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1 333 5169,'0'0'8063,"51"-28"-7907,157-91-56,-201 115-95,-1 0-1,1-1 1,-1 0-1,-1 0 1,1 0-1,-1 0 1,0-1-1,0 0 1,5-8-1,-8 11-2,-1 0-1,0 0 1,-1 1-1,1-1 0,0 0 1,-1 0-1,1 0 0,-1 0 1,0 0-1,0 0 1,0 0-1,-1-4 0,0-9 2,1 11-12,0 0 0,0-1 1,0 1-1,-1 0 1,0 0-1,0 0 1,-2-7-1,2 11 7,0-1 0,0 1 0,0 0-1,0-1 1,0 1 0,0 0 0,-1 0 0,1 0 0,0-1 0,-1 2-1,1-1 1,-1 0 0,1 0 0,-1 0 0,0 1 0,1-1 0,-1 1-1,0-1 1,1 1 0,-1-1 0,0 1 0,0 0 0,-2 0 0,-3 0 3,0-1 0,0 1 0,0 1 1,0 0-1,0 0 0,0 0 0,0 1 1,1-1-1,-1 2 0,0-1 0,1 1 1,0 0-1,0 0 0,-1 1 0,2 0 1,-1 0-1,0 0 0,1 1 0,0 0 1,0 0-1,0 0 0,1 0 0,-4 7 1,-7 10 35,2 1 0,0 1-1,2 0 1,-15 45 0,14-28 89,2 1-1,2 0 0,2 1 1,1-1-1,3 79 0,2-100-85,0 1 0,2 0 0,1-1 0,1 1 0,0-1-1,15 38 1,-13-45-32,0-1 0,1 0 0,1 0 0,0-1 0,0 0 0,2 0 0,-1-1 0,2 0 0,-1 0 0,25 17 0,-26-22-39,0-1-1,0 0 1,1 0 0,-1-1-1,1 0 1,1-1-1,-1 0 1,0-1 0,1 0-1,12 1 1,-3-2-484,0 0 1,-1-2-1,1 0 1,32-7-1,-34 3-802,-1 0 0,26-11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0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 5233,'0'0'3649,"8"38"-2282,-4-17-1167,7 30 299,1-1-1,3 1 1,29 67 0,-24-76-249,-3 1 0,-1 1 1,-2 0-1,-2 1 0,-2 1 0,-3-1 1,5 88-1,-13-57 429,1-75-653,-1 0 1,1 0 0,-1 0 0,0 0-1,1 0 1,-1-1 0,0 1-1,1 0 1,-1 0 0,0 0 0,0-1-1,0 1 1,1 0 0,-1-1 0,0 1-1,0 0 1,0-1 0,0 0 0,0 1-1,0-1 1,0 1 0,-1-1-1,1 0 1,0 0 0,0 0 0,0 0-1,0 0 1,0 0 0,0 0 0,0 0-1,-1 0 1,1 0 0,0 0 0,0-1-1,-1 1 1,-6-1 140,0 0-106,-1 0 0,1-1 0,-1 0 0,1-1 1,0 1-1,0-2 0,0 1 0,0-1 0,0 0 0,1-1 0,-1 0 0,1 0 0,1 0 0,-11-11 0,-2-4-84,0 0 0,2-1-1,-23-34 1,31 40-452,1-1 0,0 0 0,1 0-1,1-1 1,1 0 0,-6-28 0,4 8-3882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0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9250,'0'0'6865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0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224 176 6633,'0'0'6707,"-3"36"-5748,-3 116-444,5-149-501,1 1-1,1 0 1,-1 0 0,1 0 0,-1 0 0,1-1 0,0 1-1,0 0 1,1-1 0,-1 1 0,1-1 0,0 1 0,0-1-1,0 0 1,0 1 0,3 2 0,-2-4-4,0 0 0,0 0-1,0 0 1,0 0 0,1-1 0,-1 1 0,0-1 0,1 0 0,-1 0 0,6 0-1,-2 1 3,2 0 2,0 0 1,0-1-1,0 0 1,0 0 0,1-1-1,-1 0 1,0-1-1,1 0 1,-1 0 0,0-1-1,10-3 1,-12 2-6,0 0 1,-1 0-1,1 0 1,-1-1-1,0 0 1,0 0-1,-1-1 1,1 0-1,-1 0 1,0 0-1,0 0 1,-1-1-1,1 0 1,4-9-1,-2 2-10,-1-1 1,-1 0-1,0 0 1,0-1-1,-2 0 0,0 1 1,0-1-1,-2 0 0,0 0 1,0-1-1,-1 1 1,-4-25-1,2 34 33,1-1 1,-1 0-1,0 1 1,0 0-1,-1-1 0,0 1 1,0 0-1,0 0 1,-1 1-1,0-1 0,0 1 1,0-1-1,-1 1 1,1 1-1,-1-1 0,-1 1 1,1 0-1,0 0 1,-1 0-1,0 1 1,0-1-1,0 2 0,0-1 1,-10-2-1,-6-2 139,-1 1 0,0 2 0,0 0-1,-1 1 1,-41 1 0,49 2-170,-1 0-1,1 1 1,-1 1 0,1 0-1,-29 9 1,38-9-70,1 1 0,0 0 0,0 0 0,0 1 0,1-1 0,-1 1 0,1 0 0,0 1 0,0-1 0,0 1 1,0 0-1,1 1 0,0-1 0,0 1 0,1-1 0,-6 12 0,6-10-183,0 0 1,0-1 0,1 1-1,0 1 1,0-1 0,1 0 0,0 1-1,0 9 1,1-13-47,0-1 0,0 1 0,1-1 0,-1 0 0,1 1 0,0-1 0,0 1 0,0-1 1,0 0-1,1 0 0,0 0 0,-1 0 0,1 0 0,0 0 0,0 0 0,1 0 0,-1-1 0,1 1 0,3 2 0,1 0-1481,0-1 0,1 0 0,14 6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1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5457,'0'0'5273,"0"239"-4256,18-124-145,12 4-208,-1 4 24,-11 0-208,-6-12-264,-12-12-64,0-16-152,0-23-88,6-32-792,12-20-1833,-1-8-3608</inkml:trace>
  <inkml:trace contextRef="#ctx0" brushRef="#br0" timeOffset="1">427 699 2593,'0'0'12492,"15"-1"-12570,-6-1 56,-5 1 12,0 0-1,0 1 0,1-1 0,-1 1 0,0 0 1,0 0-1,0 0 0,1 0 0,-1 1 0,0 0 0,0 0 1,0 0-1,0 0 0,0 1 0,0-1 0,-1 1 0,1 0 1,0 0-1,-1 0 0,1 1 0,-1-1 0,3 4 0,0 2 10,-1 0 0,0 0-1,0 1 1,-1-1 0,0 1-1,-1 0 1,0 0 0,0 1-1,-1-1 1,0 1 0,1 18-1,-2 0 214,-1 1 0,-6 51-1,0-51-6,-1 0 0,-2-1-1,-1 0 1,-1 0 0,-21 39-1,11-25 476,-14 45 1,33-75-469,3-12-220,1 1 0,-1-1 0,1 0 0,-1 1-1,1-1 1,-1 0 0,1 0 0,-1 0 0,1 0 0,-1 0 0,1-1 0,-1 1 0,3-1 0,-4 1 6,34-9-147,-1 0 0,-1-3 1,0-1-1,40-21 0,-41 18-335,65-31-3210,-11 2-4736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1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0 1792,'0'0'8097,"35"39"-7438,-34-38-658,92 102 598,-5 4 0,77 122-1,-100-122-274,-6 4-1,-4 1 1,-5 4 0,-5 1-1,-5 2 1,-6 2-1,30 192 1,-39 86 637,-25-294-567,-21 161-1,0-149-88,-40 126-1,-52 108 90,-267 669-127,274-783-545,83-194 233,-2-1 0,-1 0 0,-33 38 0,54-73 59,-1-1 1,0 0-1,0 0 0,-1-1 0,1 1 0,-1-1 0,-9 4 0,14-8-49,0 0 1,0 0 0,0 0-1,0 0 1,-1 0-1,1-1 1,0 1-1,-1-1 1,1 1-1,0-1 1,-1 0-1,1 0 1,-1 0-1,1-1 1,0 1 0,-1 0-1,1-1 1,0 1-1,-1-1 1,1 0-1,0 0 1,0 0-1,0 0 1,0 0-1,0-1 1,0 1-1,0 0 1,-2-3 0,-15-21-2104,1-3-2330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3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9058,'0'0'10450,"47"0"-10842,54 4 336,23 8 48,12-1-8,7-3 16,-7 0-216,-6-4-448,13-4-904,-31 0-2929,-23 0-6554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3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11002,'0'0'8010,"386"0"-8402,-102-4-680,-41-8-1593,-30 8-5577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4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993 0 7330,'0'0'5918,"-39"56"-5402,-266 383 1095,50-53-204,-56 82-100,286-429-1200,16-24 41,0 0 1,-1-1-1,-17 17 0,27-30-105,0-1-1,0 0 0,0 0 0,-1 0 0,1 0 0,0 0 1,0 0-1,0 0 0,0 1 0,0-1 0,-1 0 0,1 0 0,0 0 1,0 0-1,0 1 0,0-1 0,0 0 0,0 0 0,0 0 1,0 0-1,0 1 0,0-1 0,0 0 0,0 0 0,0 0 1,0 1-1,0-1 0,0 0 0,0 0 0,0 0 0,0 1 1,0-1-1,0 0 0,0 0 0,0 0 0,0 0 0,0 1 1,0-1-1,0 0 0,0 0 0,1 0 0,-1 1 0,11 2 440,29-4-1114,-22 1 744,95 3-250,196 33 0,104 51-5412,-314-62 854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6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0 340 4641,'0'0'8743,"20"1"-8457,-19-1-282,12 1 41,-1-1 0,1 0 0,-1-1 0,1 0 0,0-1 0,-1-1 0,0 0 0,0 0 0,0-1 0,0-1 0,16-8 0,0-4 9,0-1 1,37-33 0,-51 38-136,-1 0-1,0 0 1,-1-2 0,0 1 0,17-32 0,-26 40 60,0 0-1,-1 0 1,0-1-1,0 1 1,0-1-1,-1 1 1,0-1 0,-1 0-1,1 0 1,-2-11-1,1 10 30,0 7-6,-1 0 0,0 0 0,1 0 0,-1 0 0,0 0 0,1 0 0,-1 0 0,0 1 0,0-1 1,0 0-1,0 0 0,0 1 0,0-1 0,0 1 0,0-1 0,0 1 0,0-1 0,0 1 0,0-1 0,0 1 0,0 0 0,0 0 0,-1 0 0,1-1 0,0 1 1,0 0-1,0 1 0,0-1 0,-1 0 0,-1 0 0,-43 4-9,38-1 0,-1 0-1,1 0 0,0 1 0,0-1 1,0 2-1,0-1 0,1 1 0,0 1 1,0-1-1,0 1 0,1 0 0,0 0 1,0 1-1,0 0 0,-5 8 0,-3 6 5,1 1-1,0 0 1,2 1-1,-10 28 1,12-27 15,2 0 0,2 1-1,0 0 1,-2 27 0,2 103 205,5-142-180,0 0-1,1 0 1,0 0 0,1 0 0,1 0-1,0 0 1,8 20 0,-8-26-29,0-1 1,1 0-1,0 0 0,0 0 0,1-1 1,-1 1-1,1-1 0,0 0 1,1-1-1,-1 1 0,1-1 1,0 0-1,0 0 0,0-1 0,12 5 1,1-2-37,0 0 1,1-1-1,-1-2 1,1 0-1,0 0 1,0-2-1,0-1 1,0 0-1,0-2 1,36-6-1,-25 2-535,-1-2 0,58-21-1,45-32-3395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6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 5433,'0'0'6172,"0"39"-5837,1 137 49,2-124-117,3 0 1,1-1-1,3 0 0,31 95 1,8 35 334,-40-116-225,-2 1-1,-3 96 1,-5-161-341,1 1 0,0-1 0,0 0 0,-1 1 0,1-1 1,-1 0-1,1 1 0,-1-1 0,0 0 0,1 0 0,-1 0 1,0 1-1,0-1 0,0 0 0,0 0 0,0 0 0,0 0 1,0-1-1,0 1 0,0 0 0,-1 0 0,1-1 0,0 1 1,0 0-1,-1-1 0,1 1 0,0-1 0,-1 0 0,1 1 0,-1-1 1,1 0-1,-2 0 0,-9 1 174,1 0 0,-1 0 0,-12-2 0,8 0-3,-130 1 628,140-1-853,1 0 0,-1 0 0,1-1 0,0 0 0,-1 0 0,1 0 0,0 0 0,0-1-1,0 1 1,1-1 0,-1-1 0,1 1 0,-1-1 0,1 1 0,0-1 0,1 0 0,-1-1 0,-5-8 0,5 8-273,1-1 0,1 1 0,-1 0 0,1-1 0,0 1 0,0-1 0,-2-12 0,4 14-185,-1-1-1,1 1 1,0 0 0,0-1 0,1 1-1,-1-1 1,1 1 0,0 0 0,0-1 0,0 1-1,3-5 1,21-23-5685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7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8482,'0'0'6857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7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 5777,'0'0'7194,"-184"254"-6066,149-127-216,17 16-216,12 4-272,6 3-240,6-11-71,36-8-9,11-16-104,6-27-169,30-33-711,-12-23-1376,-12-32-3225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7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30 201 6793,'0'0'5664,"10"36"-5184,2 8-350,25 60-1,-36-101-120,1 0 1,-1 0-1,1 1 0,0-2 0,0 1 0,0 0 0,1 0 1,-1-1-1,1 1 0,-1-1 0,1 0 0,0 0 0,0 0 1,0 0-1,0 0 0,0 0 0,0-1 0,1 0 0,-1 0 1,0 0-1,1 0 0,-1 0 0,1-1 0,-1 1 1,1-1-1,-1 0 0,1 0 0,-1 0 0,1 0 0,0-1 1,3-1-1,12 1 97,-10 1-69,-1 0-1,1 0 1,-1-1-1,1-1 1,-1 1-1,0-1 1,0-1-1,0 0 0,0 0 1,0 0-1,0-1 1,-1 0-1,0-1 1,0 1-1,0-1 1,0-1-1,-1 1 1,0-1-1,0 0 1,0-1-1,-1 0 1,6-8-1,-4 3-5,0 1 0,-1-1-1,-1-1 1,0 1 0,0-1 0,-1 0 0,-1 1-1,0-2 1,-1 1 0,0 0 0,-1-1-1,-2-23 1,1 32-13,0 0 1,0-1-1,-1 1 0,1 0 0,-1 0 0,-1 0 1,1 0-1,-1 0 0,0 0 0,0 0 0,0 1 1,-1-1-1,1 1 0,-7-8 0,4 6 58,-1 1-1,0 0 0,0 0 0,-1 0 1,1 1-1,-1 0 0,0 0 0,0 1 0,-10-4 1,0 2 14,-1 1 1,1 0 0,-1 1-1,0 1 1,1 1 0,-1 0 0,0 1-1,-28 4 1,40-3-98,0 0 0,0 1 1,0-1-1,0 1 0,0 0 0,0 1 1,1-1-1,-1 1 0,1 0 0,0 1 1,0-1-1,0 1 0,0 0 0,1 0 1,-1 1-1,1-1 0,0 1 0,1 0 1,-6 9-1,4-4-142,0 0 0,1 0 0,0 1 0,1 0 0,0-1 0,0 1-1,1 0 1,1 1 0,0 21 0,0-28-11,1-1-1,1 1 0,-1 0 1,0 0-1,1 0 1,0 0-1,0-1 0,1 1 1,-1 0-1,1-1 1,0 0-1,0 1 0,1-1 1,-1 0-1,1 0 1,0 0-1,0 0 0,0 0 1,1-1-1,4 5 0,34 22-3771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8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4425,'0'0'8135,"0"46"-7420,4 155 17,-1-163-346,1 0 0,16 61 1,-8-49-11,48 340 917,-50-309-1290,-9-76-105,-1 2 46,1-1-1,0 1 1,0-1 0,1 1-1,5 10 1,-7-16-47,1 0-1,-1 0 1,1 0 0,-1 0-1,1 0 1,0 0 0,0-1-1,-1 1 1,1 0 0,0 0-1,0-1 1,0 1 0,0-1-1,0 1 1,0-1-1,0 1 1,0-1 0,0 0-1,0 1 1,0-1 0,0 0-1,0 0 1,0 0 0,0 0-1,0 0 1,0 0 0,1 0-1,-1 0 1,0 0-1,0 0 1,0-1 0,0 1-1,0 0 1,0-1 0,0 1-1,0-1 1,0 1 0,0-1-1,0 1 1,0-1 0,-1 0-1,1 1 1,1-3 0,21-20-5067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8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4825,'0'0'9842,"12"222"-8946,-6-163-512,-6-3-232,0-4-152,6-13-384,11-7-776,1-16-1456,0-12-3306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9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1664,'0'0'14683,"113"-4"-14787,-30 4 104,47-4-616,-17-12-1112,-18-4-2553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9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44 234 3833,'0'0'6479,"11"35"-5282,1 7-826,29 61 0,-39-99-347,0-1 0,0 1 0,0 0 0,1-1 1,-1 0-1,1 1 0,0-1 0,0 0 1,0-1-1,1 1 0,-1 0 0,1-1 0,-1 0 1,1 0-1,0 0 0,6 2 0,-4-2 20,1-1 0,0 0-1,0 0 1,0 0 0,0-1-1,12-2 1,0 2 67,-8 0-78,-1 0 0,1-1 0,0 0 0,-1-1 0,1 0 0,-1 0 0,0-1-1,0 0 1,0-1 0,0 0 0,0-1 0,-1 0 0,0 0 0,0-1 0,0 0 0,-1-1 0,0 0 0,0 0 0,-1-1 0,0 0 0,0 0 0,-1-1 0,0 0 0,0 0 0,-1 0 0,0 0 0,3-11 0,-3 6-10,0-1 1,-1 0 0,-1 1-1,0-1 1,-1 0 0,0-21-1,-1 30 17,-1 0 0,-1 0-1,1 0 1,-1 0 0,0 0-1,0 0 1,-1 0-1,1 0 1,-1 1 0,-1-1-1,1 1 1,-1-1 0,0 1-1,0 0 1,0 0 0,-1 0-1,0 1 1,-8-8 0,0 3 76,-2 1 1,1 0-1,-1 1 1,0 0 0,-1 2-1,0-1 1,1 2-1,-2 0 1,-22-3 0,-4 2-25,0 2 0,-57 3 0,93 0-105,1 0 0,-1 1-1,1 0 1,-1 0-1,1 0 1,-1 0 0,1 1-1,0 0 1,0 0-1,-8 5 1,9-5-31,1 1 0,0 0 1,0 0-1,0 0 0,0 0 0,1 0 0,-1 0 1,1 1-1,0-1 0,0 1 0,0 0 1,0-1-1,1 1 0,0 0 0,-2 6 0,0 2-235,1 1 0,0-1 0,1 1 0,0 0 0,1 0 0,2 22 0,-1-27-60,1 0 0,-1 0 0,1-1 1,1 1-1,0 0 0,0-1 0,0 1 0,1-1 0,0 0 0,0 0 0,8 8 0,28 24-4115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29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6001,'0'0'4965,"4"47"-3955,28 304 896,-11-4 359,11 96-1812,-32-440-570,1 1 1,0-1 0,-1 1 0,1-1 0,0 0 0,1 0 0,-1 0 0,0 0 0,1 0 0,0 0-1,0 0 1,0 0 0,4 4 0,-5-6-169,0 0 1,1 0-1,0 0 0,-1 0 1,1 0-1,-1-1 0,1 1 0,0 0 1,0-1-1,-1 1 0,1-1 0,0 0 1,0 0-1,0 0 0,-1 0 0,1 0 1,0 0-1,0 0 0,0 0 0,-1-1 1,1 1-1,0-1 0,0 1 0,-1-1 1,1 0-1,0 1 0,1-3 0,21-16-6716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30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6433,'0'0'6087,"24"10"-6154,-1-1 28,0 2-1,28 17 1,-48-26 46,0 1 1,0 0-1,0 0 1,0 0 0,-1 0-1,1 1 1,-1-1-1,0 1 1,0-1 0,0 1-1,-1 0 1,1 0-1,-1 0 1,0 0 0,0 0-1,0 0 1,0 0-1,-1 0 1,0 0 0,0 0-1,0 0 1,0 0-1,-2 8 1,1 7 118,2 4 128,-1 1 0,-2 0 0,0 0 0,-2 0-1,-1-1 1,-10 34 0,4-29 45,-26 82 865,37-109-1131,-1 1 0,1-1 0,-1 0-1,1 1 1,0-1 0,0 0-1,0 1 1,0-1 0,0 1 0,0-1-1,0 0 1,0 1 0,0-1-1,1 2 1,0-2-21,0-1-1,-1 1 1,1-1 0,0 0-1,0 1 1,0-1 0,0 1-1,0-1 1,0 0 0,0 0-1,0 0 1,0 0-1,0 0 1,0 0 0,0 0-1,0 0 1,0 0 0,0 0-1,0 0 1,0-1 0,2 0-1,39-10-368,-1-2 1,0-2-1,66-35 0,-75 35-716,29-16-2926,-12 6-1931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30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7562,'0'0'6345,"297"230"-4705,-191-107-287,-11 20-265,-30 20-264,-29 15-96,-36 9-280,0 3-448,-47 1-104,-84 35-1112,13-51-1433,5-44-4264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32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20 7722,'0'0'11546,"-6"0"-11874,71 0 128,24 0 200,24 0 0,11-12-240,-5 4-608,17 8-977,-35 0-2592,-30 0-2760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33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1 171 7090,'0'0'6889,"486"-67"-6889,-297 15-1584,-29 1-4450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34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0 4401,'0'0'6879,"-45"38"-6351,-136 130-169,176-162-337,-1 0 1,1 1-1,0-1 1,0 1-1,1 0 1,0 1-1,0-1 1,1 1-1,0-1 1,0 1-1,1 0 1,-1 0-1,2 1 1,-2 14-1,1-1 45,1 0 0,1 0 0,1 0 1,0 0-1,9 37 0,-7-48-50,0 0 1,1-1 0,1 1-1,0-1 1,0 0-1,1 0 1,0-1-1,0 1 1,1-1-1,1-1 1,-1 1-1,17 12 1,-6-7-13,1 0-1,1-2 1,0 0 0,1-1 0,0-1 0,1-1 0,41 11-1,-20-10-41,0-2-1,1-2 0,55 1 1,-58-6-116,-1-2 1,0-1-1,0-3 1,0-1-1,-1-2 1,46-15-1,-60 15-43,0-2 0,0-1-1,-1-1 1,-1-1 0,0-1 0,-1-1 0,0-1-1,-2-1 1,0-1 0,23-26 0,-32 31 14,-1 0 1,-1-1 0,0 0-1,-1-1 1,0 0 0,-1 0-1,-1-1 1,0 0 0,-1 0-1,3-21 1,-6 28 210,-1 0-1,0 0 1,0 0 0,-1 0 0,-1 0-1,1-1 1,-1 1 0,-1 0-1,0 0 1,0 0 0,0 0-1,-1 1 1,-1-1 0,1 1-1,-2 0 1,1-1 0,-1 2-1,0-1 1,-1 1 0,-6-9-1,-5 2 343,0 0 0,0 2 0,-1-1 0,-1 2 0,0 1 0,0 0 0,-1 1 0,0 1 0,-31-8 0,5 5 152,-2 1-1,1 2 1,-60-1-1,89 8-404,-32-2 117,0 3 0,-53 5 1,89-3-232,-1 0 0,1 1 0,0 0 0,0 2 0,1-1 1,-1 2-1,1 0 0,0 0 0,0 1 0,1 1 1,-20 15-1,22-13-75,0 0 1,0 1-1,1 0 0,0 1 1,1 0-1,0 0 0,1 0 1,0 1-1,1 1 0,1-1 1,-8 27-1,8-17-360,1 0 0,1 0-1,1 0 1,1 1 0,1-1 0,5 36 0,-4-48-5,1 1 0,1-1-1,0 0 1,5 11 0,19 33-2378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34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1 912,'0'0'10406,"-4"37"-9512,-8 112 158,8 196 0,46 58 196,-12-132-537,-13-70-269,17 155 90,-22-272-682,4-1-1,30 90 1,-46-170 81,1-1-1,-1 0 1,1 0-1,0 0 1,0 1-1,0-1 1,0 0 0,0 0-1,1-1 1,-1 1-1,0 0 1,1 0-1,-1-1 1,1 1-1,0 0 1,0-1-1,2 2 1,-2-3-7,-1 0-1,1 0 1,-1 0 0,0 0 0,1 0-1,-1 0 1,1-1 0,-1 1 0,1-1-1,-1 1 1,0-1 0,1 1-1,-1-1 1,0 0 0,0 1 0,0-1-1,1 0 1,-1 0 0,0 0 0,0 0-1,0 0 1,0 0 0,0 0 0,-1-1-1,1 1 1,0 0 0,0 0-1,0-3 1,24-50-1994,-2-12-978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34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7154,'0'0'6849,"0"297"-5505,0-190-520,0-3-375,0-5-249,0-12-160,0-15-40,0-17-481,0-27-879,24-16-1320,-1-12-3226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35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7682,'0'0'8449,"426"-12"-8497,-301-12-2336,-19 1-5586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35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235 157 4177,'0'0'6103,"3"43"-4363,19 146-450,-20-179-1209,0 0 0,1 0 0,1 0 0,0 0 0,0-1 0,1 1 0,0-1 1,1 0-1,0-1 0,9 11 0,-4-7 51,2-2 0,-1 1 0,1-1 0,20 10 0,-11-7-62,1-2 1,0-1-1,1 0 1,0-2-1,1-1 1,-1-1-1,1-1 1,1-1-1,-1-1 0,0-1 1,37-3-1,-48 2-71,1-2-1,0 0 0,-1-1 0,1 0 1,-1-1-1,1 0 0,-1-2 0,0 1 1,-1-2-1,1 0 0,-1 0 1,0-2-1,-1 1 0,0-1 0,0-1 1,-1-1-1,0 1 0,0-1 0,16-22 1,-19 21 0,-1 0-1,-1-1 1,0 0 0,0 0 0,-2-1 0,1 0 0,-2 0 0,1 0 0,-2 0 0,0 0-1,0 0 1,-1-1 0,-1 1 0,0-1 0,-1 1 0,-1 0 0,-3-19 0,2 24 43,0-1 1,0 1-1,0-1 1,-1 1-1,-1 0 1,1 0-1,-1 1 1,0-1-1,-1 1 1,0 0-1,0 1 1,0-1 0,-1 1-1,0 1 1,-11-8-1,-5-1 194,-1 0 0,-1 2 0,-47-18 0,19 13-84,0 3 0,-1 1 0,0 3-1,-1 2 1,0 3 0,0 2 0,-98 7 0,140-3-169,-1 1 0,1 0 0,0 1 0,0 1 0,0 0 0,0 0 0,1 1 0,-1 1 0,1 0 0,0 1 0,-20 16 0,22-15-45,1 1 1,1 0-1,0 0 1,0 1-1,1 0 1,0 0-1,1 1 1,0 0-1,0 0 0,1 1 1,1-1-1,0 1 1,-2 13-1,0 2-175,1 0-1,1 1 1,2 0-1,0 0 1,2 0-1,1-1 1,8 43-1,-7-63 134,0-1 0,0 1 0,1-1-1,0 1 1,0-1 0,1 0 0,-1 0 0,1 0 0,1 0 0,-1-1 0,1 0-1,0 0 1,0 0 0,1-1 0,-1 1 0,10 4 0,0 0-490,0-2 0,0 0 0,1 0 0,0-2 1,32 8-1,35-2-3414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36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5297,'0'0'6031,"-1"37"-4974,-1 11-660,-2 52 564,12 125 0,72 266 1035,-34-242-1210,40 580 755,-69-622-2108,-17-206 546,4 17-508,-4-18 520,0 0 0,0 0 0,0 0-1,0 0 1,0 1 0,0-1-1,0 0 1,0 0 0,0 0-1,0 0 1,0 0 0,0 0-1,0 0 1,0 0 0,1 1-1,-1-1 1,0 0 0,0 0-1,0 0 1,0 0 0,0 0 0,0 0-1,0 0 1,0 0 0,1 0-1,-1 0 1,0 0 0,0 0-1,0 0 1,0 0 0,0 0-1,0 0 1,1 0 0,-1 0-1,0 0 1,0 0 0,0 0-1,0 0 1,0 0 0,0 0 0,0 0-1,1 0 1,-1 0 0,0 0-1,0 0 1,0 0 0,0 0-1,0 0 1,0 0 0,0 0-1,0-1 1,8-15-695,42-152-4965,-20 71-1247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3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44 7242,'0'0'9270,"26"-8"-9531,87-21-41,-105 27 273,0 1 0,0 0 1,0 0-1,0 0 0,0 1 0,0 0 1,0 1-1,0-1 0,0 2 1,0-1-1,-1 1 0,1 0 1,0 1-1,-1 0 0,1 0 0,-1 0 1,0 1-1,0 0 0,7 7 1,-8-6 23,0 1-1,-1 0 1,0 1 0,0-1 0,0 1 0,-1 0 0,0 0 0,-1 1 0,1-1 0,-1 1 0,-1 0 0,0-1 0,0 1 0,0 0 0,-1 0 0,1 16 0,-2-18 12,1 13 74,0 0 0,-1-1 1,-1 1-1,-1 0 0,-1-1 0,-7 30 1,-5-14 172,-2-1 1,0-1 0,-35 46-1,30-46-44,-288 429 3485,303-451-3520,4-5-61,0-1 0,0 1-1,0 0 1,0 0 0,1 0-1,0 0 1,0 1-1,-1 5 1,2-10-109,1-1 0,0 0 0,0 1 0,0-1-1,0 0 1,0 1 0,0-1 0,0 1 0,0-1 0,0 0 0,0 1-1,0-1 1,0 0 0,0 1 0,0-1 0,1 0 0,-1 1 0,0-1 0,0 0-1,0 1 1,0-1 0,1 0 0,-1 1 0,0-1 0,0 0 0,1 0 0,-1 1-1,0-1 1,0 0 0,1 0 0,-1 0 0,0 1 0,1-1 0,-1 0 0,0 0-1,1 0 1,-1 0 0,0 0 0,1 0 0,-1 1 0,0-1 0,1 0-1,-1 0 1,0 0 0,1 0 0,25 2 50,0-1-1,43-3 1,-41 1-2,45-4-61,131-27-1,69-35-4207,-224 54 2411,5-3-4030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54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279 183 1408,'0'0'4041,"-243"-171"-3945,237 163 64,0 4-8,0 4-152,0 0-552,0 0 104,0 0 64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56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231 460 1640,'-7'0'13052,"9"0"-12517,2 0-535,-1-1-1,1 0 1,0 0-1,-1 0 0,1 0 1,-1-1-1,1 1 1,-1-1-1,1 0 1,-1 0-1,0 0 0,0 0 1,0-1-1,0 1 1,-1-1-1,1 0 0,-1 0 1,1 0-1,-1 0 1,0 0-1,0 0 1,0 0-1,2-7 0,1-1 33,-1-1 0,0 1 0,0-1 0,-1 1 0,-1-1 0,2-16 0,-3-100 181,-2 119-182,0 0 0,-1 1 0,1-1 0,-2 0 0,1 0 0,-1 1 0,-1 0 0,1-1 0,-1 1 1,-1 1-1,1-1 0,-1 1 0,-1-1 0,0 1 0,0 1 0,0-1 0,0 1 0,-1 0 0,0 1 0,-11-7 0,15 10-2,0 0 0,0 1 0,0-1 0,0 1 0,-1 0 0,1 0 0,0 0 0,-1 0 0,1 1 0,-1 0-1,1-1 1,-1 1 0,1 0 0,0 0 0,-1 1 0,1-1 0,-1 1 0,1 0 0,0 0 0,-1 0 0,1 0 0,0 0 0,0 1 0,0 0 0,0-1 0,0 1 0,0 0-1,0 0 1,1 1 0,-1-1 0,1 1 0,-1-1 0,-2 5 0,-6 8-89,1 1-1,0 0 1,1 0 0,-12 32-1,18-42 86,-8 23-33,2 0 1,1 0-1,1 0 0,-6 60 0,8-19 48,6 72-1,0-129-23,0-1-1,1 1 1,1-1 0,0 1-1,0-1 1,2 0 0,-1-1 0,1 1-1,1-1 1,0 0 0,1 0-1,0 0 1,1-1 0,0 0-1,0-1 1,1 0 0,14 12 0,-8-10-8,-1 0 1,2-1-1,-1-1 0,1-1 1,1 0-1,-1-1 1,1 0-1,1-2 1,-1 0-1,1-1 1,34 4-1,-18-6-283,0-1-1,0-1 0,0-2 1,0-1-1,0-2 1,-1-2-1,0-1 1,0-1-1,42-18 1,6-12-4657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57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85 1856,'0'0'15644,"-22"-16"-15310,-65-45-350,68 53-124,16 17-60,2 28 96,2 0-1,2-1 1,1 1-1,13 55 1,3-22 105,-2 1 1,-4 0-1,-3 1 1,3 114 0,-14 19-114,0-201 88,0-1 0,0 1 0,0-1 0,0 1 0,-1-1 0,1 1 1,-1-1-1,0 1 0,0-1 0,-2 5 0,2-7 20,-1 0-1,1 1 1,0-1 0,-1 0-1,1 0 1,0 0-1,-1 0 1,0 0 0,1 0-1,-1 0 1,1-1-1,-1 1 1,0 0 0,0-1-1,1 1 1,-1-1-1,0 0 1,0 0 0,0 0-1,-2 0 1,-14 1 101,0-1 0,1 0 0,-28-5-1,36 3-69,1 0 0,0 0 0,0-1 0,0 0 0,0 0 0,0-1 0,0 0 0,1-1 0,-10-7 0,8 5-23,1-1 0,0 0-1,0 0 1,1 0 0,0-1-1,1 0 1,-6-11-1,8 14-19,2 0-1,-1 0 0,1 0 1,0 0-1,0-1 1,0 1-1,1-1 0,0 1 1,0-1-1,1 0 0,0 1 1,0-1-1,2-10 0,-1 14-35,0 1 0,-1 0 0,1 0 0,1 0 0,-1 0-1,0 0 1,1 0 0,-1 0 0,1 0 0,-1 0 0,1 1-1,0-1 1,-1 1 0,1-1 0,0 1 0,0 0 0,0 0-1,0-1 1,3 1 0,6-6-286,102-59-4018,-64 31-168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57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8970,'0'0'6489,"130"87"-19011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57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4977,'0'0'8563,"-16"35"-8460,-2 2-95,-25 74 0,42-108-8,1 0 0,-1 1 0,1-1 0,-1 0-1,1 0 1,0 1 0,0-1 0,0 0 0,1 1 0,-1-1 0,1 0 0,0 0 0,0 0 0,0 1-1,0-1 1,0 0 0,1 0 0,2 4 0,0-2-1,0-1 1,1 0-1,-1 0 1,1 0-1,0 0 1,9 5-1,-4-3 0,0 0-42,1 0 1,0-1-1,1-1 0,-1 0 0,1 0 0,0-1 0,0 0 0,0-1 1,0-1-1,0 0 0,1 0 0,-1-2 0,0 1 0,17-4 0,-24 3 33,-1 0 0,1 0 0,-1-1 0,1 1 0,-1-1 0,0 0 0,1 0 0,-1-1 0,0 1 0,-1-1 0,1 0 0,0 0 0,-1-1 0,0 1 0,0 0 0,0-1 0,0 0 0,0 0 0,-1 0-1,1 0 1,-1 0 0,3-8 0,-2 3 24,-1 0-1,1 0 0,-2 0 1,1 0-1,-1-1 1,0 1-1,-1 0 0,0-1 1,-1 1-1,-3-18 0,2 22-2,1 0-1,-1 1 0,-1-1 0,1 0 1,-1 1-1,1 0 0,-1-1 0,0 1 0,-1 0 1,1 1-1,-1-1 0,0 0 0,0 1 0,0 0 1,0 0-1,0 0 0,-1 1 0,0-1 1,1 1-1,-7-2 0,-6-2 152,0 0 0,-1 2 1,1 0-1,-29-3 0,33 6-93,0 0 0,0 0 0,0 1 1,-16 2-1,25-1-73,-1 0 0,0 0 0,1 1 0,-1 0 0,1-1 1,-1 1-1,1 1 0,0-1 0,0 1 0,0-1 0,0 1 1,0 1-1,1-1 0,-5 5 0,2-1-84,0 1 1,0 0-1,1 0 1,0 0-1,0 1 0,1 0 1,0 0-1,1 0 0,0 1 1,-3 14-1,3 3-820,0 0 0,2 39 0,1-47 259,0 28-2211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0:58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6169,'0'0'5874,"-5"36"-5817,1-16-45,-7 48 87,-4 140-1,15 1045 1801,0-1251-2189,0-62-4801,0 17-3528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0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8226,'0'0'10311,"-4"0"-9800,16 0-468,610 19-2721,-498-7-392,-19-4-1855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1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6977,'0'0'9475,"409"-32"-10284,-232 12-1599,-23 4-4402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2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1 6241,'0'0'11744,"-37"17"-11622,15-6-121,2-3-1,1 2-1,-1 1 1,-31 23 0,42-27 1,1 1 0,-1 0 0,2 0-1,-1 1 1,1 0 0,1 0 0,-1 0 0,1 1 0,1 0 0,0 0 0,1 1 0,-5 14 0,-4 28-4,2 1 1,3 0-1,2 0 1,2 1-1,4 55 1,0-96-22,1-1 0,0 1 0,1 0 0,1-1 0,0 0 0,0 0 0,2 0 0,0 0 0,0 0 0,1-1 0,0 0 0,2 0 0,-1-1 0,1 0 0,1 0 0,-1-1 0,2 0 0,0 0 0,0-1 0,0 0 0,1-1 0,13 7 0,-10-7-99,0 1 1,1-2 0,0 0 0,0-1-1,1 0 1,0-1 0,26 4 0,-7-4-275,0-2 1,53-2 0,-75-1 321,0 0 0,0-1 1,0-1-1,-1 0 1,1-1-1,0 0 0,-1-1 1,0 0-1,0-1 0,0-1 1,-1 0-1,1 0 1,-1-1-1,-1-1 0,1 1 1,-2-2-1,1 0 1,-1 0-1,9-11 0,-12 13 31,-1-1-1,0 0 1,0 0-1,-1 0 0,1-1 1,-2 1-1,1-1 1,-2 0-1,5-17 1,-4 0 162,-1-1 0,-1-30 0,-1 55-101,0 2-15,0 0 1,0 1 0,0-1 0,-1 0 0,1 0 0,0 1 0,0-1-1,0 0 1,-1 0 0,1 0 0,0 0 0,0 0 0,-1 1-1,1-1 1,0 0 0,0 0 0,-1 0 0,1 0 0,0 0-1,-1 0 1,1 0 0,0 0 0,0 0 0,-1 0 0,1 0 0,0 0-1,-1 0 1,1 0 0,0 0 0,0 0 0,-1 0 0,1 0-1,0 0 1,0-1 0,-1 1 0,1 0 0,0 0 0,0 0-1,0 0 1,-1-1 0,1 1 0,0 0 0,0 0 0,0 0-1,-1-1 1,1 1 0,0 0 0,0 0 0,0-1 0,0 1 0,0 0-1,0 0 1,-1-1 0,1 1 0,0 0 0,0 0 0,0-1-1,0 1 1,0 0 0,0-1 0,-2 13-101,-1 0 0,2 0 0,-1 0 0,2 0 1,0 0-1,1 15 0,0 8 83,-1-23 14,0-1-1,1 1 1,1 0 0,-1 0 0,2-1 0,0 1-1,8 21 1,-8-26 0,1-1-1,0 0 1,0 1 0,1-1-1,-1-1 1,1 1-1,0-1 1,1 0 0,-1 0-1,1 0 1,0-1-1,0 0 1,11 5-1,-5-4-19,-1 0 0,1-2 0,1 1 0,-1-1 0,0-1 0,1-1 0,-1 1 0,1-2-1,-1 0 1,1 0 0,23-5 0,-29 4 29,0-1-1,0 0 1,0-1-1,0 1 1,0-1-1,0-1 1,-1 1-1,0-1 1,1 0-1,-2-1 1,1 1-1,0-1 1,-1 0-1,0-1 1,0 1 0,0-1-1,-1 0 1,0 0-1,0-1 1,-1 1-1,4-10 1,1-2 41,-1-1 1,-1 1-1,-1-1 1,-1 0-1,0-1 1,1-36-1,-5 48-34,1-13 31,0 1 0,-5-35-1,3 49-32,0 0 1,-1 0-1,1 0 0,-1 1 0,-1-1 0,1 1 0,-1-1 0,0 1 0,0 0 0,0 0 0,-1 0 0,0 0 0,-5-4 0,0 1 43,-1 0 0,0 0 1,0 1-1,0 1 0,-1-1 0,0 2 0,-1 0 1,1 0-1,-1 1 0,0 0 0,0 1 1,-1 1-1,1 0 0,0 0 0,-1 1 0,1 1 1,-1 0-1,1 1 0,-22 3 0,29-2-59,0-1 0,0 0 0,1 1 0,-1 0-1,0 0 1,1 0 0,0 1 0,0-1 0,-1 1 0,2 0 0,-1 1-1,0-1 1,1 0 0,-1 1 0,1 0 0,0 0 0,0 0-1,1 0 1,-1 0 0,1 1 0,-3 7 0,0 1-13,2 1 1,0-1-1,0 1 0,2 0 1,-1-1-1,2 21 0,0-33 8,0-1-1,0 1 1,0-1-1,0 1 1,1 0-1,-1-1 0,0 1 1,0-1-1,1 1 1,-1-1-1,0 1 0,1-1 1,-1 1-1,0-1 1,1 1-1,-1-1 0,1 1 1,-1-1-1,1 0 1,-1 1-1,1-1 0,-1 0 1,1 1-1,-1-1 1,1 0-1,-1 0 0,1 0 1,0 1-1,26 2-248,25-9-191,-41 2 404,1 0 1,-1 0 0,0-1 0,0-1 0,-1 0 0,0 0 0,18-15 0,59-62-600,-80 76 521,22-26-367,-2-1 1,25-40-1,13-17 260,-62 87 221,-1 1 0,1 0 0,0 1 0,0-1 0,1 0 0,-1 1 0,0 0 0,1 0 0,-1 0 0,1 0 0,0 0 0,0 1 0,0 0 0,0 0 0,0 0 0,0 0 0,0 0 0,0 1 0,0 0 0,0 0 0,0 0 0,0 0 0,0 0 0,0 1 0,0 0 0,0 0 0,0 0 0,0 1 0,5 2 0,7 3-32,0 1 0,-1 1 0,0 0 1,0 1-1,18 17 0,1 1 95,-2 1 0,-2 1 0,0 2 0,-2 1 0,-2 2-1,44 74 1,-63-92 67,0 2-1,-2-1 0,0 1 1,-1-1-1,-1 1 0,0 0 1,-2 1-1,0-1 1,-3 28-1,1-41-53,1-1 0,-1 0 0,0 1 0,0-1 0,0 0 0,-1 0 0,0 0 0,0 0 0,0 0 1,0 0-1,-1-1 0,0 1 0,0-1 0,-7 8 0,4-6 43,0-1 0,0 0 0,-1 0 0,0-1 0,0 0 0,0 0 0,0-1 1,0 0-1,-9 3 0,-10 1 253,0-2 1,-1-1-1,1 0 1,-54-2-1,66-1-307,-31-3 106,44 2-179,-1 0 0,1-1-1,-1 1 1,1-1 0,0 1-1,-1-1 1,1 1 0,0-1-1,0 0 1,-1 1-1,1-1 1,0 0 0,0 0-1,0 0 1,0 0 0,0 0-1,0 0 1,0-1 0,0 1-1,0 0 1,1 0 0,-1-1-1,0 1 1,1 0-1,-1-1 1,0-1 0,0-3-488,0-1 1,1 1 0,-1 0 0,1 0-1,0-1 1,1 1 0,0 0-1,0 0 1,2-10 0,22-20-6148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2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55 6625,'0'0'4664,"-19"39"-3768,-56 125-209,72-158-642,1 0-1,0 1 1,0-1 0,1 1-1,-1 0 1,1 0-1,1-1 1,0 1 0,0 0-1,0 0 1,0 0-1,3 8 1,-2-10-12,1 0 0,0 0 1,0 0-1,0-1 0,1 1 0,0 0 0,0-1 0,0 0 0,0 0 1,0 0-1,1 0 0,6 5 0,2-1 60,0 0 0,1-1 0,-1-1 0,1 0 0,1 0-1,-1-2 1,1 1 0,19 2 0,6 0 217,2-3 0,78 0 0,-99-4-275,0-1 0,0-1 0,0-1 0,-1-1 0,1 0 1,-1-2-1,35-14 0,-40 14-7,-1-2-1,0 1 1,0-2 0,-1 0 0,0 0 0,0-1-1,-1 0 1,0-1 0,-1-1 0,17-24-1,-21 27 19,-1-1-1,-1 0 0,1 0 1,-2-1-1,1 1 0,-1-1 0,-1 1 1,0-1-1,1-19 0,-2 23 4,-1 1 0,0-1-1,-1 1 1,1-1 0,-1 0-1,0 1 1,-1-1 0,0 1 0,0 0-1,0-1 1,-1 1 0,1 0-1,-2 0 1,1 1 0,-1-1 0,1 1-1,-7-7 1,0 4 13,0 0 0,-1 0 0,0 2-1,0-1 1,-1 1 0,0 1 0,0 0 0,0 0-1,0 2 1,-1-1 0,-17-1 0,-9-1-64,0 3 0,-58 1 0,83 3-77,1 0 0,-1 0 0,0 2 0,1-1 0,-1 2 0,1 0 0,0 0-1,0 1 1,1 1 0,-1 0 0,1 1 0,1 0 0,-1 1 0,1 0 0,0 1 0,1 0-1,0 1 1,-13 16 0,14-16-216,1 2 0,1-1 0,-1 1 0,2 0-1,-1 0 1,2 1 0,0 0 0,0 0 0,1 0 0,1 1-1,0-1 1,1 1 0,0 0 0,1 23 0,1-33-173,0 1 1,0-1 0,0 1 0,0 0 0,1-1-1,0 1 1,0-1 0,2 6 0,-1-8-123,0 1 0,0-1 0,0 0 1,0 0-1,0 0 0,0 0 0,1 0 0,-1 0 1,1-1-1,-1 1 0,4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2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7066,'0'0'5415,"-7"52"-5160,3-26-209,-12 76 370,-3 205 1,74 219 1803,-6-129-1042,-35 160-1043,-15-556-150,0-1-1,0 1 1,0 0 0,0-1 0,0 1 0,0-1 0,0 1 0,0-1 0,0 0 0,0 1 0,0-1 0,0 0-1,0 0 1,-1 1 0,1-1 0,0 0 0,0 0 0,0 0 0,0-1 0,0 1 0,-2 0 0,-26-2-548,26 2 344,-1-1 1,1 0-1,-1 1 1,1-1-1,-1-1 1,1 1-1,-6-3 0,-17-21-3331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3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6953,'0'0'6706,"0"211"-6314,0-104 56,0 4-72,5 4-16,7-8-160,-6-8-120,0-11-80,0-21-136,6-23-888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3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6737,'0'0'8994,"172"52"-8578,-42-52-55,18 0-361,48-8-473,-36-8-1751,-30 0-4297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4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0 5393,'0'0'9209,"-12"41"-9105,3-16-86,-4 13 29,-12 61 0,22-78-20,0 0-1,2 0 0,0 0 0,1 0 0,1 0 1,6 34-1,17 37 155,41 109 0,-2-14-48,-42-115-95,-3 0 0,-3 1 1,9 144-1,-22-176-40,0-16-6,-2 1 0,0-1 0,-8 44 1,7-65 4,0 0 1,0 0 0,-1 0-1,1 0 1,-1 0 0,0-1-1,0 1 1,-1-1 0,1 1-1,-1-1 1,0 0 0,1 0-1,-1 0 1,-1 0 0,1-1-1,0 1 1,-1-1 0,1 0 0,-1 0-1,0 0 1,0 0 0,1-1-1,-1 1 1,0-1 0,0 0-1,-1 0 1,1-1 0,-4 1-1,-1 0 0,1-1-1,-1 0 0,1-1 0,-1 0 0,1 0 1,-1-1-1,1 0 0,-1 0 0,1-1 1,0 0-1,0 0 0,1-1 0,-11-6 1,0-3-70,1-2-1,0 1 1,1-2 0,1 0 0,-22-30 0,13 11-98,0-2 0,-18-40-1,28 47 126,1 0-1,2 0 0,1-1 0,1-1 0,2 1 0,1-1 1,2 0-1,-1-64 0,4 92 45,1-1 0,1 1 0,-1 0 1,1-1-1,-1 1 0,1-1 0,0 1 0,1 0 0,-1 0 0,1 0 1,0 0-1,0 0 0,0 0 0,0 0 0,1 0 0,3-4 0,1 3-5,-1 0 0,1 0 0,0 0 0,0 0-1,1 1 1,-1 1 0,15-6 0,12-3-11,0 2 1,37-6-1,35-9-137,-59 11-1065,-1-2 1,44-23 0,-22 0-4140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4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5873,'0'0'11523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5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45 5089,'0'0'10610,"-29"-7"-10079,-95-22-161,116 27-336,-1 0 0,0 0 0,0 1-1,0 0 1,-1 1 0,-8 0 0,-1 1-7,10-1-33,-1 1 0,0 0 1,1 1-1,-1 0 0,1 1 1,-1 0-1,1 0 0,0 1 0,0 0 1,1 1-1,-1 0 0,1 0 1,0 1-1,0 0 0,-7 7 1,9-7-12,-1 1 1,1-1 0,1 1-1,-1 1 1,1-1-1,1 1 1,-1-1 0,1 1-1,0 0 1,1 1 0,0-1-1,1 1 1,-1-1-1,2 1 1,-1 0 0,0 13-1,2-17-6,0 1 0,0-1 0,0 0-1,1 0 1,0 0 0,0 0 0,1 5 0,0-7 4,0-1 0,-1 1 0,1-1 0,0 1 0,0-1 0,0 0 1,1 0-1,-1 1 0,1-2 0,-1 1 0,1 0 0,5 2 0,41 21-194,1-2 0,66 20 1,39 17-60,-149-58 254,17 9-97,1 0-1,-1 2 1,37 25 0,-55-34 47,0 1-1,1-1 1,-1 1 0,-1 0-1,1 1 1,-1-1-1,0 1 1,0 0 0,-1 0-1,1 0 1,-1 0 0,-1 0-1,1 1 1,-1-1 0,0 1-1,-1 0 1,0 0 0,0 0-1,1 9 1,-2-7-20,0-7 76,1 1-1,-1-1 0,0 1 0,0-1 0,0 1 0,0-1 1,-1 1-1,1 0 0,-1-1 0,1 1 0,-1-1 0,0 0 1,0 1-1,0-1 0,0 0 0,0 1 0,-1-1 0,1 0 0,-1 0 1,1 0-1,-1 0 0,-3 3 0,-3-1 25,1 0 0,-1-1 0,0 0 0,0 0 1,0-1-1,0 0 0,-1 0 0,-13 1 0,-78 0 379,85-3-316,-13 0 136,-1-1 1,0-2-1,1-1 0,-31-8 0,48 10-174,1-1 0,0-1 0,0 0 0,0 0 0,1-1 0,0 0 0,0-1 0,0 0 0,0 0 0,1-1 0,0 0 0,0 0 0,1-1 0,-10-12 0,16 18-106,0 1 1,1 0-1,-1 0 1,0-1-1,1 1 1,-1 0-1,0-1 0,1 1 1,0-1-1,-1 1 1,1-1-1,0 1 1,0-1-1,0 1 1,0-1-1,0 1 0,0-1 1,0 1-1,0-1 1,1 1-1,-1 0 1,0-1-1,1 1 0,-1-1 1,1 1-1,0 0 1,0-1-1,-1 1 1,1 0-1,0 0 1,0 0-1,0-1 0,0 1 1,2-1-1,2-2-540,1 0 1,0 0-1,0 0 0,0 1 0,10-4 0,-14 6 426,50-19-5714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5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0 960,'0'0'8178,"0"215"-6690,0-140-215,0 1-545,0-9-328,17-7-160,7-13-88,6-15-152,17-32-280,1 0-1929,-7-32-2248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5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9234,'0'0'4297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6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1032,'0'0'9184,"10"26"-8598,0-1-383,1 0 57,-1 1 1,-2 0 0,0 1-1,6 44 1,-9-9 268,-4-38-338,2 0-1,0 0 1,1-1 0,9 28 0,-13-50-183,1 0 1,-1 0-1,0 0 0,1 0 1,-1 0-1,1 0 0,-1 0 1,1 0-1,0-1 0,-1 1 0,1 0 1,0 0-1,-1 0 0,1-1 1,0 1-1,0 0 0,0-1 1,0 1-1,0-1 0,-1 1 1,1-1-1,0 1 0,0-1 1,0 0-1,0 0 0,0 1 1,1-1-1,-1 0 0,0 0 1,0 0-1,0 0 0,0 0 1,0 0-1,0 0 0,2-1 0,0 0 42,0 0 0,0-1 0,0 1 0,0-1 0,0 0 0,0 0 0,0 0 0,-1 0 0,1 0 0,-1-1 0,3-2 0,21-29 97,-2-1 0,-2-1-1,29-63 1,20-33-985,-70 131 827,-1 0 0,1 0 0,0 0 0,0 0 1,-1 0-1,1 0 0,0 0 0,0 0 0,0 0 0,0 0 0,1 0 0,-1 0 0,0 1 0,0-1 0,3 0 1,-3 1-8,-1 0 1,1 0-1,0 0 1,0 0-1,0 0 1,0 0-1,0 1 1,-1-1-1,1 0 1,0 1-1,0-1 1,-1 0-1,1 1 1,0-1-1,0 1 1,-1-1-1,1 1 1,-1-1-1,1 1 1,0 0-1,-1-1 1,1 1-1,-1 0 1,1 0 0,-1-1-1,0 1 1,1 0-1,-1 1 1,12 24-51,-2 1 1,10 36 0,-3-7 165,-11-39-126,8 28 190,36 76 1,-43-108-368,1 0 1,0 0-1,0-1 0,1 0 0,1-1 0,0 0 0,1 0 0,0-1 0,20 14 1,23 4-3537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6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1021 2865,'0'0'7084,"-7"41"-5937,-15 132-210,21-168-902,1 0-1,0 1 1,1-1-1,-1 0 1,1 0-1,0 1 1,0-1-1,0 0 0,1 0 1,0 0-1,0 0 1,0-1-1,0 1 1,1 0-1,0-1 1,0 0-1,0 1 1,0-1-1,1-1 1,0 1-1,0 0 1,0-1-1,0 0 1,0 0-1,1 0 0,-1 0 1,1-1-1,6 3 1,1 1 51,2 1 19,0 0 1,0-1-1,1-1 1,-1-1-1,1 0 1,27 4 0,-2-5 115,57-1 0,-81-3-188,0 0 0,-1-1 0,1-1 0,-1 0 1,1-1-1,-1-1 0,-1 0 0,1-1 0,-1-1 0,0 0 0,0-1 0,-1 0 0,0-1 0,0-1 0,-1 0 0,19-21 0,-23 23-16,-1 0 0,-1 0 0,1-1 0,-1 0 0,-1 0 0,0 0 0,0-1 1,-1 0-1,4-12 0,-4 5 153,0 0-1,-1-1 1,-1 1 0,-1-32 0,-1 43-82,0 0 1,-1 1-1,0-1 0,0 0 1,0 1-1,-1-1 0,1 1 1,-2-1-1,1 1 0,0 0 1,-1 0-1,-6-9 1,3 7 17,0 0 1,-1 0-1,1 1 1,-1 0-1,0 0 1,-1 1 0,-12-7-1,0 2 35,0 1-1,-1 0 1,0 2-1,-1 1 1,1 0-1,-30-2 1,11 2-83,1 3 0,0 1 1,-1 2-1,0 2 1,-44 7-1,66-5-115,0-1-1,1 2 1,-1 0-1,1 1 1,0 1-1,1 1 0,0 0 1,0 1-1,0 1 1,1 0-1,1 1 1,0 1-1,-18 18 1,26-22-118,-1 0 0,1 1 0,1 0 1,-1 0-1,2 0 0,-1 1 0,1 0 0,1 0 1,0 0-1,0 0 0,-1 13 0,3-17-53,0 0 0,1 0 0,-1 1-1,2-1 1,-1 0 0,1 0 0,-1 0 0,2 0 0,-1 1-1,1-2 1,0 1 0,0 0 0,0 0 0,1-1-1,0 1 1,0-1 0,1 0 0,-1 1 0,8 6 0,-4-6-452,0 0 1,0-1-1,1 0 1,0 0-1,11 5 1,40 12-4138</inkml:trace>
  <inkml:trace contextRef="#ctx0" brushRef="#br0" timeOffset="1">511 1 5433,'0'0'6304,"-3"44"-5454,-12 393 1059,27 137 228,-1 11-441,-10-549-1613,0 24 3,-3 1 1,-16 105-1,-45 88-146,62-252 11,1 0 1,-1 0 0,1 0-1,-1 0 1,1-1-1,-1 1 1,0 0 0,0 0-1,0 0 1,0-1 0,0 1-1,0 0 1,-1-1-1,1 1 1,-1-1 0,1 0-1,-1 1 1,-1 0 0,2-2-2,1 0 1,-1 0 0,1 0 0,-1 0 0,1 0 0,-1 0 0,1 0-1,-1 0 1,1 0 0,-1-1 0,1 1 0,-1 0 0,1 0-1,-1-1 1,1 1 0,-1 0 0,1 0 0,0-1 0,-1 1-1,1-1 1,0 1 0,-1 0 0,0-2 0,-10-21-1528,-6-28-2388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8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80 7378,'0'0'10116,"-18"-18"-9570,7 6-515,4 5-37,1 0 1,-1 1-1,0-1 0,0 1 1,-13-8-1,19 14 2,1-1-1,-1 1 1,0 0 0,1-1 0,-1 1-1,1 0 1,-1 0 0,0 0 0,1 0-1,-1-1 1,0 1 0,1 0 0,-1 0-1,0 0 1,0 0 0,1 0-1,-1 1 1,0-1 0,1 0 0,-1 0-1,1 0 1,-1 1 0,0-1 0,1 0-1,-1 1 1,0-1 0,1 0 0,-1 1-1,1-1 1,-1 1 0,1-1 0,-1 1-1,-1 2-16,1 1 0,0-1-1,0 0 1,0 0 0,1 0 0,-1 0-1,1 1 1,0-1 0,0 0 0,0 1-1,1 5 1,21 174-132,-6-67 157,21 430 22,-36 9 23,-2-286-30,1 182-90,0-273-2870,0-276-1105,0 3 47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08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6737,'0'0'6614,"-3"42"-6402,-11 364 16,24-153 60,42 269 538,-10-125-113,-28-222-434,-7-53 50,6-2 1,33 144-1,11-59-2188,-56-236-620,-1-11-1258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10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180 645 704,'0'0'4638,"11"-39"-4231,34-132-73,-38 140-26,-1 0 1,-1 0 0,-2-1-1,-2-62 1,-2 45 549,1 42-613,0-1 0,0 1-1,-1 0 1,0-1-1,0 1 1,0 0 0,-1 0-1,0 0 1,-1 0-1,0 0 1,0 1 0,0-1-1,-1 1 1,0 0-1,0 0 1,0 0-1,-1 0 1,0 1 0,0 0-1,0 0 1,-1 0-1,0 0 1,0 1 0,-7-4-1,11 7-185,1 0 0,-1 0 0,0 0 0,0 1 0,1-1 0,-1 0 0,0 1 0,0 0 0,0-1 0,0 1 1,0 0-1,0 0 0,0 0 0,0 0 0,0 0 0,0 0 0,0 1 0,1-1 0,-1 0 0,0 1 0,0 0 0,0-1 0,0 1 0,1 0 0,-1 0 0,0 0 0,1 0 0,-1 0 0,1 1 0,-1-1 0,1 0 0,0 1 0,-3 2 0,-1 4-121,0 1 0,0 0 0,1 0 0,1 0-1,-5 15 1,2-7 168,-10 32-106,1 1 0,3 0-1,2 1 1,3 1-1,-3 91 1,9-101 55,0-19-6,2 0-1,4 38 1,-4-54-45,0 0-1,1 0 1,0 0 0,1 0-1,0 0 1,0-1 0,0 1 0,1-1-1,0 0 1,0 0 0,0 0-1,8 7 1,-3-5-14,-1-1-1,1 0 0,1-1 1,-1 0-1,1 0 1,0-1-1,0 0 0,1-1 1,-1 0-1,1-1 0,0 0 1,0-1-1,0 0 1,0 0-1,23-1 0,-13-1-149,1-2 0,-1-1 0,0 0 1,0-2-1,0 0 0,0-1 0,25-12 0,-21 6-941,0 0 0,43-31 1,31-35-7070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13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2 6729,'0'0'9585,"-5"-1"-9834,5 1 235,-1 0 0,1 0 0,0 0 0,0 0 0,-1 0 0,1 0 0,0 0 0,0-1 0,-1 1 0,1 0 0,0 1 0,0-1 0,-1 0 0,1 0 0,0 0 0,-1 0 0,1 0 0,0 0 0,0 0 0,-1 0 0,1 0 0,0 0 0,0 1 0,0-1 0,-1 0 0,1 0 0,0 0 0,0 0 0,0 1 0,-1-1 0,1 0 0,0 0 0,0 0 1,0 1-1,0-1 0,0 0 0,0 0 0,-1 1 0,1-1 0,0 0 0,0 0 0,0 1 0,6 16-314,28 35 142,-7-12 111,-12-15 60,-1 1 0,-2 0-1,0 1 1,-2 0 0,-1 0 0,-1 2-1,-2-1 1,-1 0 0,0 1-1,-1 30 1,-3-32 30,0 0 0,-2-1 0,-1 1 0,-1-1 0,-8 35 0,9-54 10,-1 1-1,0-1 0,0 0 0,0 0 1,-1 0-1,0 0 0,0 0 0,-1-1 1,0 0-1,0 0 0,0 0 0,-1 0 1,0-1-1,0 0 0,0 0 0,0-1 1,-1 0-1,0 0 0,0 0 1,0-1-1,0 0 0,-15 3 0,8-2 129,0-1-1,-1-1 0,1 0 0,-1-1 0,1 0 1,-1-1-1,-19-3 0,28 2-121,0 0-1,0 0 1,0-1-1,1 0 0,-1 1 1,1-2-1,-1 1 1,1-1-1,0 0 1,0 0-1,0 0 1,0-1-1,1 0 1,-1 0-1,1 0 1,0 0-1,0-1 1,0 1-1,1-1 1,-4-7-1,5 9-120,1 1-1,0-1 1,0 1-1,0-1 1,1 1-1,-1-1 1,0 0 0,1 0-1,0 1 1,0-1-1,0 0 1,0 0 0,0 1-1,0-1 1,1 0-1,-1 0 1,1 1-1,0-1 1,0 0 0,0 1-1,0-1 1,0 1-1,0-1 1,4-3-1,2-2-392,0 0 0,0 1-1,1 0 1,0 1 0,11-8-1,1 0-255,27-22-2366,-4 7-1518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14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5905,'0'0'7274,"130"24"-14252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14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3817,'0'0'5702,"-15"32"-5615,-44 103-23,57-130-63,0 0 0,0 0-1,0 0 1,1 0 0,0 0-1,0 0 1,0 1 0,1-1 0,0 0-1,0 1 1,0-1 0,0 0 0,1 1-1,0-1 1,0 0 0,1 0-1,3 9 1,-1-8-1,0 0 0,0 0-1,0-1 1,1 0 0,0 0 0,0 0-1,1-1 1,-1 1 0,7 3 0,-2-2-12,-1-1 0,1 0 0,0 0 0,0-1 0,1 0 0,-1-1 0,1 0 0,21 3 0,-15-4-34,1-1-1,-1-1 1,1 0 0,33-6 0,-45 5 47,-1 0-1,0 0 1,1-1 0,-1 0-1,0 0 1,0-1 0,0 1-1,0-1 1,-1 0 0,1 0-1,-1 0 1,0-1 0,1 0-1,-2 0 1,1 0 0,0 0-1,-1 0 1,0-1 0,0 1-1,4-9 1,-3 2 29,1-1 0,-2 1 0,1-1 1,-2 0-1,1 0 0,-2 0 0,0-1 0,0-15 0,-1 24 0,0-1-1,-1 1 0,1 0 1,-1 0-1,0-1 0,0 1 1,-1 0-1,1 0 0,-1 0 0,0 0 1,0 0-1,0 1 0,0-1 1,-1 1-1,-5-7 0,2 4 59,0 1-1,0 0 0,-1 1 1,1-1-1,-1 1 1,0 1-1,0-1 0,-9-2 1,-5-1 126,1 1 1,-1 2-1,0 0 0,-1 1 1,-37 0-1,39 2-114,-29 3-9,47-1-105,0-1 1,0 1-1,-1-1 1,1 1-1,0 0 0,0 0 1,0 0-1,0 0 1,0 0-1,0 1 1,0-1-1,1 1 1,-1-1-1,0 1 1,1 0-1,-1-1 0,-2 5 1,0 2-104,0 1 0,0 0 0,1 0 0,0 0-1,1 0 1,0 1 0,0-1 0,0 12 0,2 80-1605,1-58 714,2 1-1084,11-14-1691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15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2985,'0'0'5637,"2"28"-5424,2 33 39,13 229 1015,-17 450 2031,0-708-3265,-1-18-36,0-1-1,1 1 1,1-1-1,1 0 1,-1 1-1,2-1 1,5 18 0,2-17-481,-2-14-964,-7-1 1312,0-1 0,0 1 0,0-1-1,0 1 1,0-1 0,-1 1 0,1-1 0,0 0 0,-1 1 0,1-1 0,-1 0 0,0 0 0,1-3 0,0-29-1427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17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3793,'0'0'9534,"-7"30"-9154,5-24-372,-7 33 5,1 1-1,2 1 1,2-1-1,1 70 1,22 120 27,5 122-32,-18 600 122,-33-642-37,3-68-2789,23-185-255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17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7210,'0'0'6454,"-3"42"-6420,2-28-32,-6 96 42,10 168-1,43 140 4,3 33 75,-17 468 134,-32-420-1387,0-487 693,0-11 314,1 0 1,-1 0 0,0 0-1,0 0 1,0 0-1,0 0 1,0 0-1,0 0 1,0 0-1,0 0 1,-1 0-1,1 0 1,0 0-1,0 0 1,-1 0-1,1 0 1,-1 0-1,1 0 1,-1 0-1,1 0 1,-2 1-1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17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6673,'0'0'8466,"320"0"-8330,-208-4-136,-11 0 0,-12 0-664,-24 4-1040,-17 0-1473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18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1016,'0'0'9002,"409"-23"-9002,-261 3-1656,-24 0-6026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18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1 507 4913,'0'0'5580,"44"-42"-5503,146-142-86,-159 153-73,-1-1 1,-1-1-1,34-54 1,-63 87 80,5-7 6,0 1 21,-1 0 0,1-1-1,-1 0 1,0 0-1,-1 0 1,0 0 0,0-1-1,0 1 1,-1-1-1,2-12 1,-3 20-21,-1 0 1,0 0-1,1 0 1,-1 0-1,1 0 1,-1 0-1,0 0 1,1-1-1,-1 1 1,0 0-1,1 0 0,-1 1 1,1-1-1,-1 0 1,0 0-1,1 0 1,-1 0-1,1 0 1,-1 0-1,0 0 1,1 1-1,-1-1 1,0 0-1,1 0 0,-1 0 1,0 1-1,0-1 1,1 0-1,-1 0 1,0 1-1,1-1 1,-1 0-1,0 1 1,0-1-1,0 0 1,1 1-1,-1-1 0,0 0 1,0 1-1,0-1 1,0 1-1,49 114-661,-1-1 646,35 123-1,-68-180-161,-2 0 0,-2 1 0,-3 0 0,1 84 0,-8-113 33,0-17 41,-1-1-1,0 1 1,-3 21 0,2-30 85,0 0 0,0 0 0,0 0 0,0 0 0,0 0-1,-1-1 1,1 1 0,-1 0 0,1-1 0,-1 1 0,0-1 0,0 0 0,0 1 0,-1-1 0,1 0 0,0 0 0,-1-1 0,-4 4-1,-3-1 40,1 0 0,-1 0 0,1-1 0,-1-1 0,0 1 0,0-2 0,-15 2-1,-76-3 843,50-2-162,-85 2 3533,135 0-3593,4 0-347,500 0-2412,-405-4-1601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19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7882,'0'0'7665,"320"0"-7889,-142 0-912,-36 0-1008,-24 0-2657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0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1800,'0'0'13219,"373"-60"-13651,-177 28-1136,-12 8-2393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0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1924 8098,'0'0'6530,"7"37"-6660,34 142 102,44 37 40,-29-82-8,157 550 172,-191-598-121,0 2 56,34 88 0,-54-172-71,5 13-82,-3-18 276,-3-14 440,-1-203 1046,0-28-1536,0-100-175,3 95-266,45-315 0,21 190-337,6 63-70,-44 197 409,39-157-250,-57 207 458,-3-1 1,2-79-1,-10-239 340,-3 226-361,-6 292-3554,-4-50 831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3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398 229 2657,'0'0'13008,"-20"-36"-11805,-63-109-281,80 140-849,0 0 0,0 0 0,-1 0 0,0 0 0,0 1 0,0-1 0,-7-5 0,10 10-52,0-1 0,0 0 0,-1 1 0,1 0 1,0-1-1,0 1 0,0 0 0,0-1 0,0 1 0,0 0 0,0 0 0,-1 0 1,1 0-1,0 0 0,0 0 0,0 0 0,0 1 0,-2-1 0,-6 1 111,5 0-119,1-1 0,-1 0 1,0 1-1,1 0 1,-1 0-1,1 0 0,-1 0 1,1 0-1,0 1 0,0-1 1,-1 1-1,1 0 1,0 0-1,0 0 0,1 1 1,-4 2-1,-3 5-71,1-1-1,0 1 0,-8 15 1,13-21 46,-14 26-25,0-1 1,2 2-1,1 0 1,2 1-1,1 0 0,1 1 1,2 0-1,2 0 1,0 1-1,0 48 0,6-77 33,-2 34-50,8 74-1,-4-102 34,0 1 0,1-1 0,0 1 0,1-1 0,0 0 0,0 0 0,2 0 0,-1-1 0,1 0 0,11 14 0,-7-13-40,0 0 0,0-1-1,1-1 1,1 0 0,-1 0 0,2-1-1,-1 0 1,1-1 0,0-1 0,0 0-1,1 0 1,0-2 0,0 0 0,0 0-1,17 1 1,-19-3 30,0-1-1,0 0 1,0-1 0,0-1-1,0 0 1,0 0 0,0-1-1,0-1 1,0 0-1,-1-1 1,1 0 0,-1 0-1,0-1 1,0-1-1,-1 0 1,0 0 0,0-1-1,14-13 1,-11 8 19,-1 0-1,-1-2 1,0 1 0,-1-1-1,0-1 1,-1 0 0,-1 0-1,0-1 1,-1 0 0,-1 0-1,-1-1 1,0 1 0,-1-1-1,-1 0 1,0-1 0,0-24-1,-4 121-1432,3 120 1091,-2-195 350,0 0 0,0 0 0,1 0 0,-1 0-1,1 0 1,0 0 0,0-1 0,1 1 0,-1 0-1,1 0 1,0-1 0,0 1 0,0-1 0,0 0-1,5 5 1,-4-5-23,1 0-1,-1-1 0,1 0 1,0 1-1,0-1 0,0-1 0,0 1 1,0-1-1,1 1 0,-1-1 1,0-1-1,1 1 0,8 0 1,-7-1-26,0 0 0,1 0 0,-1 0 1,0-1-1,0 0 0,1 0 1,-1-1-1,0 1 0,0-1 0,0-1 1,-1 1-1,1-1 0,8-5 0,-6 1 32,1 1-1,-1-1 0,-1 0 0,0-1 0,0 0 1,0 0-1,8-15 0,-3 2 28,-1 0 1,-1-1-1,0-1 0,-2 0 1,-1 0-1,6-34 1,-8 14-9,-2 0 1,-1-44-1,-2 72 1,0 4 4,0 0-1,-1 1 0,0-1 1,-1 0-1,0 1 1,-1-1-1,0 1 0,0 0 1,-8-16-1,8 21 28,0 0-1,-1 1 1,1-1-1,-1 1 1,0 0-1,0 0 0,0 0 1,-1 0-1,1 1 1,-1-1-1,0 1 1,0 1-1,0-1 1,0 1-1,-1 0 1,1 0-1,-1 0 1,1 1-1,-9-2 1,6 2 16,-1-1-1,0 2 1,0-1 0,1 1 0,-1 1 0,0-1 0,0 1 0,1 1 0,-14 3-1,16-2-49,0 0 0,0-1-1,0 2 1,0-1-1,1 1 1,-1 0 0,1 0-1,0 0 1,0 1-1,0 0 1,1 0-1,-8 10 1,5-3-3,0 0 1,1 0-1,0 0 1,0 1-1,2-1 1,-1 1-1,2 1 1,0-1-1,0 0 0,1 1 1,0 26-1,2-39-5,0 0 1,0 1-1,0-1 0,1 0 0,-1 1 0,0-1 0,0 0 0,1 0 1,-1 1-1,1-1 0,-1 0 0,1 0 0,0 1 0,0-1 0,-1 0 1,1 0-1,0 0 0,0 0 0,0 0 0,0 0 0,0-1 0,0 1 1,1 1-1,1-1-21,0 1 1,0-1 0,0 0 0,1 0 0,-1-1-1,0 1 1,0 0 0,0-1 0,6 0 0,2 0-36,1-1 0,-1 0 1,0-1-1,0 0 1,13-5-1,6-7-6,0 0 0,-1-2 0,-1-1 1,-1-1-1,32-29 0,-16 14-315,-12 9 79,44-29-491,-66 47 719,0 2 0,0-1 0,0 1 0,1 0 0,-1 1 0,1 1 0,10-3 0,-11 4 42,0 0 0,0 0 0,-1 1 0,1 0 1,0 0-1,0 1 0,10 2 0,-13-1 25,-1 0 0,0 0 0,1 0 0,-1 1 0,0-1-1,0 1 1,-1 0 0,1 1 0,-1-1 0,1 1 0,6 8 0,1 2 25,-2 0 0,1 0 0,-2 1 0,0 1 0,0 0 0,-2 0 0,0 0 0,-1 1 0,-1 0 0,0 0 0,-1 0 0,-1 1 0,0-1 0,-2 1 0,0 23 0,-1-19 60,0 9 212,0 0 0,-8 42 0,6-63-163,0 0 0,-1 0 1,0 0-1,-1-1 0,0 1 0,0-1 1,-1 0-1,-1 0 0,1-1 0,-1 1 1,-7 6-1,5-7 42,1-1-1,-1 0 1,0 0-1,-1-1 1,0 0-1,0 0 1,0-1-1,0-1 1,-1 1 0,0-2-1,0 1 1,0-1-1,0-1 1,0 0-1,-1 0 1,1-1-1,-16 0 1,25-1-166,0 0 1,0-1-1,0 1 0,0-1 1,0 1-1,0 0 0,0-1 1,0 0-1,0 1 0,0-1 1,1 0-1,-1 1 0,0-1 1,0 0-1,1 0 0,-1 0 1,0 0-1,1 0 1,-1 1-1,1-1 0,-1 0 1,1 0-1,-1 0 0,1 0 1,0-1-1,0 1 0,-1 0 1,1 0-1,0 0 0,0 0 1,0 0-1,0-1 0,0-51-1277,1 32-36,-1-41-3656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3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1712,'0'0'6790,"10"9"-6537,-4-4-240,-1-2-11,-1 0 0,0 1-1,0 0 1,0 0-1,0 0 1,-1 0 0,1 1-1,-1-1 1,0 1-1,0 0 1,-1 0 0,0 0-1,0 0 1,0 0-1,2 9 1,-1 17 572,-3 54 1,-1-36 40,-1-20-266,-2 1 1,-1-1-1,-1 0 0,-1 0 0,-1-1 0,-20 42 1,6-11 78,19-51-331,1-1-1,0 0 1,0 1 0,1 0-1,-1-1 1,2 1 0,-1 13-1,17-21 783,33-2-657,0-3 0,85-19 0,-29 5-2620,-37 9-2815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4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1 3689,'0'0'11406,"-46"10"-11348,1-2-61,0 3 0,-54 20 1,95-29 0,0-1 0,1 1 0,-1 1 0,0-1 0,1 0 0,-1 1 0,1 0 0,0 0 0,0 0 0,0 0 0,0 0 0,0 1 1,1-1-1,0 1 0,-1 0 0,1-1 0,1 1 0,-3 7 0,2-2-1,0 0 1,1 0-1,0 0 0,1 1 1,0-1-1,2 11 0,-1 5 4,-1-20 0,0 20-17,0 0 0,9 48 1,-8-66 4,1 1 1,1 0-1,-1-1 1,1 0 0,1 1-1,-1-1 1,1 0-1,0-1 1,1 1-1,0-1 1,0 0 0,0 0-1,8 7 1,-2-5-8,1 1 0,0-2 0,0 0 0,1 0 0,0-1 0,0 0 0,0-1 0,1-1 0,20 4 0,-16-4 10,1-2 1,-1 0-1,1-1 0,0-1 1,-1 0-1,32-6 0,-42 4 8,-1 0-1,0 0 0,-1 0 0,1-1 0,0 0 1,-1 0-1,1-1 0,-1 1 0,0-2 0,0 1 0,0-1 1,-1 1-1,0-1 0,0-1 0,0 1 0,0-1 1,-1 0-1,0 0 0,0 0 0,-1-1 0,0 1 0,4-11 1,-2 0 32,0 0-1,-1-1 1,-1 1 0,0-1 0,-1 0 0,-2 0 0,1 1 0,-4-20 0,2 28-21,-1-1 1,0 0 0,-1 1 0,0 0-1,0 0 1,-1 0 0,0 0 0,-1 0-1,0 1 1,0-1 0,-1 1 0,0 1-1,-1-1 1,1 1 0,-1 0 0,-1 1-1,1 0 1,-10-6 0,2 2 23,0 1-1,0 0 1,-1 2 0,0 0 0,0 0-1,-1 1 1,0 2 0,0-1 0,-26-2-1,20 5 32,-1 0-1,-39 4 0,54-1-66,-1 0 0,0 1-1,1 0 1,0 1 0,-1 0-1,1 0 1,1 1 0,-1 1-1,-10 6 1,9-5-12,1 1 0,0 1 0,0 0 0,1 0 1,0 1-1,0 0 0,1 0 0,0 0 0,1 1 0,0 0 0,0 1 0,1-1 1,-5 17-1,4-4-205,0 1 0,2 0 0,0 0 1,2 0-1,0 37 0,2-49-133,1 0 0,0-1 0,0 1 1,1 0-1,6 19 0,-5-25 64,-1 0 1,0-1-1,1 1 1,0-1-1,1 0 0,-1 0 1,1 0-1,0 0 1,0 0-1,0-1 1,1 0-1,6 4 0,25 12-3672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5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4561,'0'0'7932,"-3"48"-7260,-1 0-607,-3 65 99,7 139 0,21 23 359,6 135 633,-21 78 496,-4-75-1116,-2-401-608,0 1 0,1 0 0,0-1 0,1 1 0,0-1 0,1 1 0,0-1 0,10 23 0,-12-33-10,0 0-1,0 0 1,1-1-1,-1 1 1,1 0 0,-1 0-1,1-1 1,-1 1-1,1-1 1,0 1 0,0-1-1,0 0 1,-1 0 0,2 0-1,-1 0 1,0 0-1,0 0 1,0 0 0,0-1-1,0 1 1,1-1-1,-1 1 1,0-1 0,0 0-1,1 0 1,-1 0 0,0 0-1,0-1 1,1 1-1,-1-1 1,0 1 0,0-1-1,0 0 1,3-1-1,2-1-419,1-1-1,-1 0 0,0-1 0,-1 0 1,1 0-1,-1 0 0,11-13 0,36-42-4959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5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0 6905,'0'0'4001,"0"262"-2712,0-123-193,-6 16-480,6-4-336,-6-5-184,-6-19-96,12-15-120,0-41-1408,0-39-2641</inkml:trace>
  <inkml:trace contextRef="#ctx0" brushRef="#br0" timeOffset="1">0 480 7682,'0'0'8914,"273"4"-8914,-89-4-16,-24-12-1681,-24-3-4184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6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532 0 4729,'0'0'10440,"-61"4"-10367,-189 19-20,238-21-46,1 0-1,0 0 1,0 1 0,0 1-1,0 0 1,0 0-1,-11 7 1,17-7-1,0 0 1,0 0-1,0 0 0,0 1 1,1 0-1,-1 0 0,-3 7 1,-5 4 12,4-5-4,0 0 0,1 1 0,1 0 0,0 0 0,-8 20 0,13-27-21,0 0 0,0 0 0,1 0 0,0 0 0,0 0 0,0 1 0,1-1 0,0 0 0,0 1 0,0-1 0,0 0 0,1 0 0,0 1 0,0-1-1,0 0 1,1 0 0,3 8 0,-2-8 1,0-1 0,1 1 0,0-1 0,-1 1 0,1-1 0,0-1 0,1 1 0,-1 0 0,1-1 0,6 4 0,58 26-19,-62-30 19,182 66-93,35 17-202,-209-79 213,0 0 0,-1 1 1,24 18-1,-34-22 48,0-1 0,0 1 0,0 0 1,-1 0-1,0 0 0,0 1 0,0-1 0,0 1 0,-1 0 0,1-1 1,-1 1-1,0 0 0,-1 0 0,1 1 0,0 5 0,-1-5-13,0 0 0,-1 0 0,1 0-1,-1 0 1,-1 0 0,1 0 0,-1 0-1,-2 9 1,2-12 50,0 0 0,-1 0-1,1 0 1,-1-1 0,0 1 0,0 0-1,0-1 1,0 0 0,0 1 0,0-1-1,-1 0 1,1 0 0,-1 0 0,0 0-1,1-1 1,-1 1 0,-4 1 0,-13 5 50,0 0 1,0-1 0,-1-2 0,0 0 0,-1-1-1,-25 1 1,-134-1 381,121-4-177,57 0-237,1 0 1,0 0 0,0 0-1,0 0 1,0 0-1,0 0 1,0 0-1,0-1 1,-1 1 0,1-1-1,0 1 1,0-1-1,0 0 1,1 0 0,-1 0-1,0 0 1,0 0-1,0 0 1,1-1 0,-1 1-1,-2-3 1,3 1-36,0-1 1,0 1-1,0-1 1,0 0-1,0 1 1,1-1-1,0 0 0,0 0 1,0 1-1,0-5 1,0-1-89,1 3 25,0 0 0,0 0 1,0 1-1,1-1 0,-1 1 0,2-1 0,-1 1 0,0 0 0,1 0 0,0 0 0,0 0 0,1 0 0,-1 0 0,1 1 0,7-7 0,11-9-621,47-33 1,-38 31 38,121-84-3279,38-29-1468,-185 131 5505,0 0 0,1 0 0,0 0 1,-1 0-1,11-4 0,-15 8-35,0 0 0,0-1 0,0 1 0,1 0 0,-1-1 0,0 1 0,0 0 0,0 0 0,0 0 0,0 0 0,0 0 0,0 1 0,0-1 0,1 0 0,-1 0 0,0 1 1,0-1-1,0 0 0,0 1 0,0-1 0,0 1 0,0 0 0,0-1 0,-1 1 0,1 0 0,0-1 0,0 1 0,0 0 0,-1 0 0,1 0 0,0 0 0,-1-1 0,1 1 0,-1 0 0,1 0 0,-1 0 0,1 1 0,-1-1 0,0 0 0,0 0 0,1 2 0,53 215 4539,4 16-1370,-56-230-3196,18 51 228,-19-52-255,1 1 0,0-1 0,0 1 0,0-1 0,0 0 0,1 0-1,-1 0 1,1 0 0,0 0 0,-1-1 0,1 1 0,5 2 0,-2-3-180,0 0-1,0-1 1,1 0-1,-1 0 0,0 0 1,1 0-1,-1-1 1,1 0-1,-1-1 1,0 1-1,1-1 1,8-3-1,26-16-3853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6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7298,'0'0'3832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6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5145,'0'0'5061,"0"47"-3699,-1 2-1029,13 256 1178,-10-287-1417,20 154 743,-17-143-703,2 0-1,1 0 1,19 46 0,-27-72-135,1-1 0,0 0 0,0 1-1,0-1 1,0 0 0,0 1 0,1-1 0,-1 0 0,1 0 0,-1 0 0,1 0 0,0 0 0,0-1-1,0 1 1,0 0 0,0-1 0,0 1 0,0-1 0,1 0 0,-1 0 0,0 0 0,4 1 0,-5-2 5,0 0 1,0 1 0,0-1 0,-1 0 0,1 0-1,0 0 1,0 0 0,0-1 0,0 1 0,0 0-1,0 0 1,0 0 0,-1-1 0,1 1 0,0-1 0,0 1-1,0 0 1,0-1 0,-1 1 0,1-1 0,0 0-1,-1 1 1,1-1 0,0 1 0,-1-1 0,1 0-1,0 0 1,10-27 281,-7 17-160,16-54 173,-3-1 0,-3-1 0,10-110 1,-23 138-210,11 68-799,46 125 481,20 46 280,-69-180-361,1-1 1,0-1-1,2 0 1,0-1-1,1 0 1,0 0-1,2-2 1,21 20-1,11-4-3665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7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5097,'0'0'8707,"0"0"-8735,-1 0 1,1 1-1,-1-1 0,1 0 0,-1 0 0,1 0 0,-1 0 1,1 0-1,0 1 0,-1-1 0,1 0 0,-1 0 0,1 1 1,0-1-1,-1 0 0,1 1 0,-1-1 0,1 0 0,0 1 1,-1-1-1,1 1 0,0-1 0,-1 1 0,9 1-68,1-1 1,-1 0-1,0-1 0,0 0 0,0 0 1,9-2-1,11 1 81,-19 1 14,-1 0 0,1 0-1,-1 1 1,1 0 0,-1 1 0,0 0 0,14 4 0,-18-3 4,0-1-1,-1 0 1,1 1-1,0 0 1,-1-1-1,1 1 1,-1 1 0,0-1-1,0 0 1,0 1-1,-1 0 1,1 0-1,-1-1 1,0 2-1,0-1 1,2 5-1,0 5 36,-1 0-1,0 0 1,0 0-1,-2 1 1,0-1-1,0 0 1,-3 23-1,1 2 110,1-24-61,-1 1 0,-1-1-1,-1 1 1,0-1 0,-1 0 0,-1 0-1,0 0 1,-13 24 0,-7 5 170,-41 57 0,37-60 305,-33 61 1,60-94-531,31-6-408,208-2-3159,-153 0-1328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7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0 1776,'0'0'5999,"-3"36"-4247,-9 119-99,10-136-1391,1-1 1,1 0-1,0 1 1,1-1-1,2 0 1,-1 0 0,9 27-1,-7-37-201,0 1-1,0-1 1,1-1-1,0 1 1,1-1-1,0 1 1,0-1-1,0-1 1,1 1-1,0-1 1,0-1-1,0 1 1,16 8-1,-11-7 16,0-1 1,1 0-1,-1-1 0,1 0 0,0-1 1,0 0-1,1-1 0,-1-1 1,0 0-1,1 0 0,0-2 1,-1 0-1,1 0 0,23-5 0,-27 3-29,0 0 0,-1-1 0,1 0-1,-1-1 1,1 0 0,-1 0 0,0-1-1,-1 0 1,1-1 0,-1 0-1,0 0 1,0-1 0,-1 0 0,0 0-1,0-1 1,-1 0 0,0 0 0,0 0-1,-1-1 1,5-9 0,-5 3 82,0 0 0,-1 0 0,0 0 0,-1 0 0,-1 0 0,-1-1 0,0 1 0,0-1 0,-2 1 0,0-1 0,-5-21 0,5 30-60,-1 1-1,-1-1 1,1 0 0,-1 1-1,0 0 1,-1 0 0,1 0-1,-1 0 1,-1 0 0,1 1-1,-1 0 1,0-1 0,0 2-1,0-1 1,0 1 0,-1 0-1,0 0 1,0 0 0,0 1-1,-1 0 1,1 0 0,-11-3-1,-5 0 22,0 0 0,0 1 0,0 2 0,-1 0 0,-39 1 0,50 2-133,1 0 1,0 0-1,-1 1 0,1 1 0,-1 0 0,1 1 1,0 0-1,0 0 0,1 1 0,-1 1 0,1 0 1,0 0-1,0 1 0,0 0 0,1 1 0,0 0 0,0 0 1,1 1-1,-10 11 0,7-5-112,0 0-1,1 0 1,1 1 0,1 0-1,0 0 1,1 1 0,0 0-1,1 1 1,-3 18-1,2 0-745,2 0-1,1 0 0,2 48 0,2-81 789,0 0-1,0-1 1,0 1-1,0-1 1,0 1 0,0 0-1,1-1 1,-1 1-1,0-1 1,1 1 0,-1-1-1,1 1 1,0-1 0,0 1-1,-1-1 1,1 0-1,0 1 1,0-1 0,0 0-1,1 0 1,-1 1-1,0-1 1,2 1 0,-1-1-13,0-1 0,0 1 0,1 0 0,-1-1 0,0 1 0,0-1 0,1 0 0,-1 0 0,0 1 0,1-2 0,-1 1 0,0 0 0,1 0 0,2-2 0,5 0-347,-1-2 0,-1 1 0,1-1 0,0 0 1,-1-1-1,0 0 0,14-11 0,43-50-4716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8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 4305,'0'0'7466,"-42"309"-6330,42-86-240,0 58-8,-6 17-192,-17-16-40,-1-64-151,0-63-97,12-44-232,1-28-152,5-3-24,6-17-296,-6-15-889,0-48-511,0-36-1201,-12-27-3952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29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407 212 3425,'0'0'3761,"-53"1"-2042,-165 2-34,83-3 2533,1367-12-4209,-1148 10-8,1042-35 15,15-26 65,1108-36-130,-2010 97 49,662 6-7,-604 13-41,-139-2-26,0 7 0,-1 6 0,167 54 0,-66 11-121,-253-91 217,0 0-1,0 0 0,1 0 1,-1 0-1,0-1 0,1 0 1,-1 0-1,10 0 0,-13-7 446,2-15-359,1 1 0,2-1 0,0 1 0,1 0 0,18-33 0,-16 42-96,-3 12 18,1 21 51,-7-17-66,21 108 667,8 119 0,-24-120-1637,-18-143-8954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30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72 2905,'0'0'12833,"-10"-12"-12336,-29-36-351,29 36-257,12 27-177,-1-11 287,2-1 0,-1 1-1,0 0 1,1-1 0,-1 1 0,1-1-1,0 0 1,0 0 0,0 0 0,1 0-1,-1-1 1,1 1 0,-1-1 0,1 0-1,0 0 1,0 0 0,5 1 0,11 7 14,134 69 461,288 103 1,199 0 207,-342-120-498,77-3 15,732 58-74,23-41-24,-226-17-70,-436-22-63,805 39-155,-1162-75 161,615-3-265,-211-55-82,-471 51 375,355-62 1,-10-37-146,-376 101 119,109-44-197,-111 42 211,1-1 1,-1 0 0,-1 0-1,1-1 1,-1-1 0,-1 0-1,12-12 1,-19 17 29,-1 1 0,1-1 1,-1 0-1,0 0 0,0 1 1,0-1-1,-1-1 0,1 1 0,-1 0 1,0 0-1,0-1 0,-1 1 0,1 0 1,-1-1-1,0 1 0,-1-9 1,1 3 81,0 10-97,-1-1 0,1 1 0,0-1 0,-1 1 0,1-1 0,0 1 0,-1-1 0,1 1 0,-1 0 1,1-1-1,-1 1 0,1-1 0,0 1 0,-1 0 0,0-1 0,1 1 0,-1 0 0,1 0 0,-1 0 0,1-1 1,-1 1-1,1 0 0,-1 0 0,0 0 0,1 0 0,-1 0 0,0 0 0,-27-3-276,9 2-308,-147-24-5669,91 14 2497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31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1 454 7538,'0'0'10510,"2"-8"-10199,0 0-301,0 1 1,1 0 0,0 0-1,1 0 1,-1 0-1,1 0 1,9-10 0,44-45 13,-14 15-5,-38 42-13,43-50 49,-2-2 0,60-95 1,-101 163-599,0 0 0,-1 1 1,0 0-1,3 20 0,0-5 432,18 60 65,-5 1 1,-3 1-1,-4 0 1,1 110-1,-13-181-68,-1-13 44,0 0 0,0 0 0,0 0 0,0 0 0,-2 8 0,1-12 56,1 1 1,-1-1-1,0 1 1,1-1-1,-1 0 1,0 1-1,0-1 1,0 0-1,0 1 1,0-1-1,0 0 1,-1 0-1,1 0 1,0 0-1,-1 0 1,1 0 0,0 0-1,-1-1 1,1 1-1,-1-1 1,-2 2-1,-17 2 12,0 0 0,0-2 0,0 0 0,-1-2 0,-30-2 0,3 1 200,-69 1 2282,116 0-2019,8 0-362,584 0-950,-567 0 584,-6 1-394,-1-1 1,1-1 0,0 0 0,0-2 0,17-4-1,11-14-4338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31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4353,'0'0'9562,"255"-20"-8930,-142 8-352,11 0-232,-11 4-48,-7 0-152,-11 4-632,-24 4-720,-23 0-1257,-30 8-2456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51:32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6769,'0'0'9578,"272"-56"-9377,-135 24-201,5 9-16,24 23-729,-42 19-1495,-35 33-4105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20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6465,'0'0'12112,"-7"0"-11491,4 0-609,6 0 178,380 14 820,10 0-458,-326-12-493,-31-1 86,69-5 0,-105 4-192,0 0 0,1 0 0,-1 1 1,0-1-1,1 0 0,-1 0 0,0 0 0,1 0 0,-1 0 0,1 0 0,-1 0 0,0 0 0,1 0 0,-1 0 0,0 0 1,1-1-1,-1 1 0,0 0 0,1 0 0,-1 0 0,0 0 0,1-1 0,-1 1 0,0 0 0,1 0 0,-1 0 0,0-1 1,0 1-1,1 0 0,-1-1 0,0 1 0,0 0 0,0 0 0,1-1 0,-1 1 0,0 0 0,0-1 0,0 1 0,0 0 1,0-1-1,0 1 0,0-1 0,0 1 0,0 0 0,0-1 0,0 0 0,-16-5-7030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20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6769,'0'0'11059,"403"0"-10699,-296 0-40,-12 0-72,-6-8-240,-24 4 80,-12 0-88,-11 4-336,-19-8-1072,-11 0-2737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1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1778 5249,'0'0'10406,"-4"-7"-10323,-16-26-595,21 57 143,3-1 344,1 0 1,1 0 0,0-1-1,2 0 1,14 28 0,4 14 21,21 71 60,-6 2 0,35 218 0,2 285 75,-66-522-108,-6-48-38,3 0 0,35 132 0,-40-190-32,-4-9 28,1-1 1,0 1-1,-1-1 1,1 1 0,0-1-1,0 0 1,0 1-1,1-1 1,-1 0 0,1 0-1,-1 0 1,1 0 0,0 0-1,2 3 1,-4-5 18,0 0 1,1 0-1,-1 0 0,0 0 1,0 0-1,1 0 0,-1 0 1,0 0-1,0 0 1,0 0-1,1 0 0,-1 0 1,0 0-1,0 0 1,0 0-1,1-1 0,-1 1 1,0 0-1,0 0 0,0 0 1,1 0-1,-1 0 1,0 0-1,0-1 0,0 1 1,0 0-1,1 0 1,-1 0-1,0 0 0,0-1 1,0 1-1,0 0 0,0 0 1,0 0-1,0-1 1,0 1-1,1 0 0,-1 0 1,0 0-1,0-1 1,0 1-1,0 0 0,0 0 1,0 0-1,0-1 0,0 1 1,0 0-1,0 0 1,-1-1-1,1 1 0,0 0 1,0 0-1,0-1 0,5-27 420,3-50 0,-1 6-142,35-228-58,134-482 0,168-282-275,-213 715-29,49-146 58,-139 360-791,43-245-1,-77 307-41,-9 102 49,-2 0 0,-1 0 0,-2-1 1,-10 32-1,-19 57-2424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2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1 741 4761,'0'0'7799,"54"-49"-7680,179-164-119,-187 171-144,-2-1 1,73-97-1,-98 117 143,-1-2-1,-1 0 1,-1-1 0,-1-1-1,-2-1 1,-1 1 0,11-37-1,-23 64-1,0-1 0,0 1-1,1-1 1,-1 1 0,0-1 0,0 1-1,1-1 1,-1 1 0,0-1 0,1 1-1,-1 0 1,0-1 0,1 1-1,-1 0 1,1-1 0,-1 1 0,1 0-1,-1-1 1,1 1 0,-1 0 0,1 0-1,-1 0 1,1-1 0,-1 1-1,1 0 1,-1 0 0,1 0 0,-1 0-1,1 0 1,-1 0 0,1 0-1,0 0 1,-1 0 0,1 0 0,-1 1-1,1-1 1,-1 0 0,1 0 0,-1 0-1,1 1 1,-1-1 0,1 0-1,-1 1 1,0-1 0,1 1 0,22 17-798,-8 5 709,-1-1-1,-1 2 0,-1 0 1,-2 0-1,0 1 0,-1 0 1,-2 1-1,6 33 0,1 35 192,2 94-1,-13-148-150,2 134-3009,-5-104-1362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2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2697,'0'0'12186,"314"0"-11962,-190 0-224,-5 0-72,11 0-664,-35 12-1272,-18 8-2577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3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546 52 800,'0'0'8938,"-6"238"-7466,0-135-575,6 5-545,-6-5-240,0-4-112,0-16-152,6-23-1137,0-28-1295</inkml:trace>
  <inkml:trace contextRef="#ctx0" brushRef="#br0" timeOffset="1">0 48 6857,'0'0'10427,"403"-4"-10539,-219-4 216,0-4-104,23 0-568,-47 5-1513,-41 3-2936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3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1069 1 3425,'0'0'13557,"-44"51"-13482,-139 183-87,167-210 7,3 0 0,0 1 0,1 0 0,1 1 0,2 1 0,-9 37 0,-36 193-9,-24 550-2,66 17 22,12-769-10,1 124 42,-32 265 0,25-404-73,-2-1 1,-2 1-1,-2-1 0,-1-1 0,-2 0 0,-1-1 0,-30 49 0,33-66 37,0-1 0,-2 0 0,0-1 0,-1-1-1,0 0 1,-2-1 0,0-1 0,-1-1 0,0 0 0,-1-2-1,0 0 1,-1-1 0,-42 15 0,38-18 34,0-1-1,-42 5 1,20-9-4639,67-3-2337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4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0 3185,'0'0'10941,"-12"48"-11044,-83 318 103,24-121 342,-69 307 599,133-498-949,2 0 0,3 61 0,2-111-5,-1-1-1,2 1 1,-1 0 0,0-1-1,1 1 1,-1-1-1,1 1 1,0-1 0,0 0-1,1 1 1,-1-1 0,3 4-1,-2-5-25,-1 0-1,1 0 0,0-1 1,0 1-1,0-1 0,0 1 0,0-1 1,1 0-1,-1 0 0,0 0 1,0 0-1,1 0 0,-1-1 1,1 1-1,-1-1 0,0 1 0,5-1 1,2 1-186,-1 0 0,1-1 0,-1 0 0,1 0 0,0-1 0,-1 0 0,1 0 0,-1-1 0,0 0 0,1-1 0,-1 0 0,0 0 0,-1-1 0,1 0 0,-1 0 0,1-1 0,9-8 0,27-29-4206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4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7090,'0'0'6321,"391"-24"-8394,-314 32-903,-18 12-3890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4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2473,'0'0'8265,"34"31"-7802,-34-31-463,148 125 411,-143-122-391,-1 0-1,0 1 1,1-2 0,-1 1 0,1 0 0,0-1 0,0 0-1,0 0 1,0 0 0,0-1 0,0 0 0,1 0 0,-1 0-1,10 0 1,-9-1 28,0-1 0,0 1 0,0-1 0,-1 0 0,1 0 0,0-1 0,-1 1 0,1-1 0,-1-1 0,0 1 0,0-1 0,0 0 0,0 0 0,0 0 0,0-1 0,-1 0 0,0 0 0,0 0-1,0 0 1,0 0 0,0-1 0,-1 0 0,0 0 0,0 0 0,-1 0 0,4-9 0,-1 0 104,0 0 0,-2 0 0,1 0 0,-2-1 0,0 0 0,-1 1-1,0-1 1,-1 0 0,-3-22 0,2 33-81,0 0 0,0 0 0,0 0 0,0 0 0,0 1 0,-1-1 0,0 0-1,0 1 1,0-1 0,0 1 0,0-1 0,-1 1 0,0 0 0,1 0 0,-1 0 0,0 0 0,0 1 0,-1-1-1,1 1 1,-1 0 0,1 0 0,-1 0 0,1 0 0,-8-2 0,-2 0 60,-1 1 0,0 0 0,0 1 0,1 1 0,-27-1 0,37 2-182,1 0-1,-1 0 1,0 0-1,1 0 1,-1 1-1,1-1 1,-1 1-1,1-1 1,-1 1-1,1 0 1,-1 0-1,1 0 1,-1 0-1,1 0 1,0 1-1,0-1 1,0 1-1,0-1 1,-3 4-1,3-1-152,0-1 0,0 1 1,0 0-1,1-1 0,0 1 0,0 0 0,0 0 0,0 0 0,0 0 0,1 0 0,0 6 1,-1 34-3146,1-4-1899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5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0 4001,'0'0'11316,"-8"20"-11554,-90 263 225,94-272 12,-96 336 388,85-280-321,3 0 0,3 0 0,0 89-1,9-147-114,0 1 0,1-1-1,0 1 1,0-1-1,1 1 1,0-1 0,7 15-1,-8-20-20,2 0 0,-1 0 0,0 0 0,1 0-1,0-1 1,0 1 0,0-1 0,0 0 0,0 0 0,1 0 0,0 0-1,-1 0 1,1-1 0,0 1 0,0-1 0,0 0 0,8 2 0,3-1-611,1 0 1,0-1-1,0-1 1,31-1-1,-27 0-389,35 0-2866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5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2633,'0'0'10650,"255"0"-12411,-166 0-1007,-18 4-2697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6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1144,'0'0'7870,"25"25"-7773,84 72-59,-107-95-33,0 0 1,0 0-1,0 0 0,0-1 1,0 1-1,0-1 1,1 1-1,-1-1 1,0 0-1,1 0 1,-1 0-1,1 0 0,-1-1 1,1 1-1,0-1 1,-1 1-1,1-1 1,0 0-1,-1 0 1,1 0-1,3-1 0,-4 0 8,0 0 0,0-1 0,0 1-1,-1 0 1,1-1 0,-1 1-1,1-1 1,-1 1 0,1-1-1,-1 0 1,0 0 0,0 0-1,0 0 1,1-3 0,1 1 30,0-4 77,0 0 1,0 0-1,-1 0 1,0 0-1,-1-1 1,0 1-1,0 0 0,0-1 1,-1 1-1,-2-12 1,2-4 374,0 21-424,-1 0-1,1 0 0,0 0 0,-1 0 0,0 0 0,0 1 0,0-1 1,0 0-1,0 0 0,0 1 0,-1-1 0,1 1 0,-1-1 1,0 1-1,1-1 0,-1 1 0,0 0 0,-1 0 0,1 0 0,0 0 1,-1 1-1,1-1 0,-1 0 0,1 1 0,-1 0 0,0 0 0,1 0 1,-1 0-1,0 0 0,-4-1 0,-9-1 60,-1 0 0,1 1-1,-1 1 1,-19 1 0,33 0-174,0 0 1,1 0 0,-1 0 0,1 1 0,-1-1-1,1 1 1,-1 0 0,1 0 0,-1-1-1,1 2 1,-1-1 0,1 0 0,0 0-1,0 1 1,-1-1 0,1 1 0,0 0 0,1 0-1,-1 0 1,0 0 0,0 0 0,1 0-1,-1 0 1,1 0 0,0 1 0,0-1-1,-2 4 1,0 4-282,1-1 1,0 0-1,0 1 0,1-1 1,0 1-1,1 13 0,-1-20 148,1 0-1,0 0 0,0 0 0,1 0 1,-1 0-1,1 0 0,-1 0 1,1 0-1,0 0 0,0 0 1,2 3-1,-1-3-171,2 0 0,-1 0 0,0 0 0,0 0-1,1 0 1,0-1 0,7 4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6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1 312,'0'0'9026,"-6"250"-8826,6-167-32,0 1-40,-6-13-8,0-15-120,6-33-704,0-15-1112</inkml:trace>
  <inkml:trace contextRef="#ctx0" brushRef="#br0" timeOffset="1">0 314 3793,'0'0'6457,"184"8"-6457,-72-8-472,-17 0-1224,-6 0-3025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6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44 800,'0'0'6474,"18"274"-5490,-18-187-216,0-4-240,0-7-216,0-13-160,0-23-152,0-16-984</inkml:trace>
  <inkml:trace contextRef="#ctx0" brushRef="#br0" timeOffset="1">1 36 7298,'0'0'8065,"350"0"-7105,-202 0-479,0-4-337,-12-12-96,-17 4-48,-25 8-929,-22 4-1271,-31 0-2401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7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2 505 7226,'0'0'7843,"-1"8"-7815,0 3-66,1 1 1,1-1-1,0 0 1,1 0 0,0 0-1,0-1 1,1 1-1,7 17 1,48 93 106,-28-59-33,275 516 376,-296-563-406,18 26 2,-26-39-8,1 0 0,0 0 0,0-1 0,0 1 0,0 0 0,0-1 0,0 1 0,0-1 0,1 1 0,-1-1 0,0 0 0,1 0 0,-1 0 0,6 1 0,-8-2 8,1 0 0,-1 0-1,1 0 1,0 0-1,-1 0 1,1 0 0,0-1-1,-1 1 1,1 0-1,0 0 1,-1 0 0,1 0-1,-1-1 1,1 1 0,0 0-1,-1-1 1,1 1-1,-1 0 1,1-1 0,-1 1-1,1-1 1,-1 1 0,0-1-1,1 1 1,-1-1-1,1 1 1,-1-1 0,1 0-1,6-22 328,-5 13-165,129-562 995,-75 314-1163,99-276 0,-153 528-32,-1 0 0,2 0 0,-1 0-1,1 0 1,0 1 0,0-1 0,0 1 0,7-8-1,-10 13-16,0-1 1,0 1-1,0 0 0,1 0 0,-1-1 0,0 1 0,1 0 0,-1 0 0,0-1 1,0 1-1,1 0 0,-1 0 0,0 0 0,1 0 0,-1-1 0,1 1 0,-1 0 0,0 0 1,1 0-1,-1 0 0,0 0 0,1 0 0,-1 0 0,1 0 0,-1 0 0,0 0 1,1 0-1,-1 0 0,0 0 0,1 1 0,-1-1 0,0 0 0,1 0 0,-1 0 1,1 1-1,6 13-1695,-3 25-1349,-4-36 2735,1 55-3721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8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7 820 432,'0'0'10804,"-1"-39"-10390,-1-2-361,0 6-15,1 0 1,1 0-1,2 0 0,2 0 1,10-44-1,97-279 568,-107 345-592,19-47 31,-20 56-46,-1-1 0,1 1 0,-1-1 0,1 1 0,1 0 0,-1 0 0,1 0 0,-1 1 0,8-6 0,-10 8-15,1 0 0,-1 0 1,1 0-1,0 0 0,-1 0 0,1 1 1,0-1-1,0 1 0,0-1 0,-1 1 1,1 0-1,0 0 0,0 0 0,0 0 1,-1 0-1,1 0 0,0 0 0,0 1 0,0-1 1,-1 1-1,1-1 0,0 1 0,0-1 1,-1 1-1,1 0 0,-1 0 0,1 0 1,-1 0-1,1 0 0,-1 0 0,1 1 0,-1-1 1,0 0-1,0 1 0,0-1 0,2 3 1,2 4-64,0 0 0,0 0 0,-1 0 0,0 1-1,5 13 1,0 10 77,-1 1 0,-1 0-1,4 67 1,-8 107 492,-4-127-148,0-23-46,-1-33-5,2 1 1,4 39-1,-4-64-284,0 0 0,0 1 0,0-1 0,0 1 0,1-1 0,-1 0 0,0 1 1,0-1-1,0 1 0,0-1 0,1 0 0,-1 1 0,0-1 0,0 0 0,1 1 0,-1-1 0,0 0 0,1 0 1,-1 1-1,0-1 0,1 0 0,-1 0 0,0 0 0,1 1 0,-1-1 0,1 0 0,-1 0 0,0 0 0,1 0 0,-1 0 1,1 0-1,-1 0 0,0 0 0,1 0 0,-1 0 0,1 0 0,-1 0 0,0 0 0,1 0 0,-1 0 0,1 0 0,-1 0 1,0 0-1,1 0 0,-1-1 0,1 1 0,-1 0 0,0 0 0,1-1 0,-1 1 0,0 0 0,0 0 0,1-1 0,-1 1 1,0 0-1,0-1 0,1 1 0,-1 0 0,0-1 0,0 1 0,0-1 0,1 1 0,-1-1 0,15-20 212,-2-1 0,0-1 0,-1 0 0,14-41 0,2-2-216,98-203-791,-120 255 710,14-25-70,-19 38 136,0 0-1,0-1 0,0 1 0,0 0 0,0 0 1,0-1-1,0 1 0,0 0 0,0 0 1,1 0-1,-1 0 0,0 0 0,1 1 1,-1-1-1,1 0 0,-1 1 0,1-1 1,-1 1-1,1-1 0,1 1 0,-2 0 6,-1 0-1,0 0 0,1 0 0,-1 0 0,0 0 1,1 0-1,-1 0 0,0 0 0,1 0 1,-1 0-1,0 0 0,0 1 0,1-1 0,-1 0 1,0 0-1,1 0 0,-1 1 0,0-1 1,0 0-1,0 0 0,1 1 0,-1-1 1,0 0-1,0 0 0,0 1 0,1-1 0,-1 0 1,0 1-1,0-1 0,0 0 0,0 1 1,0-1-1,0 0 0,0 1 0,7 23-1,-1 1 0,-2-1 1,0 1-1,0 45 0,0-9 257,-2-28-125,-2-22-77,0 0 0,1 1 1,1-1-1,0 0 0,0 0 1,8 18-1,-10-28-44,1 0-1,-1 0 1,1 0-1,-1-1 0,1 1 1,-1 0-1,1-1 1,0 1-1,0 0 1,-1-1-1,1 1 1,0-1-1,0 1 1,0-1-1,-1 1 1,1-1-1,0 0 1,0 0-1,0 1 1,0-1-1,0 0 1,0 0-1,0 0 1,0 0-1,0 0 1,0 0-1,-1 0 1,1 0-1,0 0 1,0 0-1,0-1 1,0 1-1,0 0 1,0-1-1,0 1 1,-1 0-1,1-1 1,1-1-1,4-1 7,-1 0-1,0 0 0,0-1 0,8-8 1,15-20 47,38-54 1,-3 2-505,-46 62 209,-10 13 98,1-1 0,0 1 0,0 0 0,1 1 0,17-13 0,-25 20 140,-1 0 0,1 1 0,0-1 0,0 1 0,0-1 0,-1 1 0,1-1 0,0 1 1,0-1-1,0 1 0,0 0 0,0 0 0,0-1 0,0 1 0,0 0 0,0 0 0,0 0 0,0 0 0,0 0 0,0 0 0,0 1 0,0-1 0,0 0 0,0 0 0,-1 1 0,1-1 0,0 1 0,0-1 0,0 0 1,0 1-1,0 0 0,-1-1 0,1 1 0,0-1 0,0 1 0,-1 0 0,1 0 0,0-1 0,-1 1 0,1 0 0,0 1 0,1 3 52,0 0 0,0 1 0,-1-1 0,0 1 0,2 9 0,-3-11-24,4 42 479,-2 79-1,-3-83-664,1 1-1,8 48 0,-8-89-82,0 0 0,1 0 0,-1 0 0,1 0 0,-1 0 0,1 0 0,0 0 0,-1 0 0,1 0 0,2 2 0,13 0-6290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39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2713,'0'0'12549,"22"-19"-12552,75-61-350,-90 75 254,1 0-1,0 1 1,0 0 0,0 0-1,1 1 1,0 0 0,-1 0 0,1 1-1,0 0 1,0 0 0,0 1 0,0 1-1,0-1 1,0 2 0,16 1-1,-14-2 22,-9 1 65,-1-1 1,1 0 0,0 0-1,-1 1 1,1-1-1,0 1 1,-1-1 0,1 1-1,-1 0 1,1 0-1,-1 0 1,1 0 0,-1 0-1,1 0 1,-1 0-1,0 0 1,0 0 0,1 1-1,-1-1 1,0 0-1,1 3 1,0 0 2,0 0-1,0 0 1,-1 1-1,1-1 1,-1 1 0,0-1-1,0 1 1,0 5 0,-1 4 30,0 0 1,0 1 0,-2-1-1,-5 28 1,2-25 22,-1 0 0,0 0-1,-2 0 1,-13 23 0,-47 63 300,41-64-185,-1 3 48,-1-2 350,2 2 0,-30 63 0,50-78-36,7-26-504,0 0 0,1 0 0,-1-1 0,0 1 0,0 0 1,0-1-1,1 1 0,-1 0 0,0-1 0,0 1 0,1 0 0,-1-1 0,1 1 1,-1-1-1,1 1 0,-1 0 0,1-1 0,-1 1 0,1-1 0,0 1 0,3 1 15,0-1 0,-1 0 0,1-1 0,0 1 0,0 0 0,-1-1 0,1 0 0,0 0-1,5-1 1,1 1-3,193 0 105,-68 0-3199,-61 0-2759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0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3 1488,'0'0'13859,"-57"-2"-13624,-180 3-219,229-1-19,1 1-1,-1 0 1,1 1 0,-1 0-1,1 0 1,0 0 0,-8 4-1,12-4 2,0 0-1,1 0 0,-1 0 1,0 1-1,1-1 0,-1 0 1,1 1-1,0 0 0,-3 3 1,-3 7 2,0 1 0,2 0 1,-1 0-1,2 0 0,-1 0 1,2 1-1,0 0 1,-3 25-1,5-18 2,0-1 1,2 1-1,0-1 0,2 0 1,6 37-1,-5-48-8,0 1 1,1-1-1,1 0 0,0 0 1,0 0-1,0-1 0,2 0 1,-1 0-1,1 0 0,0-1 1,1 0-1,0 0 0,0-1 1,1 0-1,0 0 0,0-1 1,12 6-1,1 0-105,0-2-1,0 0 1,1-2 0,0 0-1,0-2 1,47 7-1,-31-8-199,0-1 0,0-3-1,1-1 1,-1-2-1,65-11 1,-88 9 113,0 0 1,0-1-1,-1-1 1,0 0-1,0-1 1,28-18-1,-34 19 62,0-1-1,-1-1 1,0 0 0,0 0-1,0 0 1,-1-1 0,0 0-1,-1-1 1,0 1-1,0-1 1,4-12 0,-7 12 85,0 1 0,0 0 0,-1-1 0,0 0 0,-1 1 0,0-1 0,-1-19-1,0 27 57,0 2-3,0-1 1,0 1-1,0 0 1,0 0-1,-1 0 0,1 0 1,0-1-1,0 1 1,0 0-1,0 0 1,0 0-1,0 0 1,0 0-1,0-1 1,-1 1-1,1 0 1,0 0-1,0 0 1,0 0-1,0 0 0,0 0 1,-1 0-1,1 0 1,0-1-1,0 1 1,0 0-1,0 0 1,-1 0-1,1 0 1,0 0-1,0 0 1,0 0-1,-1 0 0,1 0 1,0 0-1,0 0 1,0 0-1,0 0 1,-1 0-1,1 0 1,0 0-1,0 1 1,0-1-1,0 0 1,-1 0-1,1 0 1,0 0-1,0 0 0,0 0 1,0 0-1,0 1 1,-1-1-1,1 0 1,0 0-1,0 0 1,0 0-1,0 1 1,-1-1 7,-3 3-16,0 0 0,0 1 0,1-1 0,-1 1-1,1-1 1,0 1 0,0 0 0,0 1 0,0-1 0,1 0 0,0 1 0,0-1 0,0 1-1,0 0 1,1 0 0,0 0 0,-2 8 0,0 11 0,0-1-1,2 35 1,0-46 27,1 0 1,1-1 0,0 1 0,1 0 0,5 18-1,-5-26 0,0 1 0,0-1 0,0 1-1,1-1 1,-1 0 0,1 0 0,1 0-1,-1 0 1,0 0 0,1-1 0,0 0-1,-1 1 1,1-1 0,1-1 0,5 4-1,0-1 12,1 0 0,-1-1-1,1 0 1,0-1-1,0 0 1,1-1 0,-1 0-1,1-1 1,20 0 0,-23-1-12,0-1 1,0 0 0,0 0 0,0 0 0,0-1-1,0-1 1,0 0 0,-1 0 0,0 0 0,1-1 0,-1-1-1,13-8 1,-12 5 7,0-1-1,0-1 0,-1 1 0,0-1 1,0-1-1,-1 0 0,0 0 1,-1 0-1,-1 0 0,0-1 1,0 0-1,-1 0 0,4-21 1,-3 4 27,-1-1 0,-2 0 0,0 0 0,-6-51 0,4 73-31,-1 0 0,-1 1 0,1-1 0,-1 1 0,0 0 1,-1-1-1,0 1 0,0 0 0,-1 0 0,1 1 0,-1-1 1,-1 1-1,-7-10 0,5 9 57,-1 0 0,0 1 1,0-1-1,-1 2 0,1-1 0,-1 1 1,0 0-1,-1 1 0,-10-4 1,-7 1 59,-1 0 0,0 2 0,0 1 0,-1 1 0,1 1 1,-38 3-1,61-1-148,0 0 1,0 1 0,1-1-1,-1 1 1,0 0-1,1 0 1,-1 1-1,0-1 1,1 1 0,0 0-1,-1 1 1,1-1-1,0 1 1,0-1-1,0 1 1,1 0 0,-1 1-1,-5 5 1,5-3-6,1-1 0,0 1 0,0 0 0,0 0 0,1 0 1,0 0-1,0 0 0,1 1 0,-1-1 0,1 0 0,1 1 0,-1-1 1,1 8-1,0-12-5,0 0 1,0 0-1,0 1 1,0-1-1,0 0 0,0 0 1,0 0-1,1 0 1,-1 0-1,1 1 1,0-1-1,-1 0 0,1 0 1,0-1-1,2 4 1,-1-3-1,1-1 1,-1 0 0,0 0-1,0 0 1,1-1-1,-1 1 1,1 0-1,-1-1 1,0 0 0,1 1-1,-1-1 1,1 0-1,2-1 1,12 3-22,1-2-1,0 0 1,-1-1-1,1 0 1,0-2 0,-1 0-1,0-1 1,31-12 0,63-42-157,-77 38-11,2 1 1,60-22-1,-84 37 176,-1 0-1,1 2 0,-1-1 1,1 1-1,0 1 1,0 0-1,0 1 1,0 0-1,0 1 1,-1 0-1,1 1 1,0 1-1,15 4 1,-10 0 8,0 1 1,-1 1 0,0 0 0,0 1-1,20 17 1,68 68 6,-89-80 25,0 0 0,-1 1 0,-1 1 0,-1 0 0,0 1 0,-1 0 0,-1 0 0,-1 2 0,0-1 0,-2 1 0,0 0 0,-1 0-1,-1 1 1,-1 0 0,-1-1 0,1 32 0,-4-47 30,0-1 1,-1 1-1,1-1 0,-1 1 0,0-1 0,0 1 0,0-1 0,-1 0 0,0 1 0,0-1 0,0 0 1,0 0-1,0 0 0,-1 0 0,0-1 0,0 1 0,-3 3 0,0-2 89,-1 0 0,1 0-1,-1-1 1,0 0 0,0 0-1,-1 0 1,1-1 0,-16 4 0,-6 0 225,0-2 0,-1-1-1,1-1 1,-38-2 0,48-1-318,14 1-65,-1-1 0,1 0 0,0 0 0,-1-1 0,1 1 0,-10-4 0,14 4-34,-1-1-1,0 0 1,1 0-1,0 0 1,-1 0-1,1 0 0,0-1 1,-1 1-1,1 0 1,0-1-1,0 1 1,0-1-1,0 1 1,0-1-1,1 1 0,-1-1 1,0 0-1,1 1 1,-1-1-1,1 0 1,-1 1-1,1-1 1,0-3-1,-2-39-3343,2-3-3253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0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55 236 9282,'0'0'9167,"-7"-34"-9239,2 9-1,0 0 0,2 0 0,-1-38 0,5 60 59,-1 1 0,0-1 0,1 1 0,0 0 0,-1-1 0,1 1 0,0 0 0,0 0 0,0 0 0,0 0 0,1-1 0,-1 2-1,1-1 1,-1 0 0,1 0 0,0 0 0,-1 1 0,1-1 0,0 1 0,0-1 0,0 1 0,0 0 0,1 0 0,2-1 0,3-1-71,0 1 0,1 0-1,-1 0 1,1 1 0,8-1 0,-6 1-41,-5 1 82,3-2-138,1 2 0,-1-1 0,1 1 0,18 2 0,-26-1 143,0-1-1,1 1 1,-1 0 0,0-1 0,0 1 0,0 0-1,0 0 1,0 1 0,0-1 0,0 0-1,-1 1 1,1-1 0,0 1 0,-1-1 0,1 1-1,-1 0 1,1-1 0,-1 1 0,0 0 0,0 0-1,0 0 1,0 0 0,0 0 0,0 1-1,1 3 1,0 9-71,0 0 0,-1 0 0,-1 0-1,-1 17 1,0 2 57,1-18 44,-2-1 0,0 1 0,0-1 0,-2 1 0,0-1 0,0 0 0,-8 16 0,-55 99 3,28-61 1,3-5 24,20-37 52,1 1 0,1 0 0,1 1 0,-10 37 0,22-65-17,1-1-43,0 1 0,0-1 0,0 0 0,-1 1 0,1-1 0,0 0 0,0 0 0,0 1 0,0-1 0,0 0 0,0 1 0,0-1 0,0 0 0,-1 1-1,1-1 1,0 0 0,1 1 0,-1-1 0,0 0 0,0 1 0,0-1 0,0 0 0,0 0 0,0 1 0,0-1 0,0 0 0,0 1 0,1-1 0,-1 0 0,0 0 0,0 1 0,0-1 0,1 0 0,-1 0 0,0 1 0,0-1 0,1 0 0,-1 0 0,0 0 0,0 1 0,1-1 0,-1 0 0,0 0 0,1 0 0,-1 0 0,0 0 0,0 0 0,1 0 0,-1 0 0,0 0 0,1 0 0,0 0 0,17 0-59,168 5-160,-63 11-4310,-60-1-2537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1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1 3425,'0'0'10263,"-27"34"-9769,13-15-466,-10 10-6,1 1 0,2 1 0,1 1 0,1 1 0,2 1 0,-25 70 0,6 35 223,-33 274 0,37 109 334,32-487-590,2-1 1,1 1-1,1-1 1,15 55-1,-15-75-131,0-1 0,1 0-1,1 0 1,0-1 0,1 1-1,0-1 1,0-1 0,2 1-1,-1-1 1,2-1 0,-1 0-1,1 0 1,1 0 0,16 10 0,-13-12-500,1 0 1,0-1 0,0-1 0,1 0 0,-1-2 0,1 1 0,27 2-1,18-4-4057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1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86 413 1744,'0'0'9380,"-13"34"-9131,-43 116 135,52-137-309,0 1-1,2 0 0,-1 0 1,1 0-1,1 1 1,1-1-1,1 19 0,0-1 53,-1-29-117,0 9 28,0-1 1,1 1-1,0-1 0,4 15 1,-4-22-35,0-1 0,0 0-1,0 0 1,1 0 0,0 1 0,-1-1 0,1-1 0,0 1 0,1 0 0,-1 0 0,0-1-1,1 0 1,-1 1 0,1-1 0,0 0 0,0 0 0,0 0 0,4 1 0,6 2-26,1-1 0,0-1 0,1 0 0,-1-1 0,0 0 0,1-1 0,-1-1 0,26-2 1,-36 1 16,3 1-2,1-1 0,0 0-1,-1-1 1,0 0-1,1 0 1,-1-1 0,0 1-1,0-2 1,0 1-1,0-1 1,-1 0 0,0 0-1,1-1 1,-2 0-1,10-9 1,-5 3-3,-1 0 0,0-1 0,-1 1 0,0-2 0,-1 1 0,0-1 0,6-20 0,16 84-2566,-23-40 2610,1 1 0,-1-1-1,2-1 1,9 12-1,-13-18 40,0-1 0,0 1 0,0-1 0,0 0-1,0 0 1,0 0 0,1 0 0,-1-1-1,1 0 1,0 0 0,0 0 0,0-1 0,8 2-1,-7-2 50,0 0 0,0 0 0,1-1 0,-1 0 0,0 0 0,1-1 0,-1 1 0,0-1 0,0-1 0,1 1 0,-1-1 0,0 0-1,-1-1 1,10-4 0,-8 2-20,0 0 0,-1-1 0,1 0-1,-1 0 1,0-1 0,-1 1 0,1-1 0,-1 0-1,-1-1 1,5-9 0,2-3-35,-2-2 1,0 1-1,-2-1 1,0 0-1,-2-1 1,0 1-1,-2-1 1,0 0-1,-1-38 1,-2 26-15,-3-78 204,2 99-198,-1 1 0,-1 0 1,0 0-1,-1 0 0,0 0 1,-8-15-1,-1 4 128,-2 1 1,-1 1-1,-28-32 0,-11-16-77,53 67-329,0-1-1,0 1 1,0-1 0,1 0-1,-1 1 1,1-1-1,0 0 1,0 0 0,0 0-1,1 0 1,0 0 0,-1 0-1,1 0 1,1-5-1,-1 3-1115,0-10-5260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2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 6001,'0'0'8387,"-10"36"-8552,-69 251 178,13-4 60,52-203-33,-6 129 1,20-40 17,0-163-64,0 0 0,1 0-1,-1 1 1,1-1-1,1 0 1,-1 0-1,1-1 1,0 1-1,0 0 1,1 0-1,0-1 1,0 0 0,0 1-1,0-1 1,1 0-1,0-1 1,0 1-1,0-1 1,1 1-1,-1-1 1,1-1-1,0 1 1,0-1 0,1 0-1,-1 0 1,1 0-1,-1-1 1,1 1-1,0-2 1,12 4-1,-11-4-13,0 1 0,0-1 0,0 0 0,0 0 0,0-1 0,0 0 0,1 0 0,-1-1 0,0 0 0,0 0 0,0-1 0,0 1-1,0-2 1,0 1 0,-1-1 0,1 0 0,-1 0 0,1-1 0,7-6 0,10-13-797,0-2 1,-1-1-1,29-44 1,-7-6-5012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3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5497,'0'0'5265,"356"0"-5265,-220 0-1520,-17 0-2889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3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469 0 5209,'0'0'6914,"-24"278"-5906,13-183-328,-1 8-328,0-7-168,6-5-184,0-12-120,6-23-1304,0-24-1625</inkml:trace>
  <inkml:trace contextRef="#ctx0" brushRef="#br0" timeOffset="1">1 453 4033,'0'0'8290,"427"-16"-9715,-291-4-1087,-18-4-2761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3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83 1736,'0'0'7050,"-18"42"-6253,18-42-797,-74 176 655,71-171-609,1 0-1,1 0 0,-1 0 1,1 0-1,-1 1 0,2-1 1,-1 1-1,1-1 0,-1 1 1,1-1-1,1 0 0,-1 1 1,1-1-1,3 11 0,-2-12 0,0-1 0,0 1-1,1-1 1,-1 0-1,1 0 1,0 0-1,0 0 1,0 0 0,0-1-1,1 1 1,5 3-1,1 0 51,4 3 45,1-1 1,-1 0-1,1-2 1,1 1-1,-1-2 1,1 0-1,0-1 1,33 4-1,-16-5 45,-1-2 0,1 0 0,51-7 0,-69 3-167,0 0 0,1-1 0,-1 0 0,-1-1 0,1-1 0,-1 0 0,0-1 0,0-1 0,-1 0 0,0-1 0,-1 0-1,1-1 1,-2 0 0,0-1 0,0-1 0,-1 1 0,0-2 0,-1 1 0,0-1 0,-1-1 0,-1 1 0,0-1 0,-1-1 0,0 1 0,-1-1 0,-1 0 0,0 0 0,-1-1-1,-1 1 1,1-27 0,-3 37 11,0 0-1,0-1 0,-1 1 0,1 0 0,-1-1 1,0 1-1,-1 0 0,1 0 0,-1 0 0,0 0 1,-1 0-1,1 0 0,-1 1 0,-5-8 0,3 7 25,1 1 0,-1 0 0,-1 0 0,1 0 0,0 1 0,-1-1 0,0 1-1,0 1 1,0-1 0,0 1 0,-12-3 0,-4 0 0,-1 0 0,0 2 0,0 0 0,0 2 0,0 1 0,0 0 0,-1 2 0,1 0 1,1 2-1,-30 8 0,35-7-144,0 1 1,1 0 0,0 1 0,0 1-1,0 0 1,1 2 0,0-1-1,1 2 1,0 0 0,1 1 0,0 0-1,1 1 1,-21 27 0,28-32-149,1 1 1,-1 0 0,1 0 0,1 0-1,0 1 1,0-1 0,1 1-1,0-1 1,0 1 0,1 0-1,1 0 1,0 13 0,0-14-438,0-1 0,0 1 0,4 16 1,11 4-2417,-10-23 2252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4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0 5249,'0'0'4721,"-9"39"-4261,8-34-434,-60 324 1507,16-13 984,-105 382-1,136-649-2262,-41 175 616,45-176-1105,3 1-1,-2 79 1,9-124-220,0-131-5704,0 68-482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4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 3065,'0'0'5521,"142"278"-3241,-83-123-735,-18 19-385,-17 9-440,-24 31-120,0-20-136,-53 1-192,-24-12-168,12-45-104,-1 1-176,7-39-464,12-49-776,11-27-881,7-24-1655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5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1115 5905,'0'0'5621,"-7"38"-4763,-21 121-341,27-155-501,1 0 0,-1 0 0,1 0 0,0 0 0,0 0 0,1 1-1,-1-1 1,1 0 0,0 0 0,0 0 0,0 0 0,0 0-1,1-1 1,0 1 0,-1 0 0,1-1 0,1 1 0,2 3 0,-2-4-3,1 0 1,0-1 0,0 1 0,0-1 0,0 1-1,1-1 1,-1 0 0,0-1 0,1 1 0,4 0-1,2 1 13,7 3 8,1-1 0,-1-2-1,1 1 1,0-2-1,0-1 1,0 0 0,0-1-1,0-1 1,26-5 0,-33 4-14,-1-1 1,0 0-1,-1-1 1,1 0-1,0 0 1,-1-1-1,0 0 1,0-1-1,-1-1 1,1 1 0,-1-1-1,-1-1 1,1 0-1,-2 0 1,1 0-1,11-17 1,-12 11 5,0 0 1,0-1 0,-2 1 0,0-1 0,-1-1-1,0 1 1,-1 0 0,-1-1 0,0 0-1,-1 1 1,-1-1 0,-4-30 0,4 40-17,-2-1 0,1 1 0,-1 0 0,0-1 0,0 1 0,-1 0 0,0 0 0,0 0 1,0 1-1,-1-1 0,0 1 0,-6-7 0,3 4 7,-1 1 1,0 0-1,-1 0 0,0 1 1,0 0-1,0 1 0,-11-5 1,0 2 3,1 1 1,-1 1-1,0 0 1,0 2 0,-1 0-1,0 2 1,-29-1 0,41 3-45,-1 0 0,0 0 1,0 2-1,0-1 1,1 1-1,-14 4 1,20-4-10,-1-1 0,0 1 0,1 0-1,-1 0 1,1 1 0,-1-1 0,1 1 0,0 0 0,0 0 0,0 0-1,1 0 1,-1 0 0,1 0 0,-1 1 0,1 0 0,0-1-1,-1 5 1,-1 2-153,1 1 0,0-1 0,1 1 0,0 0 0,0 0-1,1 0 1,1 0 0,0 0 0,1 0 0,0 0 0,3 17 0,-3-26 86,0 1 0,0 0 0,1-1 0,-1 1 0,1-1 0,-1 1 0,1-1 1,0 0-1,0 0 0,0 0 0,0 0 0,0 0 0,0 0 0,1 0 0,-1-1 1,1 1-1,-1-1 0,1 0 0,-1 0 0,1 0 0,0 0 0,5 1 0,5 1-296,0-2-1,0 1 0,24-2 1,-26 0 176,1-1 81,-1 0 0,1-1 0,-1 0 0,0-1 0,0 0 0,0 0 1,0-2-1,-1 1 0,0-1 0,1-1 0,-2 0 0,1 0 0,-1-1 0,16-14 0,-1-3-363,-1 0 1,-1-2-1,36-54 0,-34 40 487,-1 0-1,-3-2 0,-1 0 0,-2-1 0,-1-1 0,10-52 0,-12 26 1344,-3-1-1,-3-1 1,-2-89 0,-6-63 4730,0 971-6528,0-699 513,2 0 0,2 0 0,15 68 0,-16-104-47,0 0 0,2 0-1,-1 0 1,1 0-1,1-1 1,0 1-1,0-1 1,12 14-1,-12-19-191,0 0-1,0 0 1,0 0-1,1 0 1,0-1-1,0 0 1,0-1-1,1 0 1,0 0-1,-1 0 1,1-1-1,1-1 0,9 3 1,-5-2-1021,1-2 1,-1 0-1,17 0 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5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3873,'0'0'2055,"-1"43"-249,-4 490 2580,4-332-2899,8 343 1847,-6-523-3300,0 1-1,2-1 1,0 0-1,13 40 1,-15-58-75,-1-1 0,1 0 0,0 0 0,0 0 0,0 0 0,0 0 0,1 0 0,-1-1 0,0 1 0,1 0 0,-1-1-1,1 1 1,0-1 0,-1 1 0,1-1 0,0 0 0,0 1 0,0-1 0,0 0 0,0 0 0,0-1 0,0 1 0,0 0 0,1-1 0,-1 1 0,0-1 0,0 0 0,0 0 0,1 0 0,-1 0 0,0 0 0,0 0 0,1 0 0,-1-1-1,0 1 1,0-1 0,0 0 0,0 0 0,0 0 0,0 0 0,0 0 0,0 0 0,0 0 0,0 0 0,0-1 0,-1 1 0,1-1 0,2-2 0,2-3-41,-1 0 0,1 0 0,-1 0 0,-1-1 0,0 1 0,0-1 0,0 0 0,-1-1 0,3-10 0,3-14-357,4-35-1,-9 42 25,15-119-3132,-11 6-1129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5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2801,'0'0'9130,"367"0"-9130,-248-12-1345,-24-8-4056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18:48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10 210 1480,'0'0'9656,"-10"0"-7501,344 10-153,7 0-1453,-323-10-442,710 15 1614,136 50-458,-469-58-1159,-286-7-90,158-15-7,-87 2-5,454-27-118,4 1 0,-270 2 118,57-1-3,167 38-9,-439 11 105,53 1 259,1323-8-90,-1236-14-264,-56 0 0,665-39 270,-129 4-52,328 18-179,-398 13-22,398 7-2,-468 56 17,-116-4-7,-18-33-14,258 16 10,-646-20-108,175 20-356,-177-15 366,0-6-1,123-6 1,-110-2 55,817-7 30,-925 8-4,5 1-1,0-1 1,-1-1 0,1-1-1,0-1 1,29-7-1,-43 9 19,-5 13-369,0 0 1,-1 0 0,-3 21-1,-10 54 407,-13 109 159,26-166-139,1-13 123,-1 0 0,-1 1 0,-9 31 2541,9-58-2890,1-13-1262,1-9-1634,0-1-3545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33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5689 277 2785,'6'3'13013,"3"78"-13060,-5-56 24,1 37 1,-5 656 23,0-708 25,-1 0 0,0-1 0,0 1 0,-1 0 0,-1-1 0,1 1 0,-2-1 0,1 0 0,-1 0 0,-8 13 0,4-9 16,-1-1-1,-1 0 1,0 0 0,0-1-1,-1 0 1,-14 10 0,-2-2 7,0-1 1,0-1-1,-2-2 1,0-1 0,-54 18-1,3-7 14,-133 21 1,-86-9-41,-327-11 691,345-20 477,-422-2 1478,654-7-2549,0-2-1,0-2 1,-56-16 0,-139-52 36,240 73-156,-58-20-5,28 9-42,0 1 1,-44-8 0,-58 1-131,-188-3 0,6-11 80,24 0 76,115 23 48,1-8 0,-340-80 0,475 86-29,3 1-2,-68-12 1,87 19-10,-17-3-14,37 6 21,1-1 12,0 1 67,-29-3-10,-18 4-207,46 0 120,0 0-67,0 1 58,0-1 0,0 1 0,-1-1 0,1 1 0,0-1 0,0 1 1,0-1-1,0 1 0,0 0 0,0 0 0,0-1 0,-1 3 0,-28 54-127,29-53 166,1-3 282,0-20 30,0-45-148,-1-24-168,19-165-1,-7 151-179,-3 0 0,-8-108 0,-1 103-2783,2 101 2951,1-1 0,-1 1 0,1-1 1,0 1-1,0 0 0,1 0 0,0 0 0,0 0 1,6-8-1,10-23-8,0-12-101,-11 30 4,-6 15 52,-2 7 1,-4 5 33,0-1 0,0 1-1,0-1 1,-1 0 0,0 0 0,0 0 0,-1-1-1,-9 9 1,-9 10 3,-147 192 63,166-213-25,4-3 413,2-15-128,3 0-262,0 0 0,2 0 1,0 0-1,0 1 1,1 0-1,13-17 0,2-7-28,20-35 5,-18 34 2,-2-1 1,21-53-1,-43 91-25,1 0-1,-1 0 1,0 0 0,1 0-1,-1 0 1,1 0 0,-1 0-1,1 1 1,0-1 0,-1 0-1,1 0 1,0 0 0,0 0-1,-1 1 1,1-1 0,0 0-1,0 1 1,0-1 0,0 1-1,0-1 1,0 1 0,0-1-1,0 1 1,0 0 0,0-1-1,0 1 1,0 0 0,0 0-1,0 0 1,0 0 0,0 0-1,0 0 1,1 0 0,-1 0-1,0 0 1,0 1 0,0-1-1,0 0 1,0 1 0,1 0-1,2 1-33,0 0 1,0 0-1,-1 0 0,1 1 0,-1-1 0,0 1 0,0 0 1,5 6-1,37 44-116,-15-17 140,41 61 0,-60-80 20,67 103 6,-75-117 71,-1 0-1,0 0 1,0 0-1,-1 0 1,1 0-1,-1 0 1,1 1-1,-1-1 1,0 1-1,1 5 1222,-2-9-1295,0 1 0,0-1-1,0 0 1,1 0-1,-1 1 1,0-1-1,0 0 1,0 0-1,0 1 1,0-1 0,0 0-1,0 1 1,0-1-1,0 0 1,0 0-1,0 1 1,0-1-1,-1 0 1,1 0 0,0 1-1,0-1 1,0 0-1,0 0 1,0 1-1,0-1 1,-1 0-1,1 0 1,0 0 0,0 1-1,0-1 1,-1 0-1,1 0 1,0 0-1,0 0 1,-1 1-1,-13 6 15,0-1 0,-1 0 0,0-1-1,0 0 1,-17 2 0,5 0-5,-1-1 133,0-1-1,0-1 1,-44 0 0,5-3-3124,52-1 1545,22 17-5557,3 5 2682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47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0 888,'0'0'2494,"0"29"6848,-8 307-8732,5-219-597,0 449-7,5-304 19,4-151 2843,-6-136-6854,0-2-2289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01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1 426 800,'0'0'3059,"23"-4"-4031,-23 3 972,0 0 0,0 0 0,0-1-1,0 1 1,1 0 0,-1 0 0,0 0-1,11-14 6175,-9 15-6164,-1 0 0,1 0 0,0 0 0,-1-1 0,1 1-1,-1 0 1,1-1 0,-1 1 0,1-1 0,-1 0 0,0 0 0,1 1 0,-1-1-1,2-1 1,121-133 1197,-86 89-1075,-30 35-18,1-1 1,18-18-1,-4 7-9,14-10 9,-26 25-149,6-3 271,0 0 0,22-10 0,38-18-144,-70 37-67,1 0-1,0 0 1,0 1-1,0 0 1,1 0-1,-1 1 1,8 0-1,1 0 118,-12 1-77,-1 0 1,0 0-1,1 1 1,-1-1 0,0 1-1,0 0 1,0 0-1,0 0 1,-1 1 0,1-1-1,-1 1 1,1 0-1,-1 0 1,0 0 0,0 1-1,0-1 1,0 1-1,-1-1 1,1 1 0,2 8-1,3 6 117,1 0 0,0-1 0,1 0 0,25 31 0,-28-37-101,-1 1 0,0 0 0,0 0 0,-1 0 0,-1 0 0,0 1 0,4 26 0,0-7 7,16 28 191,-18-31-217,-1-10 34,-1 1 0,-1 1-1,1 25 1,-3-37-71,0 0 0,1 1 0,0-1 1,1 0-1,0 0 0,4 9 0,5 15 23,-6-18 95,0 0 0,2 0 0,14 23 0,6 10-37,-10-15-48,25 33 0,-14-22 67,-4-10-58,-19-26 3,1 1-1,-1 0 1,0 0-1,-1 1 1,5 11-1,-5-11-49,0 1 1,1-1-1,0 0 0,1-1 1,0 0-1,0 0 0,14 13 1,-4-4-9,-8-9 29,0 0 1,1 0-1,17 12 0,-22-18-30,0-1-1,0 1 1,0-1-1,1 0 1,-1-1 0,1 1-1,-1-1 1,1 0-1,-1 0 1,1-1-1,6 0 1,4 1 27,-12-1-32,-1 1 1,1-1-1,0 0 1,-1 0-1,1 0 0,-1 0 1,1-1-1,-1 1 1,1-1-1,-1 0 0,1 0 1,-1 0-1,0 0 1,1-1-1,-1 1 0,0-1 1,5-4-1,18-21 42,-3-2 0,0 0-1,24-42 1,-38 55-33,-2-2 0,1 1 0,-2-1 0,5-24 0,-5 23 27,16-36 0,4-10-33,-21 52-11,0 0-1,1 1 1,0 0-1,1 0 1,10-12 0,7-12-3,-4 14-7,-17 20 10,-1 0 0,1 0 1,-1 0-1,0 0 0,0-1 1,0 1-1,-1 0 0,1-1 1,1-3-1,1-1 3,-1 1 0,1-1 0,0 1 0,0 0 0,1 1 0,0-1-1,6-5 1,-6 6 0,0 0 0,0 0 0,-1-1 0,1 1 0,-1-1 0,0 0 0,-1 0 0,5-12 0,-5 12 0,0 0 1,0 0-1,0 0 1,0 0-1,1 0 1,0 1-1,6-6 0,11-16 4,-6 3-5,1 0 0,29-30 0,-39 49-1,71-54-46,-54 35 55,43-24-33,-56 43 4,1 0 1,0 1 0,0 0 0,0 0 0,1 1 0,-1 1 0,1 0 0,0 0-1,-1 2 1,18-1 0,-28 1-14,28 0-30,-25 0 58,-1 0 0,0 0 0,0 1 0,1-1 1,-1 1-1,0 0 0,0-1 0,0 1 0,0 1 0,0-1 1,4 2-1,-5-2 5,-1 1 0,1-1-1,-1 0 1,0 1 0,0-1 0,0 0 0,1 1 0,-1 0 0,0-1 0,-1 1-1,1 0 1,0-1 0,0 1 0,-1 0 0,1 0 0,-1-1 0,0 1-1,1 0 1,-1 0 0,0 0 0,0 3 0,0-3 1,0 0 0,1 0 0,0 0 0,-1 0 0,1 0 0,0 0 0,0 0 0,0 0 0,0 0 0,3 3 0,-3-3 0,1 0 0,-1 0 0,0 0 0,1 0 0,-1 1 0,0-1 1,0 0-1,-1 1 0,1-1 0,0 0 0,-1 4 0,1 3 6,0 1 0,1-1 0,0 1 0,5 15 0,-4-19-5,-1-1 1,1 0-1,0 1 1,0-1 0,1-1-1,-1 1 1,1 0-1,0-1 1,8 7 0,-6 0-1,-6-10-1,0 0 0,0 0 0,0 0 0,1 0 0,-1 0 0,0 0 0,1 0 0,-1-1 0,0 1 0,1 0-1,-1 0 1,1 0 0,0-1 0,-1 1 0,1 0 0,0-1 0,-1 1 0,1 0 0,0-1 0,0 1 0,-1-1 0,1 1 0,0-1 0,0 0 0,0 1 0,0-1 0,-1 0 0,2 1 0,0 0 3,-1-1 0,1 1 0,-1 0 0,1 0 0,-1 1 1,0-1-1,1 0 0,-1 0 0,0 1 0,0-1 1,0 0-1,0 1 0,0-1 0,-1 1 0,1-1 0,0 1 1,-1 0-1,1-1 0,0 4 0,0-3 1,-1 1-1,1-1 0,0 0 0,0 1 1,1-1-1,-1 0 0,0 0 1,1 0-1,-1 0 0,1 0 1,-1 0-1,5 3 0,-3-2-1,1 0 0,-1 1 0,0-1 1,0 1-1,-1 0 0,1 0 0,3 7 0,8 13 4,2-1 13,-2 0 1,14 32-1,-19-38-13,6 8 82,5 10 24,-12-22-69,-7-11-43,0-1 1,0 1-1,0-1 1,0 1 0,-1-1-1,1 1 1,0 0-1,-1-1 1,1 1-1,-1 0 1,1 2-1,0 1 23,0 1 0,1-1-1,-1 0 1,1 0 0,0 0 0,1 0-1,4 8 1,4 10-5,53 129 410,-40-93-209,-7-14-82,-5-8 78,-6-24-169,-5-10-27,1 1-1,0 0 1,0 0-1,0-1 1,0 1-1,0-1 1,1 1-1,0-1 1,0 0-1,0 0 1,0 0-1,6 3 1,1 5 18,-9-10-36,-1 0 1,1 0 0,0 0 0,0 0 0,0-1-1,0 1 1,0 0 0,0 0 0,0 0 0,0-1-1,0 1 1,0-1 0,0 1 0,1-1 0,-1 1 0,0-1-1,0 1 1,1-1 0,-1 0 0,2 0 0,-2 0 12,12 0 257,-9 0-262,-3 0 102,5 0-83,-1 0 0,1-1 0,0 0 0,-1 0 0,1-1 0,-1 0 0,1 0 0,-1 0 0,0 0 0,0-1 0,0 0 0,0 0 0,0 0 0,-1-1 0,0 1 0,1-1 0,-1 0 0,5-7 0,1 1 71,39-44 8,21-57-67,-65 102-38,0 1 1,0-1 0,-1-1-1,0 1 1,4-16 0,-5 16 0,0 0-1,0 0 1,1 0 0,0 0 0,8-11 0,-8 12 1,0 0 0,-1 0-1,0 0 1,0-1 0,-1 1 0,-1-1 0,1 0 0,-1 1 0,0-12 0,7-9 4,-6 25-8,0 0 0,-1 0 1,0 0-1,0 0 0,0 0 0,1-7 0,-2 8 0,0-1-1,1 0 1,0 1 0,0-1 0,0 1-1,0-1 1,0 1 0,4-7-1,-3 6 2,0 1-1,0 0 0,-1-1 0,0 0 0,0 1 0,0-1 0,0 0 0,0-7 1,0 8-2,-1 1 1,1 0 0,0-1-1,-1 1 1,1 0 0,0 0-1,0 0 1,0-1 0,1 1 0,1-2-1,-2 2 1,1 0-1,-1 0 1,0-1 0,1 1-1,-1 0 1,0-1-1,0 1 1,-1-1-1,1 1 1,0-5 0,-1 5-1,1-1 1,-1 1 0,1-1-1,0 1 1,0-1 0,0 1 0,0-1-1,2-3 1,6-19-7,-9 20 3,1 0 1,0 0-1,0 1 0,0-1 0,1 0 0,0 1 1,0-1-1,0 1 0,0-1 0,1 1 0,3-5 0,11-22-126,-14 24 117,0 0 1,0 1-1,0 0 0,9-12 0,-10 15 0,0 0 6,0 0-1,0 0 1,0 0-1,1 0 1,-1 1-1,1-1 1,-1 1-1,1 0 1,4-3-1,-6 5 1,-1-3-1,0 2 0,6-18 24,0 13-17,-1-1 0,1 0-1,7-13 1,3-4 0,37-11-18,-52 34 4,0 1-114,4 0 1600,-11 0-2349,0 0 316,-1-1 0,1 1 0,0-1 0,-1-1 0,-5-1 1,-3-1-1112,-26-5-5685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04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1 437 7154,'0'0'7542,"52"-12"-7197,170-45-164,-209 54-166,0-2-1,0 1 1,-1-1-1,0-1 1,0 0 0,0-1-1,-1 0 1,0-1 0,0 0-1,-1-1 1,0 0-1,13-17 1,-12 15 0,1-2 12,-1 0-1,0-1 1,-1 0-1,0 0 1,-1-1-1,-1 0 1,0-1-1,-2 0 1,1 0-1,-2-1 0,0 1 1,3-22-1,-3 2-168,-5 39-989,0 389 191,1-369 1024,1-1-1,2 1 1,0-1 0,2 1 0,0-1 0,14 32 0,7 23-5530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04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4641,'0'0'10866,"202"4"-10322,-113-4-360,6 0-23,-6 0-89,-6 0-64,-12 0-8,-12-8-337,0-20-839,-17 8-1232,-19-4-2761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05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214 160 2961,'0'0'11350,"-15"-8"-11103,1 1-247,0-1 0,-18-14 0,31 20-12,-1 0 1,0 0-1,1 0 0,-1 0 1,1-1-1,0 1 1,0 0-1,-1-1 0,2 1 1,-1-1-1,0 1 1,0-1-1,1 0 0,-1 1 1,1-1-1,0 1 1,0-1-1,0 0 0,0 1 1,1-1-1,0-3 1,0-5-52,-1 9 43,0 0-1,0 0 0,1 0 0,-1 0 0,1 0 1,0 0-1,-1 0 0,1 1 0,0-1 0,0 0 1,0 0-1,1 1 0,-1-1 0,0 1 1,0-1-1,1 1 0,-1-1 0,1 1 0,-1 0 1,1 0-1,0 0 0,0 0 0,-1 0 0,1 0 1,0 0-1,0 0 0,0 1 0,0-1 0,0 1 1,0-1-1,0 1 0,2 0 0,7-2-164,0 1-1,1 1 1,-1 0-1,15 2 1,-21-2 133,-1 1 0,0 1 1,1-1-1,-1 1 1,0-1-1,0 1 0,0 0 1,0 1-1,0-1 0,-1 1 1,1 0-1,-1-1 1,1 1-1,-1 1 0,0-1 1,0 1-1,-1-1 0,1 1 1,-1 0-1,0 0 1,0 0-1,0 0 0,3 8 1,0 5 35,0-1 0,0 1 0,-2 0 0,3 33 0,-1 83 207,-6-114-152,0-1 1,-1 1 0,-1 0 0,-1-1-1,-7 21 1,0-13 87,-1 0-1,-1-1 1,-1-1 0,-34 44-1,-82 82 1776,107-126-1337,11-10 417,-2 0 0,0-1 0,-26 19 762,45-32-1331,329-19-1833,-218 11-3592,-73 8-1142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06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562 0 7842,'0'0'9288,"-37"32"-9250,9-7-60,2-5 16,1 2 0,1 1 0,1 1 0,1 1 0,1 1 0,2 0 0,0 2 0,-27 56 0,5 13 48,-41 156 0,1 106 127,54-208-64,7 1-1,-1 304 0,24-416-100,2-1 0,2 1 0,1-1 0,3-1 0,0 0 0,3 0 0,1-1 0,1-1 0,3-1-1,0 0 1,3-1 0,33 40 0,-52-69 0,1 0 0,0-1 0,0 0 0,0 0 0,6 4 0,-8-7 35,-3-56-1292,2 28-1066,-1-6-3351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07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 4545,'0'0'7940,"-10"44"-7568,-30 147 102,35-155-302,1 0-1,2 0 1,2 41 0,1-25 10,-1-23-72,-1 4 77,2 1 0,1 0 1,10 53-1,-9-78-163,-1 1 0,2 0 0,-1-1 0,1 1 1,1-1-1,-1 0 0,2 0 0,-1-1 0,1 1 0,0-1 0,1-1 0,0 1 0,0-1 0,1 0 0,0-1 1,12 8-1,-13-10-23,1 0-1,0 0 1,0-1 0,0 0 0,0 0 0,0-1 0,0 0 0,10 1 0,-14-2-2,0-1 0,-1 0 1,1 0-1,0 0 0,0 0 1,0 0-1,0-1 1,0 0-1,-1 0 0,1 0 1,0 0-1,0 0 0,-1-1 1,1 0-1,-1 0 0,0 0 1,1 0-1,-1 0 1,0-1-1,3-2 0,4-9 20,0 1-1,-1-2 0,-1 1 1,0-1-1,-1 0 0,-1-1 0,7-25 1,-6 17-273,-2 0 0,0 0 0,-2 0 0,1-29 0,-5 97-198,-1-20 394,2 0 0,1 0-1,4 25 1,-3-41 74,-1-1 0,1 1 1,1-1-1,-1 0 0,1 0 0,1 0 1,-1 0-1,1-1 0,0 1 1,1-1-1,-1 0 0,1 0 0,0 0 1,7 5-1,-1-3 32,0-1 1,1 0-1,0 0 1,0-1-1,1 0 1,0-1-1,0-1 1,0 0-1,0-1 1,1 0-1,-1-1 0,1 0 1,0-1-1,22-2 1,-31 1-22,0 0 0,1-1 1,-1 0-1,0 0 0,0-1 1,0 1-1,-1-1 0,1 0 0,0 0 1,-1-1-1,1 1 0,-1-1 1,0 0-1,5-4 0,-3 1 1,0-1-1,0 1 0,-1-1 1,0 0-1,0-1 1,0 1-1,5-15 0,-2 3 3,-1-1-1,-1 0 0,-1 0 1,-1-1-1,-1 1 0,1-28 0,-3 35-11,0-5 7,-1-1-1,0 1 1,-1-1 0,-4-17 0,4 30-10,-1 1-1,1-1 1,-1 1 0,0-1 0,-1 1 0,0 0-1,1 0 1,-2 0 0,1 1 0,0-1 0,-1 1-1,0 0 1,0 0 0,0 0 0,-1 0 0,1 1 0,-6-4-1,-1 1-12,1 1 0,-1 0 0,0 1 0,-1 0 0,1 0 0,-1 1 0,0 1 0,0 0 0,0 1 0,0 0 0,-21 1 0,30 0-50,0 1 0,0-1 0,0 1 0,0 0 0,0 0 0,0 0 0,0 0 0,1 0 0,-1 0 0,0 1 0,1 0 0,-1-1 0,1 1 0,-1 0 0,1 0 0,0 0 0,0 0 0,0 1 0,0-1 0,0 1 0,1-1 0,-1 1 0,1 0 0,-1-1 0,1 1 0,0 0 0,0 0 0,0 0 0,1 0 0,-1 0 0,1 0 0,-1 0 0,1 0 0,0 0 0,1 5 0,10-12-644,6-7 677,0-1 0,25-24 1,14-11 18,-51 44-6,19-16-44,45-24-1,-59 38 30,0 0-1,0 1 0,0 0 1,1 1-1,0 0 0,-1 1 1,1 0-1,15 0 0,0 1-19,0 1 0,0 2 0,0 1-1,-1 1 1,50 13 0,-58-11 35,-1 0 0,-1 1 1,1 0-1,-1 2 1,0 0-1,-1 0 0,0 1 1,-1 1-1,0 0 1,12 14-1,-21-20 37,0 0 0,0 0 1,0 1-1,0-1 0,-1 1 0,0 0 0,-1 0 0,1 0 0,-1 0 1,2 10-1,-1 0 278,-1 0 0,-1 34 0,-2-41-213,0 1 1,0-1-1,-1 1 0,-1-1 1,0 0-1,0 0 1,-1 0-1,0 0 1,0 0-1,-1-1 1,0 0-1,0 0 0,-1 0 1,0-1-1,-9 8 1,1-1 9,0-1 0,-1 0 0,-1-1 0,0-1 0,0-1 0,-32 16 1,1-13-98,46-12-140,-1-1 1,1 1 0,-1-1 0,1 0 0,0 0-1,-1 1 1,1-1 0,-1 0 0,1-1 0,0 1 0,-1 0-1,1 0 1,0 0 0,-1-1 0,1 1 0,0-1-1,-1 1 1,1-1 0,0 1 0,0-1 0,-1 0 0,1 0-1,0 0 1,0 0 0,0 1 0,0-1 0,0-1-1,0 1 1,0 0 0,1 0 0,-2-2 0,0-22-5664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08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365 357 256,'0'0'12448,"-23"3"-11860,3 1-408,-6 2 156,0-2 0,-1-1 0,1-1 0,-29-1 1,52-1-297,0-1 0,-1 1 1,1-1-1,0 0 0,-1 0 1,1 0-1,0 0 0,0 0 1,0-1-1,0 1 1,0-1-1,0 0 0,0 0 1,0 0-1,1 0 0,-5-5 1,4 3-24,-1 0 1,1-1 0,1 0-1,-1 0 1,1 0 0,-1 0-1,2 0 1,-1-1 0,-1-7-1,-1-10-126,2-1-1,1 1 1,3-46-1,-1 58 56,-1 4-7,1 0 0,1 1 0,-1-1 0,1 0 0,0 1-1,1-1 1,-1 1 0,2 0 0,-1 0 0,0 0 0,1 0 0,0 0-1,1 1 1,-1 0 0,1 0 0,0 0 0,10-8 0,-10 9-47,1 1 1,-1 0-1,0 0 0,1 0 1,-1 0-1,1 1 1,0 0-1,0 0 1,0 1-1,0-1 1,0 2-1,0-1 0,1 0 1,-1 1-1,0 0 1,0 1-1,0-1 1,1 1-1,-1 0 1,10 4-1,-13-4 42,0 1 1,0-1-1,-1 1 1,1-1-1,0 1 1,-1 0-1,1 0 1,-1 0-1,0 1 0,0-1 1,1 1-1,-2-1 1,1 1-1,0 0 1,2 4-1,0 2-48,0 1 0,-1 0 0,4 17-1,-1 10 59,-1-1-1,-2 1 0,-3 42 1,0-71 61,-1 19 59,0 1 0,-2-1 1,-2 0-1,0 0 0,-10 27 0,0-10 156,-3-1 0,-27 49 0,-15 12 756,-115 150 0,174-253-775,1-3-161,-1 1 0,1-1 1,0 0-1,-1 0 0,1 0 0,0 0 1,0 0-1,0 0 0,0 0 0,0 0 1,1 0-1,0-3 0,0-3 21,0 3-62,0 0-1,0 0 1,0 0 0,1 1-1,0-1 1,0 0 0,0 1-1,0-1 1,1 1 0,-1 0-1,1 0 1,0 0 0,1 0-1,-1 0 1,1 1 0,-1-1-1,1 1 1,0 0 0,0 0-1,0 1 1,1-1-1,-1 1 1,1 0 0,-1 0-1,1 0 1,9-1 0,-7 1-15,0 0 0,1 1 0,-1 1 1,0-1-1,0 1 0,0 0 0,0 0 1,0 1-1,0 0 0,1 1 0,-2-1 0,1 1 1,0 1-1,0-1 0,-1 1 0,1 0 1,-1 1-1,9 5 0,38 35 10,-23-18-46,0-2-1,57 35 1,-80-56-310,1-1 0,-1 1 0,1-1 0,0 0 0,0-1 0,0 0 0,0 0 0,0-1 0,0 0 0,0 0 0,0-1 0,11-2 0,16-3-4443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09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6753,'0'0'6276,"36"-18"-6737,-36 18 461,157-75-643,-150 72 566,1 0-1,-1 1 1,1-1-1,-1 1 1,1 1-1,0-1 1,0 1-1,0 1 1,0-1-1,0 2 1,0-1-1,14 3 1,-18-2 68,0 1 0,0-1 0,-1 1 1,1 0-1,-1 0 0,1 0 0,-1 1 1,0-1-1,0 1 0,0 0 0,0 0 1,0 0-1,0 0 0,-1 0 0,0 1 0,1-1 1,2 7-1,-1 1 72,0-1-1,-1 1 1,0 0 0,0 0-1,-1 0 1,0 12 0,1 67 719,-3-74-604,0 0-76,0-1 0,-1 1 1,-1-1-1,0 1 1,-1-1-1,-1 0 1,0 0-1,-1 0 1,-1-1-1,-14 26 1,13-27-29,-12 20-56,12-23 114,4-10 220,4-12-335,0-1 0,1 1 1,0 0-1,1 0 0,1 0 1,0 0-1,0 0 0,7-11 0,57-94-462,-44 78 85,111-192-1298,-130 229 2744,-3 8-713,-2 17-251,0-20-20,-6 133 367,2 61 44,4-194-542,0-1 1,0 1-1,1 0 0,0 0 0,-1-1 1,1 1-1,0 0 0,0-1 1,1 1-1,-1-1 0,0 1 0,1-1 1,0 1-1,-1-1 0,1 0 1,0 0-1,0 0 0,0 0 0,0 0 1,1-1-1,-1 1 0,0-1 1,1 1-1,-1-1 0,1 0 1,3 2-1,6 0-437,1 0-1,-1 0 1,0-1 0,22 0 0,-33-2 413,58 2-3781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09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5065,'0'0'6265,"-6"282"-5096,6-175-553,0 1-184,0-1-120,0-8-160,0-16-136,0-19-16,0-25-952,0-19-1617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10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6993,'0'0'7914,"397"-47"-8002,-302 31-1496,-18 4-3201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10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0 393 3289,'0'0'10518,"58"-16"-9990,186-57-257,-228 67-251,-1 0 0,0-1 0,-1 0-1,0-1 1,14-11 0,-19 12-2,-1-1 0,0 0 0,-1 0 0,10-13-1,-5 5 4,-4 7 2,-2-1 0,1 0-1,-1 0 1,0 0 0,-1 0 0,-1-1-1,1 0 1,-2 0 0,1 0 0,-2-1 0,1 1-1,-2-1 1,1 1 0,-2-23 0,12 37-2147,-9 3 2042,0 1 0,-1 0-1,0 0 1,0 0-1,0 0 1,-1 0 0,0 0-1,-1 0 1,0 11-1,2 8 74,4 30 133,0 13-19,3 0 1,23 86-1,-23-129-120,-6-17-811,0 1-1,0-1 1,-1 1 0,-1 0 0,1 0 0,-1 12-1,-1-19 805,0 0-1,-1 0 1,1 0-1,-1 0 1,1 0-1,-1 0 1,0 0-1,0 0 1,-1 0-1,1-1 1,0 1-1,-1-1 1,0 1-1,0-1 1,1 1-1,-2-1 1,1 0-1,0 0 1,0 0-1,0 0 1,-1 0-1,1-1 1,-1 1-1,-2 1 1,-1 32 2937,4-24-1543,2-10-1435,0-1 1,0 0 0,0 1-1,0-1 1,0 1 0,0-1-1,0 0 1,0 1 0,0-1-1,0 0 1,0 1 0,0-1-1,0 0 1,0 1 0,-1-1 0,1 0-1,0 1 1,0-1 0,0 0-1,-1 1 1,1-1 0,0 0-1,0 1 1,-1-1 0,1 0-1,0 0 1,-1 0 0,1 1-1,0-1 1,-1 0 0,1 0-1,0 0 1,-1 0 0,1 0-1,0 1 1,-1-1 0,1 0-1,-1 0 1,1 0 0,0 0 0,-1 0-1,1 0 1,0 0 0,-1 0-1,1 0 1,-1-1 0,1 1-1,0 0 1,-1 0 0,-16 0-2279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11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0 936,'0'0'10828,"-4"2"-10223,-3 1-375,10 1-23,21 1 164,46 1 363,338-5 1435,-217-2-2004,-183-3 26,-8 4-231,0 0 0,0 0-1,0 0 1,0 0 0,0 0 0,0 0-1,0-1 1,0 1 0,0 0 0,0 0-1,0 0 1,0 0 0,0 0-1,0 0 1,0-1 0,0 1 0,0 0-1,0 0 1,0 0 0,0 0 0,0 0-1,0 0 1,0-1 0,0 1 0,0 0-1,-1 0 1,1 0 0,0 0-81,0 0 81,0 0-1,0 0 1,0 0 0,0-1 0,-1 1-1,1 0 1,0 0 0,0 0 0,0 0-1,0 0 1,0 0 0,0 0 0,-1 0-1,1 0 1,0 0 0,0 0 0,0 0-1,0 0 1,0 0 0,0 0-1,-1 0 1,1 0 0,0 0 0,-20 0-4177,-3 0-2139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11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7554,'0'0'7132,"27"47"-7024,2 4-59,145 279 471,-139-241-259,-3 0-1,-5 2 0,-3 1 1,-5 1-1,-4 1 1,-4 0-1,-1 145 0,-10 81 87,1-288-337,-2 0 0,-2 1-1,0-1 1,-2-1 0,-2 1 0,-1-1 0,-1 0-1,-1 0 1,-2-2 0,-1 1 0,-29 47-1,27-54 7,-1 1-1,-2-2 1,1 0-1,-2-1 1,-1-1-1,-1-1 0,0-1 1,-32 20-1,51-36-180,2-38-5279,0 16 662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55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56,'0'0'12551,"0"-5"-11796,0-22 3215,0 36-3860,12 1347 789,19-704-854,-17-441-50,-11 37 222,-4-199 1577,1-58-1918,1-25-1005,-2 0 0,-2 1 0,-7-37 1,-6-5-5663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59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72 1504,'0'0'10801,"-1"-40"-7576,-2 37-3183,1 0 0,-1 1 0,1-1 0,-1 1 0,0 0 0,0-1 0,0 1 0,0 1 0,-1-1 0,1 0 0,0 1 0,-1 0 0,1 0 0,-1 0 0,0 0 0,1 0 0,-1 1 0,1 0 0,-8 0 0,5 0-81,0 0 0,1 1 0,-1 0-1,0 0 1,1 0 0,-1 1 0,1 0-1,0 0 1,-1 1 0,1-1 0,0 1 0,-8 6-1,4-2-33,1 0 0,0 1 0,0 0 0,1 0 0,0 1 0,-7 11-1,0 4 14,1 1 1,1 0-1,2 1 0,-13 42 0,17-36 46,0-1 0,2 1 1,2 0-1,2 47 0,0-56-5,-1-10 17,2 0 0,0 0 0,0 0 0,2 0 0,-1 0 0,7 16 0,-6-20 0,1-1-1,0 0 1,0-1 0,1 1-1,0-1 1,1 0-1,-1 0 1,1 0-1,1-1 1,7 6 0,3 1-93,1-1 1,1 0 0,0-1 0,0-2-1,1 0 1,0-1 0,1 0 0,0-2-1,0-1 1,0 0 0,0-2 0,1 0-1,0-2 1,26-1 0,-41 0 62,0 0 0,0 0-1,0-1 1,-1 0 0,1 0 0,0-1 0,-1 0-1,1 0 1,-1-1 0,0 0 0,10-5 0,-7 1 22,-1 0 1,0 0-1,0 0 0,-1-1 1,0 0-1,12-17 0,-7 7 2,0-1 0,-2 0 0,0 0 0,-1-1-1,0-1 1,-2 1 0,-1-1 0,0 0 0,-2-1-1,0 1 1,-1-1 0,-1-38 0,-3 44 182,-1 14 211,-1 28-369,3 103-156,1-124 140,-1 1 1,1 0 0,0-1 0,0 1-1,1-1 1,0 1 0,0-1 0,0 0 0,0 1-1,1-1 1,0 0 0,0-1 0,0 1 0,1-1-1,0 1 1,-1-1 0,2 0 0,-1 0 0,0-1-1,1 1 1,6 3 0,-2-1-36,1-1 1,-1-1 0,1 1-1,0-1 1,0-1-1,0 0 1,1 0-1,-1-1 1,1-1 0,19 1-1,-26-2 24,-1 0-1,1 0 1,-1-1 0,1 1-1,-1-1 1,0 0-1,1 0 1,-1 0 0,0-1-1,1 1 1,-1-1-1,0 0 1,0 1 0,0-1-1,0-1 1,-1 1-1,1 0 1,-1-1 0,1 1-1,-1-1 1,0 0-1,0 0 1,0 0 0,0 0-1,0 0 1,-1 0 0,0-1-1,1 1 1,-1 0-1,0-1 1,0-4 0,3-13 19,-1 0 0,-2 0 0,0 0 1,-2-27-1,0 13-30,1 25 29,0-1 1,-1 0-1,0 1 1,-4-16-1,3 20-2,0 1-1,0 0 0,0 0 1,-1 0-1,0 1 1,0-1-1,0 0 0,0 1 1,-9-8-1,2 2-43,0-1 0,-1 2-1,-1 0 1,0 0 0,0 1-1,0 0 1,-1 1 0,0 1 0,-1 0-1,0 1 1,1 0 0,-1 1-1,-1 1 1,1 0 0,-1 0 0,1 2-1,-1 0 1,1 1 0,-27 2 0,39-1 30,1-1-1,-1 1 1,0-1 0,1 1 0,-1 0 0,0-1 0,1 1 0,-1 0 0,1 0 0,-1 0 0,1 1 0,0-1 0,-1 0 0,1 0 0,0 1 0,0-1 0,0 0-1,0 1 1,0 0 0,0-1 0,1 1 0,-1-1 0,0 1 0,0 2 0,-1 3-96,1-1 0,0 1 0,0-1 0,0 14-1,2-19 80,0-1 0,0 1 0,0 0 0,0-1 0,0 1 0,0-1 0,0 1 0,0-1 0,0 0 0,0 1 0,0-1 0,0 0 0,0 0 0,0 1 0,0-1 0,0 0 0,0 0 0,0 0 1,0 0-1,1-1 0,0 1 0,29-2-22,-30 2 42,19-4 5,0-2 0,0 0 0,-1-1 0,0-1 0,0 0 0,-1-2 0,18-11 0,15-7-14,-23 14-50,1 2-1,0 0 1,1 2-1,0 1 1,1 2 0,0 1-1,0 1 1,0 2-1,0 1 1,1 1-1,38 5 1,-59-3 83,1 2 1,-1-1-1,0 2 0,0-1 1,0 2-1,0-1 0,-1 1 1,0 1-1,0 0 0,0 1 1,-1-1-1,0 2 1,0-1-1,-1 1 0,0 1 1,13 16-1,-12-13 132,-1 0 1,0 0-1,0 1 0,-2 1 0,1-1 1,-2 1-1,0 0 0,0 0 0,-1 1 1,-1 0-1,-1-1 0,2 26 1,-4-18 56,-2 38 541,1-56-672,0 0-1,0 0 1,0 0-1,0-1 1,-1 1-1,0 0 1,1 0 0,-1-1-1,-1 1 1,1-1-1,0 0 1,-5 5-1,-2 0 163,0 0-1,0-1 1,-1 0 0,0-1-1,-1 0 1,1 0-1,-1-1 1,-23 7-1,16-7-38,0 0-1,-1-2 1,0 0-1,-37 0 0,56-2-228,-1-2 0,0 1-1,1 0 1,-1 0-1,1 0 1,-1 0 0,0 0-1,1 0 1,-1-1 0,1 1-1,-1 0 1,1 0-1,-1-1 1,1 1 0,-1 0-1,1-1 1,-1 1 0,1-1-1,-1 1 1,1-1-1,0 1 1,-1-1 0,1 1-1,0-1 1,-1 1 0,1-1-1,0 1 1,0-1-1,-1 1 1,1-1 0,0 1-1,0-1 1,0 0 0,0-24-1708,0 15 762,0-22-3442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00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55 146 4945,'0'0'9905,"-10"-20"-9749,-29-62-135,38 80-20,0 1-1,1-1 0,-1 0 1,1 1-1,-1-1 0,1 0 1,-1 1-1,1-1 0,0 0 1,0 1-1,0-1 0,0 0 1,0 0-1,1-2 0,-1 3-1,1 0-1,-1 0 0,1 0 0,-1 1 1,1-1-1,-1 0 0,1 0 1,-1 1-1,1-1 0,0 0 0,-1 1 1,1-1-1,0 1 0,0-1 0,-1 1 1,1-1-1,0 1 0,0 0 0,1-1 1,4 0-24,-1 0 1,0 1-1,1-1 0,-1 1 1,0 0-1,10 2 1,-5-1-63,-6-1 73,0 1-1,0 0 1,0 0 0,0 0-1,0 0 1,0 0-1,-1 1 1,1 0 0,-1 0-1,1 0 1,-1 0-1,1 1 1,-1-1 0,0 1-1,0 0 1,0-1-1,-1 1 1,1 1 0,-1-1-1,0 0 1,1 1-1,-2-1 1,1 1 0,0 0-1,2 7 1,1 3 2,0 1-1,-1 0 1,-1 1 0,0-1-1,1 25 1,-4 201 4,-2-226 55,-1 0 0,0 0 0,-1 0 0,0 0 0,-10 19 0,-1 6 495,15-39-523,0-1 0,-1 1-1,1-1 1,0 1 0,0 0-1,-1-1 1,1 1 0,0-1 0,0 1-1,0 0 1,0-1 0,0 1-1,0 0 1,0-1 0,0 1-1,0-1 1,0 1 0,0 0 0,0-1-1,0 1 1,1-1 0,-1 1-1,0 0 1,0-1 0,1 1 0,-1-1-1,0 1 1,1-1 0,-1 1-1,1-1 1,-1 1 0,1-1-1,-1 1 1,1-1 0,-1 0 0,1 1-1,-1-1 1,1 0 0,-1 1-1,1-1 1,27 1 71,-16-2-99,16-1-554,0 0-1,-1-2 1,1-2-1,48-15 1,-47 12-2049,9-3-5906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01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1 720,'0'0'7483,"23"3"-7275,-10-1-158,-5-2-27,1 2 0,0-1 0,-1 1 0,1 0 0,-1 0 0,9 5 0,-13-5 1,-1 0 1,0-1-1,0 2 0,0-1 0,-1 0 0,1 0 0,0 1 0,-1-1 0,0 1 0,1 0 0,-1 0 1,0 0-1,0 0 0,-1 0 0,1 1 0,-1-1 0,1 0 0,-1 1 0,0-1 0,-1 1 0,1-1 1,0 5-1,4 62 1102,-9 130 0,1-170-961,-1-2 0,-1 1 0,-15 46-1,-38 79 98,50-135-245,1-7 204,3-16 398,2-23-100,2 27-525,1-16 17,0 0-1,1 0 1,1 0 0,0 1-1,1-1 1,1 1-1,0 0 1,1 0 0,10-16-1,10-13-6,49-64 1,-32 49-5,128-166 63,-170 223 382,-1 18 227,-1-4-657,0 0 0,-1-1-1,-1 1 1,0-1 0,-5 14-1,-8 33-11,12-34 37,1 0 0,1 1 0,1-1 0,1 1 0,6 48 0,-5-68-22,1 0 0,-1 0 1,1 0-1,0 0 0,1 0 1,-1 0-1,1 0 0,0-1 0,0 1 1,0-1-1,0 0 0,1 0 0,0 0 1,4 3-1,0-1 2,-1-1 0,1 0-1,0-1 1,1 0 0,-1 0 0,0-1 0,16 4 0,4-1-100,0-2 1,0-1 0,0-2 0,43-2 0,-54 1-445,-1-2 0,0 0 0,0 0 0,0-2 0,-1 0 1,1 0-1,-1-2 0,25-12 0,22-18-6815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03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9354,'0'0'8127,"33"1"-8040,212 2 29,-164-4-74,-17-1-21,81 9 0,-143-7-86,2 1 7,1-1-1,-1 1 0,1 0 1,-1 0-1,1 0 0,5 3 1,1 7-1955,-7 10-3570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03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5337,'0'0'9602,"432"-24"-9874,-307 0-2048,-19 4-4402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52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1 838 5521,'0'0'5360,"4"40"-4381,1 10-686,15 70 1,-18-114-268,0 0 0,0 0 0,0 0 1,1 0-1,0-1 0,0 1 0,0-1 0,1 0 1,-1 0-1,1 0 0,1 0 0,8 7 1,-6-6 6,2-1 1,-1 0 0,1-1-1,-1 0 1,16 5 0,-17-7-21,10 4 3,1-1 0,0-1 0,0 0 0,1-1 0,24 0 1,-36-2-17,0-1 0,0 0 1,0-1-1,0 1 1,0-1-1,0-1 0,-1 1 1,1-1-1,0-1 1,-1 1-1,1-1 0,-1 0 1,0 0-1,0-1 1,0 0-1,0 0 0,6-6 1,-6 3 4,-1-1 1,1 0-1,-1 0 1,-1 0 0,1 0-1,-2-1 1,1 1-1,-1-1 1,0 0-1,-1 0 1,2-14-1,-1-4 37,-1 0-1,-3-47 1,1 69-31,-1 0 1,0 0 0,0 0 0,-1 0 0,1 0 0,-1 0 0,0 0 0,0 0-1,0 0 1,-1 1 0,0-1 0,0 1 0,0 0 0,0 0 0,-1 0 0,0 0-1,0 1 1,0-1 0,0 1 0,0 0 0,0 0 0,-1 1 0,0-1 0,1 1-1,-1 0 1,0 0 0,-7-1 0,-8-3 87,0 2 0,-1 0 0,1 2-1,-1 0 1,-38 2 0,50 0-101,0 2 0,0-1-1,0 1 1,0 1 0,0-1 0,0 1 0,1 1 0,0 0-1,-1 0 1,1 1 0,1 0 0,-1 0 0,1 0-1,0 1 1,0 1 0,0-1 0,1 1 0,0 0-1,1 0 1,-1 1 0,1-1 0,1 1 0,-1 1-1,1-1 1,1 0 0,0 1 0,-4 17 0,6-24-62,-2 28-190,3-30 209,0 1 0,0 0-1,0 0 1,0-1 0,0 1-1,0 0 1,0 0-1,0 0 1,0-1 0,1 1-1,-1 0 1,0 0 0,0-1-1,1 1 1,-1 0 0,1-1-1,-1 1 1,1 0 0,-1-1-1,1 1 1,-1 0 0,1-1-1,-1 1 1,1-1 0,-1 1-1,1-1 1,0 1 0,0-1-1,-1 0 1,1 1 0,0-1-1,-1 0 1,2 1 0,9 0-90,-1-1 1,1 1-1,-1-1 1,1-1-1,-1 0 1,0-1 0,1 0-1,-1 0 1,0-1-1,0-1 1,0 1-1,-1-2 1,1 1 0,12-10-1,5-6-187,-2-1 0,0-2 0,-2 0 0,-1-1 0,0-2 0,23-37 0,-12 10-406,-2-1 0,34-83 0,-47 91 1119,-2-1 0,-2 0 1,-2-1-1,7-66 0,-7-97 9706,-12 214-10025,0 707 256,0-666-298,1 1 0,2-1 0,3 0-1,1 0 1,24 79 0,-30-121-85,0 1 0,0 0 0,0-1 0,0 1 1,1-1-1,-1 1 0,1-1 0,0 0 0,0 0 0,0 0 0,0 0 0,0 0 0,0 0 1,1 0-1,-1-1 0,0 1 0,1-1 0,0 1 0,4 1 0,-3-2-176,0-1 1,0 1-1,0-1 0,0 1 1,0-1-1,0 0 0,0-1 1,0 1-1,0-1 0,0 1 0,0-1 1,0 0-1,0-1 0,4-1 1,-1-1-561,0 0 1,-1-1 0,1 1 0,8-9-1,-15 13 791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52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4185,'0'0'9294,"0"35"-8779,0-34-508,12 291 1261,37 78 622,-35-299-1634,3 0 1,3-2-1,34 78 0,-50-138-269,7 15 9,19 34 0,-27-53-76,0 1 1,1-1-1,0 0 1,0 0-1,0-1 1,1 1-1,-1-1 1,1 0-1,0 0 1,0-1 0,10 6-1,-13-8-30,0-1 1,1 1-1,-1 0 0,0-1 1,1 0-1,-1 1 0,0-1 1,1 0-1,-1 0 0,1 0 1,-1-1-1,0 1 0,1-1 1,-1 1-1,0-1 0,0 0 1,1 1-1,-1-1 0,0 0 1,0-1-1,0 1 0,0 0 1,0-1-1,0 1 0,-1-1 1,1 1-1,0-1 0,2-3 1,2-3-576,0 0 0,-1 0 0,0 0 0,0-1 0,4-11 0,15-47-6697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53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5521,'0'0'12419,"344"-60"-12123,-232 32-296,-11 16-656,-24 8-2105,-35 4-4952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0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569 24 744,'0'0'8110,"3"-4"-7281,-1 2-535,-2 1-178,1 0-1,-1 0 1,1 0-1,-1 0 1,1 0 0,0 0-1,0 0 1,0 0 0,-1 0-1,1 0 1,0 0-1,0 0 1,0 0 0,0 1-1,0-1 1,1 1-1,-1-1 1,0 0 0,2 0-1,-4 21 99,-3 0-178,-2 0 0,0 0 0,-1 0 1,-1 0-1,-16 28 0,-8 20 25,3 6-47,3 1-1,3 1 0,4 1 1,3 1-1,3 0 0,-3 114 1,16-189-14,-4 142 7,26 263 0,6-198-17,2 269 0,-30-432-3,-3 104-53,1-126 49,-1-1 0,-1 1-1,-15 47 1,6-39-1,0-1-1,-2-1 0,-1 0 0,-33 45 0,38-61 60,0 0 0,-2-1 1,1 0-1,-2-1 0,0 0 0,-1-1 0,0-1 1,0 0-1,-1-1 0,-19 8 0,23-14 237,0 0-1,0-1 0,0 0 1,0-1-1,-1-1 0,1 0 1,-22-1-1,34 0-285,-1 0 1,1 0-1,-1 0 0,1 0 0,-1-1 0,1 1 0,-1 0 1,1 0-1,-1 0 0,1-1 0,-1 1 0,1 0 0,-1-1 1,1 1-1,-1 0 0,1-1 0,0 1 0,-1-1 0,1 1 0,-1 0 1,1-1-1,0 1 0,0-1 0,-1 1 0,1-1 0,0 1 1,0-1-1,0 1 0,-1-1 0,1 0 0,0 1 0,0-1 1,0 0-1,0-24-526,1 16 290,-1-23-1443,0 0-1863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1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0 1584,'0'0'2145,"-9"38"-504,-3 10-1149,-43 199 1541,33-116-235,5 1-1,1 187 1,17-317-1788,-1 0 0,0 0 0,1-1 0,-1 1 0,1 0 0,-1 0 0,1-1 0,0 1 0,0-1 0,0 1 0,0-1 0,0 1 0,0-1 0,0 0 0,0 1 0,1-1 0,-1 0 0,0 0 0,1 0 0,-1 0 0,1 0 0,-1 0-1,1 0 1,-1 0 0,1-1 0,0 1 0,0-1 0,-1 1 0,1-1 0,0 0 0,2 1 0,9 1-75,0-1 0,0 0 0,16-1 0,-17 0-177,45-1-4465,-38-2-2331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1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24 128,'0'0'15291,"29"-8"-15403,24 1 96,7 3 16,23 0-512,-12 4-1616,-12 0-2689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3081,'0'0'8213,"16"22"-8125,1 2-56,35 39-1,-51-61-24,0-1 0,0 0 0,0 0 0,1 0 0,-1 0 0,0-1 0,0 1 0,0 0 0,1 0 0,-1-1 0,0 1 0,1-1 0,-1 1 0,0-1-1,1 1 1,-1-1 0,1 0 0,-1 0 0,1 0 0,-1 0 0,1 0 0,-1 0 0,1 0 0,-1 0 0,0 0 0,1-1 0,-1 1 0,1-1 0,-1 1 0,0-1 0,1 0 0,1 0 0,0-2 26,0 0 1,0 0-1,0-1 0,0 1 1,0 0-1,-1-1 1,4-6-1,-4 8-6,3-9 150,0-1 0,0 1 0,-1-1-1,-1 0 1,0 0 0,-1 0 0,0 0-1,0-1 1,-1 1 0,-2-22 0,1 32-127,0 0 0,0 0 0,0 0 1,0 0-1,-1-1 0,1 1 0,-1 0 1,1 0-1,-1 0 0,0 0 0,0 0 1,0 0-1,0 0 0,0 0 0,0 0 1,0 1-1,-1-1 0,1 0 0,-1 1 1,1-1-1,-1 1 0,0-1 0,1 1 1,-1 0-1,0 0 0,0 0 0,0 0 1,0 0-1,0 0 0,-4 0 0,-3-1 69,0 0 0,0 1-1,0 1 1,0-1 0,0 2-1,-10 0 1,16 0-142,0-1-1,0 1 1,1 0 0,-1-1-1,0 1 1,1 1 0,-1-1-1,1 0 1,0 1 0,-1-1-1,1 1 1,0-1 0,0 1-1,0 0 1,0 0 0,0 0-1,0 0 1,1 1 0,-1-1-1,1 0 1,-1 1 0,1-1-1,0 1 1,0-1 0,-1 5-1,-1 2-915,0 1-1,1 0 1,1 0-1,-1 0 1,1 18-1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2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3209,'0'0'4194,"0"29"-4051,0 164 5,0-157-139,1 35 1594,-13 97 0,4-84-677,3 105 1,5-186-928,1 2-1,-1 0 0,1-1-1,0 1 1,0 0-1,0 0 1,1 0 0,-1-1-1,1 1 1,0-1-1,1 1 1,-1-1 0,1 0-1,0 0 1,0 0-1,0 0 1,0-1 0,1 1-1,-1-1 1,1 0-1,0 0 1,0 0 0,0 0-1,6 2 1,-2-1-160,-1-1 0,0 0 0,1 0 0,-1-1 0,1 0 0,0 0 0,0-1 0,0 0 1,0 0-1,0-1 0,0 0 0,0-1 0,14-1 0,-19 1-29,-1 0 0,1 0 0,-1 0 0,1 0 0,-1 0 0,1 0 0,-1-1 0,0 1 1,1-1-1,-1 1 0,2-3 0,20-28-4050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2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1096,'0'0'12147,"261"-32"-12147,-166 32-728,-24 0-1377,-12 0-2960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3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3041,'0'0'8165,"7"33"-7951,31 100-69,-37-130-138,0 0-1,0-1 0,0 1 1,0 0-1,1-1 1,-1 0-1,1 1 0,0-1 1,0 0-1,-1 0 1,1 0-1,1 0 0,-1 0 1,4 3-1,-4-4-1,0-1-1,0 1 0,0-1 0,0 1 1,1-1-1,-1 0 0,0 1 0,0-1 1,0 0-1,0-1 0,4 1 0,4-1-1,-7 1 7,1 0 1,-1 0 0,0-1-1,0 0 1,0 1 0,1-1-1,-1 0 1,0 0 0,0 0 0,0-1-1,-1 1 1,1-1 0,0 0-1,0 0 1,-1 0 0,4-3-1,-2 1 14,-1 0 0,1-1 0,-1 1 0,0-1 0,0 0 0,-1 0 0,1 0 0,2-10-1,-1 2 50,-1 0-1,-1 1 1,0-1-1,-1 0 0,0 0 1,-1 0-1,-3-24 1,2 35-26,1 1 0,-1 0-1,1-1 1,-1 1 0,0 0 0,1-1 0,-1 1 0,0 0 0,0 0 0,0 0 0,0 0 0,0 0 0,0 0 0,-1 0-1,1 0 1,0 0 0,0 0 0,-1 1 0,1-1 0,-1 0 0,1 1 0,0-1 0,-1 1 0,1 0 0,-1-1 0,1 1 0,-1 0-1,-1 0 1,-52-1 733,38 2-676,16-1-132,0 0-1,0 0 1,0 0-1,0 0 0,-1 1 1,1-1-1,0 0 1,0 1-1,0-1 1,0 1-1,0-1 0,0 1 1,0-1-1,0 1 1,0 0-1,0-1 1,0 1-1,1 0 1,-1 0-1,0 0 0,0 0 1,1 0-1,-1 0 1,1 0-1,-1 0 1,1 0-1,-1 0 1,1 0-1,-1 0 0,1 0 1,0 0-1,0 0 1,0 1-1,-1-1 1,1 0-1,0 0 1,0 0-1,1 0 0,-1 0 1,0 1-1,0-1 1,1 2-1,0-1-216,-1 1-1,1 0 1,-1 0-1,1 0 1,0-1-1,1 1 1,-1 0-1,0-1 1,1 1-1,-1-1 1,1 1-1,0-1 1,0 0-1,0 0 1,0 0 0,4 4-1,29 6-3539,5-3-892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3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 4369,'0'0'6897,"24"250"-6689,-18-183-8,0-3-63,0-9-121,0-11-16,6-20-793,-6-12-1111</inkml:trace>
  <inkml:trace contextRef="#ctx0" brushRef="#br0" timeOffset="1">1 286 3329,'0'0'11474,"89"0"-11602,0 0-560,-12 0-1152,-6-12-2561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4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332 104 1792,'0'0'7002,"42"274"-6298,-24-195 152,-7-7-272,1-9-312,6-19-272,0-28-368,-6-16-1680,5 0-3233</inkml:trace>
  <inkml:trace contextRef="#ctx0" brushRef="#br0" timeOffset="1">0 17 7138,'0'0'9658,"320"0"-9346,-207 0-176,-6 0-136,-13 0-24,-16-8-584,-19 4-545,-24 0-1431,-17 4-4170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6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0 7330,'0'0'8197,"-23"27"-8253,-70 94 31,86-112 25,2 0 0,-1 1-1,1 0 1,1 0 0,0 1 0,0-1 0,1 1-1,0 0 1,1 0 0,-1 20 0,0-10 1,-1 22 32,1 0 1,4 56 0,0-94-34,-1 0 0,1 0-1,0-1 1,0 1 0,0 0 0,0-1 0,1 1 0,0-1-1,0 1 1,0-1 0,1 0 0,0 0 0,-1 0 0,1 0-1,6 6 1,-4-6-21,0 0 0,1 0 0,-1 0 0,1-1 0,0 1 0,0-2-1,1 1 1,-1 0 0,0-1 0,10 2 0,-3-2-35,1 0-1,0-1 1,0 0 0,-1-1-1,1-1 1,0 0 0,0-1-1,-1 0 1,1-1 0,-1 0-1,14-6 1,-10 1-18,-1-1-1,0 0 1,0-1-1,-1-1 0,-1 0 1,0-1-1,22-24 1,-20 19-25,-2-1 0,0 0 0,-1-1 0,0-1 0,18-40 1,-22 23 224,-9 238-415,0-194 283,0-1 1,0 0-1,1 1 1,0-1-1,0 0 1,1 1-1,0-1 1,0 0-1,0 0 1,1-1-1,0 1 1,6 9-1,-4-8-11,1 0 0,1-1 0,-1 0 0,1 0 0,0-1 0,0 1 0,0-2 0,1 1 0,8 3 0,-4-2-27,1-2-1,-1 1 0,1-2 1,-1 1-1,1-2 0,0 0 1,14 1-1,-21-2 23,1-1-1,0 0 1,0 0 0,0-1-1,-1 0 1,1 0 0,0 0-1,-1-1 1,1 0 0,-1 0-1,0-1 1,1 0 0,-1 0-1,-1 0 1,10-7 0,-8 3 19,-1 1 0,-1-1 1,0 0-1,0 0 1,0-1-1,-1 0 1,0 1-1,0-1 0,-1-1 1,0 1-1,0 0 1,-1-1-1,1-8 0,1-15 4,-1 0 0,-1-39-1,-2 69 0,0-11 1,0 1 1,-1 0-1,-1-1 0,1 1 1,-7-18-1,6 25 11,0-1-1,0 1 1,-1 0-1,0 0 1,0 0 0,0 0-1,-1 1 1,0-1 0,0 1-1,0 0 1,0 0-1,0 0 1,-9-5 0,4 3 62,-1 1 0,0 0 0,0 0 0,-1 1 0,1 0 0,-1 1 1,0 0-1,-14-2 0,-7 2 249,-50 1 1,62 2-273,11 0-44,0 1 0,-1 0-1,1 0 1,0 1 0,-1 0-1,1 1 1,0 0 0,1 0-1,-1 1 1,1 0 0,-13 8-1,16-9-25,1 0 0,0 1 0,0 0 0,0-1 0,0 1 0,0 0 0,1 1-1,-1-1 1,1 1 0,1-1 0,-1 1 0,1 0 0,-1 0 0,1 0 0,1 1-1,-1-1 1,1 0 0,0 1 0,0-1 0,0 10 0,8-13-289,6-3 259,1 0 0,0-1 0,0 0 1,-1-1-1,25-8 0,-4-3 57,38-20-1,-37 16-20,55-20 0,-73 32-56,1 1 0,0 1 0,0 1-1,0 0 1,30 1 0,-27 1-119,1 2 1,0 0-1,-1 2 1,1 0-1,-1 1 0,0 1 1,0 1-1,36 16 1,-18-2-209,52 35 0,-76-45 270,0 1 0,-1 1 0,0 1 0,-1 0 1,21 26-1,-31-33 119,1 0 1,-1 1 0,0-1-1,-1 0 1,0 1 0,0 0-1,0-1 1,-1 1-1,1 13 1,-1-16 92,-1 1 1,0 0-1,0-1 0,0 1 0,-1-1 0,1 0 0,-1 1 1,0-1-1,0 1 0,-1-1 0,0 0 0,1 0 1,-1 0-1,-1 0 0,1 0 0,-3 4 0,-1-3 113,0-1-1,0 1 0,0-1 1,0 0-1,-1 0 1,1-1-1,-1 0 0,0 0 1,-12 3-1,-5 0 635,-42 6 0,39-9-443,0 0-1,0-2 1,-37-4-1,62 3-397,1 0 0,0 0 1,0-1-1,0 1 0,-1 0 0,1-1 1,0 1-1,0-1 0,0 1 0,0-1 0,-1 0 1,1 1-1,0-1 0,0 0 0,1 0 1,-1 0-1,0 0 0,0 0 0,0 0 0,0 0 1,1 0-1,-1 0 0,1 0 0,-1 0 1,1 0-1,-1 0 0,1-1 0,-1-1 0,0-3-220,0-1 0,1 1 0,0 0-1,1-12 1,0-2-873,-1-23-2547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6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3321,'0'0'11171,"21"-23"-11224,70-67-228,-88 88 243,0-1 0,0 1 0,1 0 0,-1 0 0,1 0 0,0 0 0,-1 1 0,1-1 0,0 1 0,6-1 0,-7 1-3,-1 1-1,0 0 1,0 0-1,0 0 1,1 1-1,-1-1 0,0 1 1,0-1-1,0 1 1,0-1-1,0 1 1,0 0-1,0 0 0,3 2 1,-2 0-27,0 0 1,1 0-1,-1 0 1,0 0-1,-1 1 1,1-1-1,-1 1 1,0 0-1,1-1 1,-2 1-1,1 0 1,0 0-1,1 9 1,1 8 7,-1 1 0,-1-1 0,-2 39 0,0-36 53,-1 5 34,-1 0-1,-2 0 1,-1 0-1,-1-1 1,-19 53-1,-69 130 1021,67-155-394,-3 25 1489,29-80-1698,12-1-132,9-1-412,0-1-1,-1-1 0,1-1 1,26-8-1,17-5-1587,-2 5-2585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7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0 5817,'0'0'5991,"-23"51"-4890,-73 171-259,82-184-646,1 1-1,1 0 1,3 1 0,-9 74 0,15-91-126,-11 344 681,14-301-689,1-21-101,2 0 1,2 0-1,1-1 1,3 0 0,2 0-1,1-1 1,2 0-1,3-1 1,34 65 0,-50-104-66,1 1 0,0-1 0,0 0 0,1 1 1,-1-1-1,1 0 0,-1 0 0,1-1 0,0 1 1,0 0-1,0-1 0,0 0 0,1 0 0,6 4 0,-5-5-607,0 1 0,1-1-1,-1-1 1,1 1 0,10-1-1,3 0-5546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8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13 179 3185,'0'0'8611,"-2"37"-7551,-6 124-273,8-155-758,-2 26 194,1 1 0,7 58-1,-4-83-203,0 1 0,0-1-1,1 0 1,0 0 0,1 0-1,0 0 1,0 0 0,0-1-1,1 0 1,0 0 0,1 0-1,10 10 1,-11-12-29,0-1 0,0 0 0,1 0 1,-1 0-1,1-1 0,0 1 0,0-1 0,0-1 0,0 1 0,11 2 0,-13-4-9,0-1 0,0 1 0,1-1-1,-1 1 1,0-1 0,0 0 0,0-1-1,1 1 1,-1-1 0,0 0 0,0 0-1,0 0 1,0 0 0,0-1-1,0 1 1,-1-1 0,1 0 0,5-5-1,1-1 2,-2-1-1,1 0 0,-1-1 0,-1 0 1,0 0-1,0-1 0,-1 0 0,0 0 0,-1-1 1,6-18-1,-2 5-186,-2 0 0,-1-1 0,-2 0 0,3-29 0,-6 5 26,-1 45 241,0 30-67,0-14-5,0 1 0,1-1 0,0 0 1,1 0-1,0 0 0,1 0 0,6 15 1,-6-19 14,1 0 1,0-1 0,0 1 0,0-1 0,1 0-1,0 0 1,0 0 0,1-1 0,-1 0 0,1 0-1,0 0 1,9 4 0,-7-4 5,1 0 0,0-1 0,0-1 0,1 1 0,-1-1 0,1-1 0,0 0 0,10 1 0,-16-2 4,0-1 0,-1 1 1,1-1-1,0 0 0,0-1 1,0 1-1,0 0 0,0-1 1,-1 0-1,1 0 0,0 0 1,-1-1-1,1 1 0,-1-1 1,1 0-1,-1 0 0,0 0 1,1 0-1,-1 0 0,-1-1 1,1 0-1,0 1 0,3-6 1,0-2 53,-1 0 0,-1 0 1,1 0-1,-2-1 0,0 0 1,0 1-1,-1-1 0,2-17 1,-1-94 91,-4 80-118,0 28 16,0-1 1,-1 1-1,-1 1 1,0-1-1,-1 0 1,-1 1-1,0 0 1,0 0-1,-2 0 1,1 0-1,-2 1 1,0 0-1,0 1 1,-1 0-1,0 0 1,-1 1-1,0 0 1,0 1-1,-22-15 1,30 23-917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8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1 912,'0'0'13423,"4"41"-13164,22 288 712,-17-225-319,29 139 1,-28-198-542,3 0 1,1 0-1,2-1 1,2-1-1,34 58 0,-40-82-104,0 0-1,17 19 1,-24-33-73,0 1 0,1-1 1,-1 0-1,1 0 0,0-1 1,0 0-1,1 0 0,-1 0 1,15 5-1,-19-9-23,0 1 1,0-1-1,0 1 1,0-1-1,1 1 1,-1-1-1,0 0 1,0 0-1,0 0 1,0-1-1,1 1 1,-1 0-1,0-1 0,0 1 1,0-1-1,0 0 1,0 0-1,0 0 1,0 0-1,0 0 1,0 0-1,-1 0 1,1-1-1,0 1 1,-1-1-1,1 1 0,-1-1 1,3-3-1,1-2-413,-1 1 0,0-2 0,-1 1 0,0 0 0,0-1-1,3-10 1,8-48-5923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9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2785,'0'0'4697,"344"-44"-7370</inkml:trace>
  <inkml:trace contextRef="#ctx0" brushRef="#br0" timeOffset="1">800 76 3081,'0'0'6794,"0"36"-5616,2 117-554,-2-146-595,0 0 0,1 1 1,0-1-1,0 0 0,0 0 0,1 0 0,0 0 0,0 0 0,1 0 0,0-1 0,0 1 1,1-1-1,6 10 0,-5-11-42,0-1-1,0 0 1,1 0 0,-1 0 0,1 0 0,0-1 0,0 0-1,0 0 1,0-1 0,10 3 0,-10-2-36,21-1-112,-25-2-29,-1-2-340,-1 0 0,0 0 0,0 0 0,0 0 0,0 0 0,0 1 0,0-1 0,0 0 0,0 0 0,-2-3 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49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3809,'0'0'13275,"71"16"-12771,-17-12-184,5-4-104,-6 0-136,1 0-80,-7 0-104,12-8-840,-17-4-1425,-7-4-4232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50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1176,'0'0'11033,"7"5"-10811,6 7-145,1 1 0,-2 0 0,0 1 0,-1 0 0,0 1 0,-1 0 0,0 1 0,8 20 0,58 152 697,-56-132-465,22 52 248,63 194 434,-93-265-811,-12-36-42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51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4305,'0'0'4734,"-7"36"-3087,-21 120-348,24-130-1018,2 0 0,0 1 1,1-1-1,6 53 0,-3-69-228,0 0 0,0 0-1,1 0 1,0-1 0,0 1 0,1-1 0,0 0 0,1 0 0,0 0-1,1 0 1,0-1 0,0 0 0,0 0 0,1-1 0,0 1 0,1-2-1,0 1 1,0-1 0,0 0 0,1-1 0,0 0 0,13 6 0,-2-3-27,1 0 0,0-2 0,0 0 0,0-1 0,1-2 0,0 0 0,0-1 0,0-1 0,30-3 0,-42 2-25,-1-2 1,1 1-1,0-2 0,-1 1 0,1-1 0,-1 0 0,0-1 1,0 0-1,0-1 0,-1 0 0,1 0 0,-1-1 1,0 0-1,-1 0 0,1-1 0,-1 0 0,8-10 0,-7 5 0,0 0 0,0 0 0,-2 0 0,1-1 0,-2 0 0,1 0 0,-2-1 0,0 0-1,0 0 1,-2 0 0,3-21 0,-3 18 9,-1-1 1,-1 0-1,-3-30 0,2 43 0,0-1-1,-1 1 1,1-1-1,-1 1 1,0 0-1,-1 0 1,1 0-1,-1 0 1,0 1-1,0-1 1,0 1-1,-1-1 1,0 1 0,0 0-1,-8-6 1,-1 0 65,-1 1 0,-1 1 0,0 0 0,0 1 0,0 1 1,-1 0-1,0 1 0,0 1 0,-26-4 0,-12 2 318,-86 2-1,132 4-381,0-1-42,1 1 0,-1 1 0,1 0 0,-1 0 1,1 0-1,-1 1 0,1 0 0,0 1 1,-1-1-1,1 2 0,1-1 0,-1 1 1,0-1-1,1 2 0,0-1 0,0 1 1,0 0-1,1 0 0,-1 1 0,1-1 1,0 1-1,1 1 0,0-1 0,0 0 0,0 1 1,1 0-1,-1 0 0,2 0 0,-5 14 1,4 1-838,0-1 0,2 1 0,1 38 0,0-24-1490,0-3-1552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51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4561,'0'0'10953,"-1"41"-10854,0-27-84,0 42 101,2 1-1,2-1 1,19 99-1,35 133 1199,29 409-1,-85-668-1323,0-7-57,1 0-1,0-1 1,8 30-1,-9-48-373,-1-6-38,2-35-1933,0 0 1,13-58-1,2 17-5109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1:51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5473,'0'0'8858,"183"313"-7818,-129-162-280,-13 20-111,-23 11-65,-18 9-160,0-1-280,-36-11-40,-17-20-104,0-24-520,11-28-488,-5-36-1033,17-31-1856,12-28-1064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19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702 1 1632,'0'0'15904,"0"7"-15283,-2 3-602,0 1 0,0-1 0,0 0 0,-2 0 0,1-1-1,-1 1 1,0-1 0,-6 10 0,-7 15-14,-19 57 5,3 2-1,5 0 1,4 2 0,4 1 0,4 1-1,-5 135 1,15 500-624,8-423 66,-1-156 193,-3 170-462,1-293 792,-1 0 1,-2 0-1,-2-1 0,0 1 0,-2-1 1,-1-1-1,-1 1 0,-21 40 0,23-55 63,-1 0-1,0-1 1,-1 0-1,0 0 0,-1-1 1,0 0-1,-21 15 1,22-20 65,0 0 0,0-1 1,-1 0-1,0-1 0,0 0 1,-1 0-1,1-1 0,-1-1 0,0 0 1,0-1-1,-12 1 0,-2 0 363,-1-2 0,-45-4 0,55-5-346,17 8-169,0-1 0,-1 1 0,1 0 0,0 0 0,0-1 0,-1 1 0,1 0 0,0 0 0,0-1 0,0 1 0,-1 0 0,1-1 0,0 1 0,0 0 0,0-1 1,0 1-1,0 0 0,0-1 0,0 1 0,0 0 0,0-1 0,-1 1 0,1 0 0,1-1 0,-1 1 0,0-1 0,0 1 0,0 0 0,0-1 0,0 1 0,0 0 0,0-1 1,0 1-1,1 0 0,-1 0 0,0-1 0,0 1 0,0 0 0,1-1 0,-1 1 0,0 0 0,0 0 0,1-1 0,-1 1 0,0 0 0,1 0 0,-1 0 0,0-1 0,0 1 1,1 0-1,-1 0 0,0 0 0,1 0 0,26-8-3955,12 0-2312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0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3993,'0'0'5797,"0"18"-5586,0 334 3239,-8-19-2725,5-242-685,1-54-5,5 258 587,-3-288-612,1 1 1,0 0-1,1-1 1,-1 0-1,2 1 1,-1-1-1,1 0 1,0 0-1,0 0 1,1 0-1,0-1 1,0 1-1,1-1 1,0 0-1,0 0 1,0-1-1,1 0 1,-1 0-1,1 0 1,0 0-1,1-1 1,-1 0-1,1 0 1,0-1-1,0 0 1,0 0-1,0-1 1,1 0-1,-1 0 1,1 0-1,-1-1 1,10 0-1,-9 0-171,0-1 1,0 0-1,0 0 0,0-1 0,0 0 1,0 0-1,-1-1 0,1 0 0,0 0 0,0-1 1,-1 0-1,0 0 0,0-1 0,0 0 0,0-1 1,0 1-1,-1-1 0,0 0 0,0-1 0,0 1 1,0-1-1,5-9 0,21-31-4182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1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3201,'0'0'10682,"249"-48"-10682,-178 48-112,12 0-1088,-18 0-1697,-11 20-2592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1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3 204 4185,'0'0'8194,"39"30"-7913,121 87-109,-157-114-163,0-1 1,0 0-1,1-1 0,-1 1 1,1-1-1,-1 1 0,1-1 1,0 0-1,-1-1 0,1 1 0,4 0 1,-7-1-3,0-1 1,1 1-1,-1 0 1,0-1-1,0 1 1,0-1-1,1 1 0,-1-1 1,0 1-1,0-1 1,0 0-1,0 0 1,0 1-1,0-1 1,0 0-1,-1 0 1,1 0-1,1-1 0,3-6 39,1 0-1,-2 0 0,1-1 0,-1 1 0,0-1 0,-1 0 0,0 0 0,0 0 0,-1-1 0,1-11 0,1-15 165,-2-49 0,-2 81-183,0 0 40,0-1 1,0 1-1,0 0 0,-1-1 0,0 1 0,0 0 0,0 0 0,0-1 0,-1 1 1,0 0-1,0 0 0,0 1 0,0-1 0,0 0 0,-1 1 0,-3-4 0,1 2 57,0 1-1,0 0 0,0 0 1,-1 1-1,0-1 0,0 1 0,0 0 1,0 1-1,-13-4 0,0 2 147,-1 1 0,0 0 0,1 2 0,-1 0-1,-28 3 1,45-2-296,0 1 1,-1-1-1,1 1 0,0 0 0,-1 0 1,1 0-1,0 0 0,0 0 0,0 1 1,0 0-1,0-1 0,0 1 0,1 0 1,-1 0-1,1 1 0,-1-1 0,1 0 1,0 1-1,0 0 0,0-1 0,0 1 0,0 0 1,0 0-1,1 0 0,0 0 0,-1 0 1,1 0-1,0 1 0,0 5 0,0-4-204,0 0-1,0 0 0,1 0 1,0 1-1,0-1 0,0 0 1,1 0-1,0 0 0,0 0 1,0 0-1,0 0 0,1 0 1,0 0-1,0 0 0,0-1 0,1 1 1,0-1-1,-1 1 0,5 3 1,26 21-3995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14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3633,'0'0'10753,"-4"0"-10092,-21 0 2728,25 1-3389,0 0-1,1 0 1,-1 0 0,1-1-1,-1 1 1,0 0-1,1 0 1,0-1 0,-1 1-1,1 0 1,-1-1 0,1 1-1,0-1 1,-1 1 0,1 0-1,0-1 1,0 0 0,0 1-1,-1-1 1,1 1-1,0-1 1,0 0 0,0 0-1,0 0 1,-1 1 0,1-1-1,0 0 1,0 0 0,0 0-1,2 0 1,2 1-12,81 13 46,-1-4 1,98 0-1,-27-9-2819,-170 8 701,-13 3-611,-8 3-1320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14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6513,'0'0'8010,"320"20"-7818,-231-12-192,23 8-120,-23 0-1976,-18-5-4762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3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1384,'0'0'11946,"0"2"-11672,0 432 285,0-249-7789,0-159 897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3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5473,'0'0'6962,"148"4"-6658,-82 0 8,5-4-160,-6 4-104,-6-4-40,0 4-8,-11-4 0,-7 0-952,-11 0-1809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3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1744,'0'0'9528,"16"-19"-9647,6-6-17,31-27 0,-52 50 112,1 0-1,0 1 1,1-1 0,-1 0-1,0 1 1,0-1 0,1 1-1,-1 0 1,1 0 0,-1 0 0,1 0-1,0 0 1,-1 0 0,1 1-1,0-1 1,-1 1 0,1 0-1,0 0 1,0 0 0,-1 0-1,1 0 1,0 0 0,-1 1-1,1 0 1,0-1 0,-1 1-1,1 0 1,0 0 0,-1 0 0,0 1-1,1-1 1,-1 1 0,0-1-1,4 5 1,-1-1-17,0 0-1,-1 1 1,0-1-1,0 1 1,0 0-1,-1 1 1,0-1-1,0 0 1,-1 1-1,3 10 1,-1 12 106,0 0 0,-2 0 0,-2 0 0,-4 48 0,2-60 22,-1-1 1,0 1-1,-2-1 0,1 0 0,-12 25 0,-44 73 625,24-47-137,19-35-305,10-20-45,-1 1 0,2 0 0,0 0 0,0 1 0,1 0 0,1 0 0,0 0 0,1 1-1,-2 22 1,6-37-195,-1 1 0,1 0 0,-1 0 1,1-1-1,0 1 0,-1 0 0,1-1 0,0 1 0,-1-1 0,1 1 0,0-1 0,0 1 0,0-1 0,-1 0 0,1 1 0,0-1 0,0 0 0,0 1 0,0-1 0,0 0 0,-1 0 0,1 0 0,0 0 0,0 0 0,0 0 0,2 0 0,36-1 269,-28 1-190,34-1-53,0-2-1,-1-2 0,61-14 1,-46 5-1627,-15 4-2205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4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 2969,'0'0'10561,"-2"-5"-10505,2 5-55,0 0-1,0 0 1,0 0-1,0 0 1,0 0-1,0 0 1,0 0-1,0 0 1,0 1-1,0-1 1,0 0-1,0 0 1,-1 0-1,1 0 1,0 0-1,0 0 1,0 0-1,0 0 1,0 0-1,0 0 1,0 0-1,0 0 1,0 0-1,0 0 1,0 0-1,0 0 0,0 0 1,0 0-1,-1 0 1,1 0-1,0 0 1,0 0-1,0 0 1,0 0-1,0 0 1,0 0-1,0 0 1,0 0-1,0 0 1,0 0-1,0 0 1,0 0-1,-1 0 1,1 0-1,0 0 1,0 0-1,0 0 1,0 0-1,0 0 1,0 0-1,0 0 1,0 0-1,0 0 1,0 0-1,0-1 1,0 1-1,0 0 1,0 0-1,0 0 1,0 0-1,-2 13 175,0-1-1,2 1 0,-1-1 1,3 21-1,0 10 141,-7 52-103,-4 0-1,-24 103 1,13-93-190,-7 141 1,27-53 33,0-190-63,0-1 0,0 1 0,1 0 0,-1 0 0,1-1 0,0 1 0,0 0 0,0-1 0,0 1 0,0-1 1,1 1-1,-1-1 0,1 1 0,-1-1 0,1 0 0,0 0 0,0 0 0,0 0 0,0 0 0,0 0 0,1-1 0,-1 1 0,0-1 0,1 1 0,-1-1 0,1 0 0,3 1 0,5 1-61,0-1 0,1 0 0,-1-1 0,0 0 1,16-1-1,-27 0 65,8 0-76,-1-1-1,1 0 1,-1 0 0,0 0 0,1-1 0,-1 0-1,0-1 1,0 1 0,-1-1 0,1-1 0,10-6 0,0-3-920,0 0 1,24-25 0,-37 33 665,41-43-5498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5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2969,'0'0'8225,"379"-56"-9953,-308 56-2657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5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0 106 336,'0'0'9661,"21"32"-9593,68 98-28,-87-127-37,1 0 0,-1 0 0,1 0 0,0 0 0,0-1 0,0 1 0,0-1 0,1 0 0,-1 0-1,0 0 1,6 2 0,-7-4 7,0 1 0,0-1 0,0 0 0,-1 0 0,1 1 0,0-1 0,0-1 0,0 1 0,0 0 0,-1 0-1,1-1 1,0 1 0,0-1 0,-1 1 0,1-1 0,3-1 0,-1-1 34,-1 0-1,1 0 1,-1 0 0,1 0-1,-1-1 1,0 1-1,0-1 1,0 0 0,-1 0-1,4-8 1,0-3 32,0-1 0,-2 0 0,0 0 0,-1 0-1,0 0 1,-1-1 0,-1 1 0,-1-1 0,0 1 0,-5-28 0,5 42-19,-1 0 0,0-1 0,0 1 0,0 0 0,0 0 0,0 0 1,0 0-1,0 0 0,-1 0 0,1 1 0,0-1 0,-1 0 0,0 1 0,1-1 0,-1 1 0,0-1 1,0 1-1,0 0 0,0 0 0,0 0 0,0 0 0,0 0 0,0 0 0,-1 1 0,1-1 0,0 1 1,-5-1-1,-6-1 250,-1 1 1,1 1 0,-22 1 0,20 0-180,11 0-136,0-1 0,1 0 1,-1 1-1,1 0 0,-1 0 1,0 0-1,1 0 0,0 0 1,-1 1-1,1-1 0,0 1 0,0 0 1,0 0-1,0 1 0,0-1 1,0 0-1,0 1 0,1 0 1,-1-1-1,1 1 0,0 0 1,0 1-1,0-1 0,0 0 0,1 0 1,-3 8-1,1-2-299,1 1-1,0 0 1,0 1 0,1-1-1,0 0 1,1 0 0,0 1-1,3 16 1,-3-23 31,1 0 1,0-1 0,0 1-1,0 0 1,0-1-1,1 1 1,-1-1 0,1 0-1,2 4 1,27 23-4330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5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3369,'0'0'5281,"6"203"-4961,-6-136-48,0 1 24,0-5-16,0-7-280,0-13-496,0-15-1464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6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1 358 4825,'0'0'8394,"296"-12"-8394,-201 0-168,-24 4-1745,-12-4-2576</inkml:trace>
  <inkml:trace contextRef="#ctx0" brushRef="#br0" timeOffset="1">741 0 2777,'0'0'6121,"0"246"-5353,0-182-112,0-4-344,0-5-312,0-15-312,0-12-1424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6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56 520,'0'0'13707,"350"0"-13019,-238 0-160,1-8-360,-18-8-72,-12 4-96,-12 4-736,-30 0-1968,-17 4-4442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6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0 3689,'0'0'6312,"-9"41"-5145,-27 132-294,34-166-826,1 0 0,0 0 0,0 0-1,0 1 1,1-1 0,0 0 0,1 0-1,-1 1 1,4 13 0,-2-18-34,-1 0 0,1-1 0,0 1-1,0 0 1,0-1 0,0 1 0,1-1 0,-1 0 0,1 1 0,-1-1-1,1-1 1,0 1 0,3 2 0,2 1 5,3 2-9,1-1 1,1 0 0,-1 0 0,1-1-1,0-1 1,0 0 0,25 4 0,-17-6 4,0 0 0,0-1 1,0-1-1,31-4 0,-45 3-7,0-1 0,-1 0 0,1 0 0,-1 0 0,0 0 0,0-1 0,0 0 0,0-1 0,0 1 0,0-1-1,-1 0 1,0 0 0,0-1 0,0 0 0,0 0 0,-1 0 0,0 0 0,0-1 0,0 1 0,-1-1 0,0 0 0,5-13 0,-3 6-4,-1-1 0,0 1 0,-1-1 0,-1 0 0,0 0 0,-1-1 0,0 1 1,-1 0-1,-3-27 0,2 38 0,0 0 0,0 1 0,0-1 0,0 0 0,0 0-1,0 1 1,-1-1 0,1 1 0,-1-1 0,0 1 0,1-1 0,-1 1 0,-1 0 0,1 0 0,0 0 0,0 0 0,-1 1 0,1-1 0,-1 0 0,1 1 0,-1 0 0,0 0 0,1 0 0,-1 0 0,0 0-1,-4-1 1,-7 0 70,-1-1 0,1 2-1,-29 0 1,34 1-24,3 0-44,-1 1 1,1 0 0,0 0 0,-1 1 0,1-1 0,0 2 0,0-1 0,0 0 0,0 1 0,0 0 0,0 1-1,1-1 1,0 1 0,0 0 0,0 1 0,0-1 0,0 1 0,1 0 0,0 0 0,-6 9 0,4-5-28,0 1 1,1 0 0,0 0 0,1 0-1,0 1 1,0 0 0,1 0 0,1 0 0,0 0-1,0 0 1,1 15 0,0-13-118,0-10 82,1-1 0,-1 1 0,1-1 0,0 1 0,0 0 0,0-1 0,0 1 0,1-1 0,-1 1 0,1 0 0,-1-1 0,1 1 0,0-1 0,0 0 0,0 1 0,0-1 0,1 0 0,0 3 0,7-1-333,0 0-1,0-1 0,0 0 0,0 0 1,1-1-1,-1 0 0,1 0 0,14-1 1,30 1-2718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7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0 2697,'0'0'10715,"-6"40"-10305,3-18-381,-9 59 114,-3 135 1,14 4 380,3 254 663,-2-462-1218,1 0 1,0-1 0,0 1 0,1 0-1,1-1 1,0 1 0,0-1 0,1 0-1,8 15 1,-10-23-85,0 0-1,0 0 1,0 0 0,1 0-1,-1-1 1,1 1 0,0-1-1,0 0 1,0 1 0,0-1-1,0-1 1,0 1 0,0 0-1,0-1 1,1 0 0,-1 1-1,1-2 1,5 2 0,-2-1-496,0 0 0,0-1 0,1 0 0,-1 0 0,0-1 0,1 0 0,-1 0 0,10-4 0,-7 1-1069,0 0 0,0-1 0,14-8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27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0 1168,'0'0'9298,"-6"298"-8570,6-183 49,0 16-65,0 0 160,0-4-64,0-4-96,12-16-360,6-20-208,5-11-144,1-25-16,18-27-1168,-7-16-1553,-5-8-2624</inkml:trace>
  <inkml:trace contextRef="#ctx0" brushRef="#br0" timeOffset="1">0 611 7978,'0'0'5841,"338"-47"-5521,-190 27-320,-35 4-1888,-30 8-4394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0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3649,'0'0'8938,"-2"29"-8825,-6 96 4,5 189 897,4-184-1628,-1-128 314,1 1 0,-1-1 0,0 0 0,0 1-1,0-1 1,-1 1 0,1-1 0,-1 0 0,1 1-1,-1-1 1,0 0 0,0 1 0,0-1 0,0 0-1,0 0 1,0 0 0,-3 2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0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5433,'0'0'8306,"231"0"-8002,-130 0-184,-1 0-112,1 0-8,6 0-568,-18 0-1857,-24-4-4072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1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1 496 7346,'0'0'6654,"61"-39"-6431,194-130-228,-234 154-44,0-1 0,35-36 0,-48 42 10,0 0-1,-1 0 0,11-21 0,-8 12 12,-5 10 88,0 0 0,0 0-1,-1-1 1,0 1 0,0-1-1,-1 0 1,-1 0-1,0 0 1,0-1 0,0-15-1,-2 24 276,0 5-244,17 359-974,-4-92 1463,-13-155-2704,0-61-545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4993,'0'0'8954,"308"-35"-8954,-219 19-112,0 12-1232,-18 4-1345,-24 0-2600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1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7642,'0'0'5157,"42"-17"-5520,132-52-193,-166 66 477,0 1 0,-1 0 1,1 0-1,0 0 0,0 1 0,0 0 1,0 1-1,1 0 0,14 1 0,-20 0 64,0-1-1,0 1 1,0 0-1,0 0 1,-1 1 0,1-1-1,0 1 1,0-1-1,-1 1 1,1 0-1,-1 0 1,0 0 0,1 0-1,-1 0 1,0 0-1,0 1 1,2 4-1,0 3 51,0 0-1,-1 0 1,0 0-1,0 1 0,-2 0 1,1-1-1,-1 1 1,-1 0-1,-1 18 0,1-23 1,1 12 43,-1 0 1,-1 0-1,-1 0 0,-1 0 0,0 0 0,-1-1 1,-1 1-1,-1-1 0,0 0 0,-1-1 1,-12 20-1,-237 351 3341,236-349-50,26-38-3113,233 0-53,-157 0-2520,-3 0-3400,-41 0-3147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2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593 0 5777,'0'0'11544,"-12"20"-11363,7-12-187,-18 27-38,1 1-1,3 1 0,-17 42 0,10 1 43,4 0 0,4 1 0,3 1 0,-5 97 0,7 333 3,13-410-1,9 380-7,0 13 28,-9-452-19,-2 0-1,-2 0 0,-2 0 0,-19 73 1,17-93 0,0-1 0,-1 0 1,-1 0-1,-1-1 0,-1 0 1,0 0-1,-2-2 0,-1 0 1,0 0-1,-23 21 0,13-19 47,-31 19 0,35-26 11,1 1 0,0 0 0,-21 23 0,33-22-546,8-16 293,0 1 1,0 0-1,0-1 1,0 1-1,0 0 1,0-1-1,1 1 1,-1-1-1,0 1 1,0 0-1,0-1 0,1 1 1,-1-1-1,0 1 1,0-1-1,1 1 1,-1-1-1,1 1 1,-1-1-1,0 1 1,1-1-1,-1 1 0,1-1 1,-1 0-1,1 1 1,-1-1-1,1 0 1,-1 1-1,1-1 1,0 0-1,-1 0 1,1 1-1,-1-1 0,1 0 1,0 0-1,-1 0 1,1 0-1,1 0 1,24 1-5680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3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 5153,'0'0'8986,"-5"41"-8970,-31 260 141,15-155 248,4-29 560,-4 161 1,20-237-908,0-21-17,0 0 1,2 0-1,0-1 1,7 32 0,-7-46-72,1 1 0,0-1 0,0 0 0,0 0 0,0 0 0,1-1 1,0 1-1,0-1 0,0 1 0,1-1 0,-1 0 0,1 0 0,0 0 1,0-1-1,0 1 0,1-1 0,-1 0 0,1 0 0,0-1 1,0 1-1,7 2 0,-5-3-228,-1 0 1,0-1-1,0 1 1,1-1-1,-1 0 1,1 0-1,-1-1 1,1 0-1,-1 0 1,1-1-1,-1 0 1,1 0-1,-1 0 1,1-1-1,-1 0 1,0 0-1,0-1 1,0 1-1,0-1 1,8-6-1,28-28-5382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3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3409,'0'0'7017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4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1 147 4305,'0'0'4673,"15"2"-4388,4 1-172,-7-1 54,0 0 0,0 0 0,19-1-1,-30-2-90,0 1 0,0 0-1,1-1 1,-1 1-1,0 0 1,0-1-1,0 1 1,0-1-1,0 0 1,0 1-1,0-1 1,0 0 0,0 0-1,-1 0 1,1 1-1,0-1 1,0 0-1,-1 0 1,1 0-1,0 0 1,-1 0-1,1 0 1,-1-1-1,0 1 1,1 0 0,-1 0-1,0 0 1,1 0-1,-1 0 1,0-1-1,0-1 1,1-47 1370,-1 38-946,0 7-299,0 1-1,0-1 1,-1 0-1,1 1 0,-1-1 1,0 1-1,-2-9 1,2 12-154,0-1 1,-1 1 0,1-1-1,0 1 1,0-1-1,-1 1 1,1-1 0,-1 1-1,1 0 1,-1 0-1,1 0 1,-1 0 0,0 0-1,0 0 1,1 0-1,-1 1 1,0-1 0,0 1-1,0-1 1,-2 0-1,3 2-60,-1-1-1,1 0 1,-1 1-1,1-1 0,-1 0 1,1 1-1,0 0 1,-1-1-1,1 1 1,0 0-1,-1 0 0,1 0 1,0-1-1,0 1 1,0 1-1,0-1 1,0 0-1,0 0 0,0 0 1,0 0-1,0 1 1,0-1-1,1 0 1,-1 1-1,1-1 0,-1 3 1,-21 53 148,14-35-136,2-2 0,0 0-1,2 0 0,0 0 1,2 1-1,0-1 0,1 1 1,2 20-1,-1-25-49,3-15 33,-1 0 0,1 0 0,0 0-1,0-1 1,-1 1 0,1-1 0,0 1 0,0-1-1,0 0 1,0 0 0,-1 0 0,6-1-1,1 0-72,1 1-40,-1 1-205,0-1 1,0 0-1,0 0 0,0-1 1,0-1-1,0 1 1,0-1-1,0-1 0,14-6 1,9-13-3354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5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95 271 3065,'0'0'5910,"7"2"-5127,-4-1-624,-1 0-45,0 0 0,0 0 1,0 0-1,0 0 1,0-1-1,0 1 1,0-1-1,0 1 1,1-1-1,-1 0 1,0 0-1,0 0 1,0 0-1,1 0 0,-1 0 1,0 0-1,0-1 1,0 1-1,0-1 1,0 0-1,3-1 1,1-4-31,0-1 0,-1 0 0,0 0 0,-1 0 0,1-1 0,-1 1 1,-1-1-1,0 0 0,0 0 0,0 0 0,-1-1 0,1-8 0,1-12 364,-1-1-1,-2-34 0,-1 63-392,-1-1-50,1 0 0,0 0 0,-1 0 0,1 0 0,-1 1 0,0-1 0,0 0 0,1 0 0,-1 1 0,0-1 0,0 1 1,-1-1-1,1 1 0,0-1 0,0 1 0,-1 0 0,1 0 0,-1-1 0,1 1 0,-1 0 0,1 0 0,-1 1 0,0-1 1,0 0-1,1 0 0,-1 1 0,0-1 0,0 1 0,0 0 0,-2-1 0,-9-1-13,1 0-1,-1 1 0,-15 1 1,23 0 13,3 0-15,-6-1 11,1 1 0,-1 1 0,0-1 0,1 1 0,-1 0 0,-12 4 0,18-3-66,0-1-1,0 0 0,-1 0 1,1 1-1,0 0 0,1-1 1,-1 1-1,0 0 1,0 0-1,1 0 0,-1 0 1,1 0-1,0 0 0,0 0 1,-1 0-1,1 1 1,1-1-1,-1 0 0,0 1 1,1-1-1,-1 1 0,1-1 1,-1 1-1,1 2 1,-1 45-4644,1-33-143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5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4353,'0'0'12475,"213"-12"-12323,-136 0-40,-6 0-112,-11 9-849,-13 3-1815,-23 0-3873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6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29 232,'0'0'13518,"3"-5"-13064,9-16-239,-12 21-214,0 0 1,0 0-1,0-1 1,0 1-1,0 0 1,0 0-1,0 0 0,0 0 1,0 0-1,0 0 1,0 0-1,0 0 0,0-1 1,0 1-1,0 0 1,1 0-1,-1 0 1,0 0-1,0 0 0,0 0 1,0 0-1,0 0 1,0 0-1,0 0 0,1 0 1,-1 0-1,0 0 1,0 0-1,0 0 1,0 0-1,0 0 0,0 0 1,0 0-1,1 0 1,-1 0-1,0 0 0,0 0 1,0 0-1,0 0 1,0 0-1,0 0 1,1 0-1,-1 0 0,0 0 1,0 0-1,0 0 1,0 0-1,0 0 0,0 0 1,0 1-1,0-1 1,0 0-1,1 0 0,-1 0 1,0 0-1,0 0 1,0 0-1,0 0 1,0 0-1,0 1 0,0-1 1,0 0-1,0 0 1,3 9-1,-3-9 6,6 28 142,-1-1-1,-2 1 1,-1 0 0,-1 0 0,-4 37 0,1 4 133,-10 178 374,2 82-467,10-323-189,0 1-1,1 0 0,0-1 1,1 1-1,0-1 0,0 0 1,0 1-1,0-1 0,1 0 1,0 0-1,1-1 0,-1 1 1,1 0-1,0-1 0,0 0 1,1 0-1,-1-1 0,1 1 1,0-1-1,1 0 0,-1 0 1,1 0-1,-1-1 0,1 0 1,0 0-1,0-1 0,1 1 1,-1-1-1,0-1 0,1 1 1,7 0-1,89 1-1726,-89-4-71,-1 0 0,25-5 1,-6-8-6328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6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5713,'0'0'5209,"344"-27"-5377,-285 23-1384,-11 0-1745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7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0 164 576,'0'0'8445,"30"25"-8203,94 76-39,-121-99-167,1 1 1,0 0-1,0-1 1,0 0-1,1 0 0,-1 0 1,1 0-1,6 1 1,-10-2-15,1-1 1,-1 0-1,1 0 1,-1 0-1,1 0 1,-1 0-1,0 0 1,1-1 0,-1 1-1,1 0 1,-1-1-1,0 1 1,1-1-1,-1 1 1,0-1 0,0 0-1,1 1 1,0-2-1,0-1 38,1 1-1,-1-1 0,0 0 1,-1 0-1,1 0 1,0 0-1,-1-1 0,1 1 1,-1 0-1,0 0 1,0-1-1,0-4 0,0 2 17,3-13 171,-1 0 0,-2 0 0,0-1 0,-1-21 0,-1 11 51,1 26-207,1 0 0,-2 0 1,1 0-1,0 0 0,-1 0 1,0 1-1,0-1 1,0 0-1,0 0 0,0 1 1,-1-1-1,0 1 0,0-1 1,0 1-1,0 0 0,0 0 1,-1 0-1,1 0 0,-1 0 1,0 0-1,0 1 0,0-1 1,0 1-1,0 0 1,-1 0-1,1 0 0,-1 1 1,1-1-1,-1 1 0,1-1 1,-7 0-1,-6-2 195,-1 1 0,0 1 0,0 1 0,0 0 0,-18 2 0,8-1-278,26 0-42,-1 0 0,1 0-1,0 1 1,0-1-1,-1 0 1,1 0 0,0 1-1,0-1 1,-1 1 0,1-1-1,0 1 1,0 0-1,0-1 1,0 1 0,0 0-1,0 0 1,0 0 0,0 0-1,0 0 1,0 0-1,0 0 1,1 0 0,-1 0-1,0 0 1,1 0 0,-1 0-1,1 0 1,-1 1-1,1-1 1,0 0 0,-1 0-1,1 3 1,-1 4-514,0 1-1,1 0 1,1 18 0,-1-9-782,0-15 1049,0-1 0,1 1 0,-1-1 0,0 0 0,1 1 0,-1-1 0,1 0 0,0 1 0,0-1 0,0 0 0,0 0 0,0 0 0,0 1 0,1-1-1,-1-1 1,1 1 0,0 0 0,-1 0 0,1 0 0,0-1 0,0 1 0,0-1 0,2 2 0,21 14-5383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7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6833,'0'0'7690,"6"238"-7330,6-155 72,0-3-216,-6-9-120,-6-11-96,6-13-88,-6-19-768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8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0 477 4745,'0'0'6921,"338"-16"-8009,-273-4-2136</inkml:trace>
  <inkml:trace contextRef="#ctx0" brushRef="#br0" timeOffset="1">735 0 2921,'0'0'8802,"-6"243"-8162,6-168-392,-6 0-120,0-7-128,0-9-288,0-19-1193,0-24-2720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38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6809,'0'0'11011,"403"-8"-10291,-255-12-408,-6 0-200,-17 0-112,-18 9-448,-36 7-1288,-24 4-2633,-23 0-4945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40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 5417,'0'0'9973,"-22"15"-9850,7-4-127,4-4-3,1-1 0,0 2 0,0 0 0,1 0 0,0 0 0,0 1 1,1 1-1,0-1 0,1 1 0,0 1 0,1-1 0,0 1 0,-6 16 1,2 6 23,1-1-1,2 1 1,1 1 0,2-1 0,1 1 0,2 0 0,1 0 0,7 48 0,-5-71-18,0-1 0,1 0 1,0 1-1,1-1 0,0-1 1,0 1-1,1-1 0,0 1 1,1-2-1,0 1 0,0 0 1,1-1-1,0 0 0,1-1 1,0 0-1,0 0 0,0 0 1,1-1-1,0-1 0,11 6 1,-3-3-64,0 0 0,0-2 1,1 0-1,0-1 1,0-1-1,0 0 0,1-2 1,-1 0-1,1-1 1,31-2-1,-40-1 22,0 0 0,0 0 0,-1-1 0,1 0 0,-1-1 0,1 0 0,-1 0 0,0-1 0,0 0 0,-1-1-1,1 0 1,-1 0 0,-1 0 0,1-1 0,-1-1 0,0 1 0,-1-1 0,0 0 0,9-16 0,-6 8-41,0 0 0,-2-1 0,1 0 0,-2 0 0,-1 0 0,0-1 0,-1 0 0,0 0 0,-2 0 0,1-24 0,-3 2 87,0 40-5,0-1 0,0 1 0,-1 0 0,1 0 0,0-1 0,0 1 0,0 0 0,0 0 1,0 0-1,0-1 0,0 1 0,0 0 0,0 0 0,-1-1 0,1 1 0,0 0 0,0 0 0,0 0 0,0 0 0,-1-1 0,1 1 0,0 0 0,0 0 0,0 0 0,-1 0 0,1 0 0,0 0 0,0-1 0,-1 1 0,1 0 0,0 0 0,0 0 0,-1 0 0,1 0 0,0 0 0,0 0 0,-1 0 0,1 0 0,0 0 0,0 0 0,0 0 0,-1 0 0,1 0 0,0 1 0,0-1 0,-1 0 0,-8 4-122,6-2 69,0 1 0,1 0-1,-1 0 1,1 0 0,0 0 0,0 0-1,0 0 1,0 0 0,0 1 0,1-1-1,-1 1 1,1 0 0,-1 3 0,-9 53-354,9 41 285,2-97 126,0-1 0,1 1-1,-1 0 1,1-1-1,-1 1 1,1-1 0,0 0-1,1 1 1,-1-1 0,0 0-1,1 1 1,0-1-1,0 0 1,0 0 0,0-1-1,3 4 1,-1-2 2,0-1 1,0 1 0,1-1 0,0 0 0,0 0-1,0 0 1,0-1 0,0 0 0,8 3-1,4-1 8,0-1 0,0 0-1,0-1 1,1-1-1,32-2 1,-41 0-6,0-1 0,0 1 0,0-2 0,0 1 0,0-1 0,0 0 0,-1-1 0,1 0 0,-1-1 0,0 1 0,-1-2 0,1 1 0,-1-1 0,0 0 0,0 0 0,-1-1 0,1 0 0,-2 0 0,6-8 0,-2 1-43,-1 1 0,-1-1 1,0-1-1,-1 1 1,0-1-1,-1 0 0,-1 0 1,0-1-1,-1 1 0,1-25 1,-4 30-25,2-6-22,-2-1-1,0 1 0,-5-31 1,4 43 81,0-1 0,0 1 1,-1-1-1,1 1 0,-1 0 0,0 0 1,0 0-1,-1 0 0,1 0 0,-1 0 1,0 1-1,0-1 0,0 1 0,-1 0 1,1 0-1,-1 0 0,0 0 0,-4-2 1,-4-1 71,0 0 0,-1 1 1,0 0-1,-1 1 1,1 0-1,-1 1 0,-22-2 1,-100 2 652,90 3-726,44 0-1,0 0 0,0 0-1,0 0 1,-1 0-1,1 0 1,0 1 0,0-1-1,0 1 1,0 0-1,0-1 1,0 1 0,-3 2-1,3-2-188,6-1-528,59-3 635,75-13 1,37-3 112,-125 16-107,0 3 0,88 11 0,-119-8 27,0 1 0,0 1 0,-1 1 0,0 1 0,0 0 0,0 1 0,-1 1 0,-1 0-1,1 2 1,18 15 0,-26-19 43,0 1-1,0 1 1,-1-1 0,-1 1-1,0 0 1,0 1-1,0 0 1,-1 0 0,7 17-1,-8-12 136,-1-1 0,0 1 0,-1 0 0,0 0 0,-1 0 0,-1 30 0,-1-28 82,0 0-1,-1 0 1,-4 19-1,3-30-147,1 0 0,-1 0 1,-1-1-1,1 1 0,-1-1 0,1 1 0,-2-1 0,1 0 0,-1 0 0,1 0 0,-1-1 0,-5 5 0,0-1 57,-1 0 0,1-1 0,-1 0 0,-1 0 0,1-1 0,-1-1 0,0 0 0,0 0-1,-21 5 1,8-5 188,-1-1 0,1-2 0,-44 1 0,67-3-361,-1 0 0,1 0 0,0 0 0,-1 0 0,1 0 0,-1 0 0,1 0 0,0 0 0,-1-1 0,1 1-1,0 0 1,-1-1 0,1 1 0,0-1 0,0 0 0,-1 1 0,1-1 0,0 0 0,0 0 0,0 0 0,0 1 0,0-1 0,0 0 0,0-1 0,0 1 0,1 0 0,-1 0 0,0 0 0,1 0 0,-1-1 0,0 1 0,1 0 0,0 0 0,-1-1 0,1 1-1,0 0 1,0-1 0,-1 1 0,1-1 0,0 1 0,0 0 0,1-1 0,-1 1 0,0-2 0,0-18-3838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42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269 254 3625,'0'0'11119,"-35"4"-10612,-107 7-57,136-10-415,1-1 1,-1 1-1,0-2 1,0 1-1,1-1 0,-1 0 1,-7-2-1,12 3-26,0-1-1,0 1 0,0-1 1,0 1-1,0-1 0,0 0 1,0 0-1,1 1 0,-1-1 1,0 0-1,0 0 0,1 0 1,-1 0-1,1 0 0,-1 0 0,0 0 1,0-2-1,-2-4 27,-1-2-37,0 0-1,1-1 1,1 1 0,0-1-1,0 1 1,0-1 0,1 1 0,1-1-1,0 0 1,1-11 0,-1 4-35,0 13 13,0 0 0,0 1 0,1-1-1,-1 1 1,1-1 0,0 1-1,0-1 1,1 1 0,-1-1 0,0 1-1,1 0 1,0 0 0,0 0-1,0 0 1,5-6 0,-3 5-50,1 0-1,-1 1 1,1-1 0,0 1 0,0 0-1,0 0 1,1 1 0,-1-1 0,7-1-1,5 0-265,0 0 0,0 1 0,0 1-1,1 0 1,31 2 0,-44 0 247,1 0 0,-1 1 0,0 0 0,0 0 0,0 0 0,0 1 0,0-1 1,-1 1-1,1 0 0,0 1 0,-1-1 0,1 1 0,-1 0 0,7 6 0,-6-4-16,0 1 0,-1-1 0,1 1 0,-1 0 0,0 1 0,-1-1 0,0 0 0,0 1 0,3 10-1,0 8-49,0 0-1,-2 0 1,-2 1-1,1 49 1,-11 76 188,5-130 22,0 0 1,-2-1 0,-1 1-1,0-1 1,-11 21-1,3-11 166,-1 1-1,-1-2 0,-2 0 0,0-1 0,-2-1 0,-44 45 0,61-69-103,-1 0 1,1 0 0,-1 0-1,0 0 1,0 0-1,0-1 1,0 0-1,0 0 1,-1 0 0,1 0-1,-1-1 1,1 0-1,-1 0 1,1 0-1,-1 0 1,0-1 0,-7 1-1,12-2-103,-1 1-1,1 0 1,-1-1-1,1 1 0,-1 0 1,1-1-1,-1 1 1,1-1-1,0 1 1,-1 0-1,1-1 0,0 1 1,-1-1-1,1 1 1,0-1-1,0 1 1,-1-1-1,1 1 1,0-1-1,0 0 0,0 1 1,0-1-1,0 1 1,0-1-1,0 1 1,0-1-1,0 0 0,0 0 1,0-25-117,0 19 74,0 4 0,0 0 0,0 0 0,0 0 0,0 1 0,0-1 0,1 0 0,-1 0 0,1 0 0,0 1-1,-1-1 1,1 0 0,1 1 0,-1-1 0,2-3 0,-1 5-6,0 0 0,0-1 0,0 1 0,1 0 0,-1 0 0,0 0 0,1 0 0,-1 1 0,0-1 0,1 1 0,-1-1 0,1 1 0,-1 0 0,1 0 0,-1 0 0,5 0 0,2 1-75,0-1 1,0 1-1,0 1 1,-1 0 0,1 0-1,0 1 1,-1 0-1,1 0 1,14 8 0,0 4-6,41 32 1,-42-29 142,41 25 0,-55-38-52,1-1 1,0 1 0,0-2-1,0 0 1,0 0-1,1 0 1,-1-1-1,19 1 1,-17-2-186,-4 0-202,0-1 1,1 0 0,-1 0 0,0-1 0,10-1 0,7-8-2392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43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 6753,'0'0'5906,"-101"266"-5034,83-147-208,12 16 40,6 4-40,0 3-48,18-7-119,18-8-121,5-11-240,1-13-56,-1-20-80,1-8-704,11-15-1041,-6-20-2616,-11-20-6017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44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4217,'0'0'10269,"-2"32"-10165,-1 5-52,-4 164 431,7-180-339,1 0 1,1 0-1,2 0 1,0 0-1,9 27 1,-9-36-120,0 0 1,1 0 0,1 0-1,0-1 1,1 0 0,0 0-1,1-1 1,0 0 0,0 0-1,11 9 1,-15-16-40,0 0 0,0 0 0,0-1 0,0 0 0,1 0 0,-1 0 0,1 0 0,-1-1 0,10 3 0,-12-4 3,1 0 0,0 1 0,-1-1-1,1 0 1,-1 0 0,1 0-1,0 0 1,-1-1 0,1 1 0,-1-1-1,1 1 1,-1-1 0,1 0-1,-1 0 1,0 0 0,1 0-1,-1-1 1,0 1 0,0-1 0,0 1-1,2-3 1,1-2 4,0-1-1,-1 0 1,0 0 0,0 0-1,-1-1 1,0 1-1,0-1 1,0 0 0,-1 0-1,1-11 1,1-7-108,-1 0 0,-2-29 1,-1 55 91,1 0 1,-1-1 0,0 1-1,0 0 1,0-1 0,0 1 0,0 0-1,0-1 1,0 1 0,0 0-1,1 0 1,-1-1 0,0 1-1,0 0 1,0 0 0,1-1-1,-1 1 1,0 0 0,0 0 0,1 0-1,-1-1 1,0 1 0,0 0-1,1 0 1,-1 0 0,0 0-1,1 0 1,-1 0 0,0-1 0,0 1-1,1 0 1,-1 0 0,0 0-1,1 0 1,-1 0 0,0 0-1,1 0 1,-1 0 0,0 0 0,1 1-1,-1-1 1,0 0 0,1 0-1,-1 0 1,0 0 0,0 0-1,1 0 1,-1 1 0,0-1-1,0 0 1,1 0 0,-1 0 0,0 1-1,19 13-1445,2 12 988,-4-3 351,2-1-1,24 22 1,-37-38 136,0-1 1,1 0 0,-1 0 0,1-1-1,0 0 1,1 0 0,-1 0-1,1-1 1,-1 0 0,1-1-1,0 0 1,11 2 0,-15-3 1,0 0 1,0-1-1,0 0 0,0 0 0,0 0 1,0 0-1,-1 0 0,1-1 1,0 0-1,0 0 0,0 0 1,-1 0-1,1-1 0,0 1 0,-1-1 1,0 0-1,7-4 0,-7 3 20,-1-1 0,1 0 0,0 0 0,-1 0 0,0 0 0,0-1 1,0 1-1,0 0 0,-1-1 0,0 0 0,0 1 0,0-1 0,0 0 0,-1-6 0,4-41 465,-8-104 1,3 145-408,-1 0 0,0-1 0,0 1 0,-2 0 0,1 1 0,-1-1 0,-1 1 0,0-1 0,-7-9-1,-2 0 326,0 0-1,-2 2 0,-20-21 0,57 52-6351,3 9 2083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45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1224,'0'0'13099,"0"12"-13099,0 23-38,-1 113 949,32 251-1,-21-334-681,-5-22-137,2 1 0,2-1 0,2-1 0,2 0-1,20 46 1,-31-84-172,-1-1 1,1 0-1,0-1 0,-1 1 0,1 0 0,0 0 0,1-1 0,-1 1 1,0-1-1,1 0 0,0 0 0,-1 0 0,1 0 0,0 0 0,0 0 1,0-1-1,4 2 0,-3-2-435,0 0 0,0-1 0,0 1 0,0-1-1,0 0 1,0 0 0,0 0 0,7-2 0,13-4-4369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45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4241,'0'0'8986,"338"0"-9442,-226-8-1553,-17 0-2544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45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0 1800,'0'0'11051,"0"214"-10539,6-122 24,6-1-56,-6-8-136,6-7-184,-6-17-112,-1-15-48,1-20-520,-6-56-13267</inkml:trace>
  <inkml:trace contextRef="#ctx0" brushRef="#br0" timeOffset="1">1 389 2721,'0'0'9362,"332"-56"-12003,-243 48-1464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46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26 148 3017,'0'0'6513,"14"40"-4950,-14-40-1563,64 164 1356,-62-158-1284,0-1 0,0 0 0,1 0 0,0 0 0,0-1-1,0 1 1,1-1 0,0 1 0,0-1 0,0 0 0,0-1 0,0 1-1,1-1 1,-1 0 0,1 0 0,0 0 0,0 0 0,0-1 0,1 0-1,-1 0 1,0 0 0,1-1 0,8 1 0,-3 1 30,4 0 32,1 0-1,-1-1 1,1-1-1,-1 0 1,31-3-1,-39 1-90,-1 0 0,1 0 0,-1-1 0,0 0 0,1 0 0,-1 0-1,0-1 1,-1 0 0,1 0 0,0 0 0,-1-1 0,0 0 0,0 0-1,0 0 1,0-1 0,6-8 0,-5 5-8,0-1-1,-1-1 1,0 1 0,0-1 0,-1 0-1,-1 0 1,1 0 0,-2 0 0,3-14-1,-2-8 61,0-56 0,-3 72-68,0 12-15,0-1 0,-1 0 0,0 0 1,1 1-1,-1-1 0,-1 1 0,1-1 0,-1 1 0,1-1 0,-1 1 0,-1 0 0,1 0 0,-1 0 1,1 0-1,-5-4 0,2 3 16,0 0 1,-1 0-1,0 0 1,0 1-1,0 0 1,-1 0-1,1 1 0,-14-6 1,0 3 6,0 0 0,0 2 1,-1 0-1,1 1 0,-1 1 0,-22 1 0,29 1-75,0 0-1,1 1 0,-1 1 0,0 0 0,1 1 0,0 0 1,-18 8-1,23-8-48,1 1 0,0 0 0,1 0 0,-1 0 1,1 1-1,0 0 0,0 0 0,0 1 0,1 0 0,0 0 1,0 0-1,0 1 0,1-1 0,-4 10 0,3-5-527,1 0-1,1 1 1,0 0-1,0 0 0,1 0 1,1 0-1,0 0 1,0 0-1,3 18 0,-2-8-1887,0 13-3473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46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0 824,'0'0'9489,"-1"40"-9128,-1 14-104,0 188 1520,36 154 2523,-15-214-3562,-7-66-1111,-12-116 227,0 0 1,0 1-1,1-1 0,-1 1 0,0-1 1,0 1-1,0-1 0,0 0 0,0 1 1,0-1-1,1 1 0,-1-1 0,0 0 1,0 1-1,1-1 0,-1 0 0,0 1 1,2 1-730,-2-2 729,1 0 1,-1 0-1,1 0 0,-1 1 0,1-1 1,-1 0-1,0 0 0,1 0 0,-1 0 1,1 0-1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46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6833,'0'0'8354,"213"306"-6681,-142-175-569,-11 16-192,-19 15-240,-23 5-288,-18 8-232,0-5-152,-18-7-24,-35-12-880,-36-12-800,12-40-1425,12-40-6241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49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78 754 7274,'0'0'4717,"-13"38"-4216,-38 127-160,48-154-302,0 0-1,0 1 0,1-1 0,1 0 0,0 1 1,1-1-1,0 0 0,0 1 0,1-1 1,1 1-1,0-1 0,1 0 0,0 0 0,8 21 1,-6-25-29,0 1 0,0-1 0,1 0 0,0 0 1,0 0-1,0-1 0,1 0 0,0-1 1,0 1-1,1-1 0,-1-1 0,1 1 0,0-1 1,0-1-1,1 1 0,10 2 0,-8-3-4,1 0 0,-1 0-1,1-1 1,-1-1 0,1 0-1,-1 0 1,1-1 0,14-2 0,-20 1 1,1 0 1,-1-1 0,0 1 0,0-1-1,0-1 1,0 1 0,-1-1-1,1 0 1,-1 0 0,1 0 0,-1-1-1,0 0 1,0 0 0,-1 0-1,1-1 1,5-6 0,-3 0 9,0 0 1,-1-1-1,0 0 1,0 0-1,-2 0 0,1 0 1,-1-1-1,-1 0 1,2-16-1,0-13-7,-2-65-1,-3 100-7,0 0 0,-1 0 0,1 0 0,-2 0 0,1 0 0,-1 0 0,0 0 0,0 1 0,-1-1-1,1 0 1,-2 1 0,-6-11 0,6 12 39,0 1 0,0 0-1,0-1 1,-1 2 0,1-1-1,-1 1 1,0-1 0,0 1 0,-1 1-1,1-1 1,0 1 0,-1 0-1,1 0 1,-1 0 0,-11-1-1,7 2 82,0-1-1,-1 1 0,1 1 1,0 0-1,-1 0 0,1 1 0,-12 3 1,17-3-122,1 0 0,0 0 0,0 1 0,0 0 1,0-1-1,0 1 0,0 1 0,1-1 0,-1 1 0,1-1 1,-1 1-1,1 0 0,0 0 0,0 1 0,0-1 0,1 1 1,-1-1-1,-3 8 0,-1 6-68,1 1 1,1 0-1,1 1 1,0-1-1,1 1 1,1 0-1,1 0 1,2 34-1,-1-42 4,0-6-16,0-1 0,0 1 0,0-1 1,1 0-1,0 1 0,0-1 0,0 1 0,0-1 1,1 0-1,-1 0 0,1 0 0,0 0 1,1 0-1,-1 0 0,1-1 0,-1 1 0,1-1 1,0 0-1,1 1 0,-1-1 0,0-1 0,1 1 1,6 3-1,-2-2-252,0 0 1,0-1-1,1-1 0,-1 1 1,1-1-1,0-1 0,0 0 1,-1 0-1,1 0 1,0-1-1,12-2 0,-15 1 161,1 0 0,-1-1-1,1 0 1,-1-1-1,0 1 1,0-1 0,0 0-1,0-1 1,0 1 0,-1-1-1,1 0 1,-1-1 0,0 1-1,0-1 1,-1 0 0,0 0-1,0 0 1,0-1 0,6-11-1,4-9-283,0-1-1,-2-1 1,9-34-1,-2-3 746,-3-2 1,-3 0-1,8-127 0,-16-198 6371,-6 259-3874,1 225-2707,4 0 1,4-1-1,40 177 0,-25-185 227,38 87-1,-42-126-311,2-1 1,1-1 0,44 61-1,-62-99-189,-1 1 0,1 0-1,0-1 1,0 0 0,1 0 0,-1 0-1,1 0 1,0-1 0,0 0 0,0 0-1,1 0 1,-1 0 0,1-1 0,-1 0-1,1 0 1,0-1 0,-1 1 0,1-1-1,0-1 1,0 1 0,0-1-1,0 0 1,7-1 0,23 1-3618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49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3489,'0'0'4790,"0"39"-3243,-1-2-1215,0 12 136,2 0 1,3 0-1,13 72 1,44 132 1282,-28-124-1012,43 148 786,-59-228-1323,2-1-1,1 0 0,42 67 1,-53-101-263,0-1 0,1 0-1,0 0 1,1-1 0,20 16 0,-27-25-55,-1 0 1,1 0-1,0-1 1,0 0-1,1 0 1,-1 0-1,0 0 1,1-1-1,-1 1 1,8 0-1,-9-2-28,0 0 0,0 0 1,0 0-1,0 0 0,0-1 0,0 0 0,0 1 0,0-1 0,0 0 0,0 0 1,0 0-1,-1-1 0,1 1 0,0-1 0,-1 0 0,1 1 0,3-5 0,-2 1-282,1 0 0,-1 0 0,0 0 0,0-1 0,-1 0 0,3-6 0,19-42-4736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49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1344,'0'0'13931,"331"-79"-13931,-194 71-648,-31 8-2000,-23 0-4626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54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2817,'0'0'11363,"-4"0"-10594,-15 0 2547,24 0-3320,50 3 81,83 16-1,-40-5-54,-40-6 7,-3 0 28,62 0 0,-116-8 140,-5 0-1145,-51 1-3720,19 2-1555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54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2897,'0'0'14251,"249"4"-13803,-148-4-272,-6 0-128,5 0-48,13 4-1248,-30 4-3121,-6-4-6642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57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1 538 6649,'0'0'7299,"35"-19"-6988,118-66-132,-127 70-145,-1-1 0,-1-1 0,0-2 1,-2 0-1,0-1 0,-1-2 0,35-45 0,-45 52-15,6-6 9,-1-2 0,-1 0 0,-1-1 0,-1 0 0,-1-1 0,16-48 0,-22 62-183,-2 15-332,2 19 119,-1 41 373,1 13 148,3 0-1,24 92 1,-30-154-910,0 1 1,-1 0-1,-1-1 1,0 1-1,-1 0 0,-1 0 1,-1 0-1,-4 21 1,0-13-5438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58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96 4369,'0'0'11554,"107"0"-11514,-30-16 32,18-4-64,6 1 56,-6 3-64,-7 4 0,-16 4-464,-7 4-728,-6 4-1008,-18 0-2065,-17 0-2241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2:58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7098,'0'0'8145,"13"-14"-8077,-6 6-77,0 0-12,1 0 0,0 0 0,0 1 0,1 0 0,-1 1 1,2 0-1,-1 0 0,1 0 0,-1 2 0,15-6 1,-6 5-294,0 2 0,0 0 0,0 1 0,0 0 0,0 2 0,33 3 0,-47-3 245,-1 1 0,0-1 0,0 1 0,0 0 1,1 0-1,-1 0 0,0 1 0,0-1 0,0 1 0,0-1 0,-1 1 1,1 0-1,0 0 0,-1 0 0,1 1 0,-1-1 0,0 0 1,0 1-1,0 0 0,0-1 0,0 1 0,-1 0 0,1 0 1,-1 0-1,1 0 0,-1 0 0,1 7 0,1 7-7,0-1 1,-1 1-1,-1 0 0,-1 23 0,0-27 80,-1 9-5,0-1 1,-2 0-1,0 0 1,-2 0-1,0 0 1,-10 23 0,-59 116 65,22-53 82,36-72 44,8-20 128,0 1-1,1-1 0,1 2 1,1-1-1,0 1 0,1-1 1,-3 32-1,7-47-275,1 0 0,-1-1 0,1 1 0,-1 0 0,1-1 1,-1 1-1,1-1 0,0 1 0,-1-1 0,1 1 0,0-1 0,-1 1 0,1-1 0,0 1 0,0-1 1,-1 0-1,1 0 0,0 1 0,0-1 0,0 0 0,-1 0 0,1 0 0,0 0 0,0 0 1,0 0-1,-1 0 0,2 0 0,35-1 263,-26 1-148,61 0-263,1-3 0,101-18 0,-90 2-2367,-16 2-2737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05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15 3393,'0'0'12616,"0"-4"-11541,-1-7 794,-7 24-886,-29 51-1005,3 1 0,3 2-1,3 1 1,3 2 0,2 0-1,4 1 1,3 1 0,4 1-1,2 0 1,0 104 0,10-172 21,6 301-9,-3-266-27,3-1 0,1 0 0,2 0 0,2-1 0,25 60-1,-19-61-99,2-2 0,1 1-1,27 33 1,-33-50 84,0-2 0,2 0 0,0 0-1,1-2 1,0 0 0,36 23 0,-31-28 305,-12-6-3046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06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1143 784,'0'0'10628,"16"-8"-10045,-12 5-529,16-7 221,0-2 1,-2 0 0,1-1 0,32-31 0,-29 20-88,-1-1-1,-1-1 1,-1-1 0,-1-1-1,26-58 1,-26 43-164,-2-1 1,-2-1-1,12-72 0,-13 31 22,1-94 0,-10-88 1063,-4 228-784,0 38-583,-1 8 104,0 0 0,1 0 0,0 0 0,0 0 0,1 8 0,0 8 96,-2 110 20,4 180 314,1-249-177,3 0 0,28 117 1,-31-166-79,1 0 1,0 0-1,9 15 0,-13-26-84,0-1 0,0 1 0,0-1 0,1 0 0,-1 1 0,1-1 0,0 0 0,-1 0 0,1 0 0,0 0 0,0 0 0,0-1 0,1 1 0,-1-1 0,0 1 0,0-1 0,1 0 0,-1 1 0,1-1 0,-1-1 0,1 1 0,0 0 0,-1-1 0,5 1 0,-4-1-112,-1-1 0,0 0 0,0 0 0,1 0 0,-1 0 0,0 0-1,0 0 1,0 0 0,0-1 0,0 1 0,-1-1 0,1 1 0,0-1 0,-1 0 0,1 0 0,-1 0 0,0 0 0,1 0-1,-1 0 1,2-4 0,-2 4 3,18-36-2840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06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3593,'0'0'9626,"266"-32"-9850,-177 28-1945,-18 1-3336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07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101 163 3081,'0'0'10126,"5"23"-10049,19 67-82,-23-89 2,-1 1 0,1 0 0,-1-1 0,1 1 0,0-1 0,0 1 0,0-1 0,0 1 0,0-1 0,0 1 0,0-1 1,1 0-1,-1 0 0,0 0 0,3 2 0,-3-3 4,0 0 0,-1 1 1,1-1-1,0 0 0,0 0 1,0 0-1,-1 0 0,1 0 0,0 0 1,0 0-1,-1 0 0,1-1 1,0 1-1,0 0 0,-1 0 1,1 0-1,0-1 0,0 1 0,-1-1 1,1 1-1,0 0 0,0-2 1,2 0 26,-1 0 1,1-1-1,-1 0 1,0 1-1,0-1 1,0 0-1,-1 0 1,1 0-1,1-4 1,2-10 109,-1-1 1,-1 1-1,-1 0 0,0-1 1,-1 1-1,-1-1 1,-1 1-1,-4-28 0,4 41-74,0 1 0,0-1 0,-1 0 0,0 0 0,0 1 0,0-1 0,0 1 0,0 0-1,-1-1 1,1 1 0,-1 0 0,0 1 0,0-1 0,0 0 0,0 1 0,0 0-1,-1-1 1,1 1 0,-1 1 0,1-1 0,-7-2 0,-1 1 140,0 0-1,-1 0 1,1 1 0,-1 0-1,1 1 1,-15 1 0,24 0-246,0 0 0,0 1-1,1 0 1,-1-1 0,0 1 0,0 0 0,1 0 0,-1 0 0,0 0 0,1 0-1,-1 0 1,1 1 0,-1-1 0,1 0 0,0 1 0,-1-1 0,1 1 0,0-1-1,0 1 1,0 0 0,0-1 0,0 1 0,1 0 0,-1 0 0,0 0 0,1 0 0,0 0-1,-1 0 1,1-1 0,0 4 0,-2 9-757,0 1 1,1 25-1,1-36 611,-1 2-228,1 0 0,1 1 1,-1-1-1,1 0 0,0 1 1,0-1-1,1 0 0,0 0 1,0 0-1,0 0 1,6 10-1,20 17-4337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07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 3753,'0'0'5689,"29"274"-5217,-5-187 176,0-4-88,-6-7-272,-7-17-288,7-23-408,-6-20-2136</inkml:trace>
  <inkml:trace contextRef="#ctx0" brushRef="#br0" timeOffset="1">0 330 728,'0'0'8538,"332"4"-9010,-273-4-1849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07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4673,'0'0'7306,"35"266"-6514,-11-183-152,-6-4-56,6 1-328,-12-13-184,-1-11-48,-5-17-24,-6-15-504,0-52-7634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08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7074,'0'0'10090,"337"-15"-9682,-224 3-136,0-4-160,-13 0-112,-11-4-48,-6 8-1312,-24 4-1601,-17 4-4289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08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3449,'0'0'12394,"190"12"-12394,-101-12-408,-24 0-1736,-12 0-3921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08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 4521,'0'0'5260,"0"36"-4131,0 246 568,-1-201-1235,14 293 1639,-8-331-2050,2 1 1,1-1 0,3 0-1,1-1 1,3-1 0,27 59-1,-40-96-289,0 1 0,0-1-1,0 0 1,1 0-1,-1 0 1,1 0 0,0-1-1,0 1 1,1-1-1,-1 1 1,1-1 0,-1 0-1,1-1 1,0 1-1,0-1 1,0 1 0,0-1-1,1 0 1,-1-1-1,8 3 1,12-3-4062</inkml:trace>
  <inkml:trace contextRef="#ctx0" brushRef="#br0" timeOffset="1">0 648 4297,'0'0'9362,"332"-40"-10034,-243 32-1473,-12 0-3064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09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62 255 5753,'0'0'8675,"57"12"-8369,177 30-85,-230-42-213,1 1 1,-1-1-1,1 0 0,-1 0 0,1 0 1,0-1-1,-1 0 0,1 0 0,-1 0 0,9-4 1,-12 5-4,1-1-1,-1 0 1,0-1 0,0 1 0,0 0-1,1 0 1,-1 0 0,0-1 0,-1 1 0,1 0-1,0-1 1,0 1 0,0-1 0,-1 1 0,1-1-1,0-1 1,3-12 54,0 0-1,-1 0 1,0-1-1,-2 1 1,1-24 0,-2 33-11,0 0 1,0-1 0,-1 1-1,0 0 1,0 0 0,0 0-1,-1 0 1,0 0 0,0 0-1,-1 1 1,1-1 0,-1 1-1,0-1 1,-1 1 0,1 0-1,-7-6 1,2 5 76,0 0-1,-1 0 0,0 1 1,0 0-1,0 1 0,0 0 1,0 0-1,-1 1 1,0 0-1,0 1 0,-11-1 1,-15-1 256,-62 1 1,87 3-384,0-1-10,-1 2-1,0-1 1,1 2 0,-1 0-1,-17 5 1,26-7-52,0 1 0,1 0 0,-1 1 0,0-1 1,1 0-1,-1 1 0,1 0 0,-1-1 0,1 1 0,0 0 0,-1 0 0,1 1 0,0-1 1,1 0-1,-1 1 0,0-1 0,1 1 0,-1-1 0,1 1 0,0 0 0,0-1 0,0 1 0,0 0 1,0 0-1,1 0 0,-1 3 0,0 1-459,0 0 0,0 1 0,0-1 0,1 0 1,1 1-1,-1-1 0,1 0 0,0 1 0,1-1 0,0 0 0,0 0 0,0 0 1,5 8-1,19 11-4125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09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7090,'0'0'6228,"42"50"-6030,145 169-74,-140-164-14,-3 1 0,-2 3-1,38 72 1,-57-90 43,-2 2 0,-2 1-1,-2 0 1,-2 1 0,-2 1 0,-2 0-1,-2 1 1,5 75 0,-13 115 584,-3-203-599,-3-1-1,0 0 1,-2 0 0,-1-1-1,-14 33 1,-11 13 239,-88 146 0,-68 59-236,175-262-148,9-14-15,-1 3-93,0-1-1,-1 0 0,0 0 1,0-1-1,-1 0 0,0 0 1,-1-1-1,-11 9 0,19-15 32,0-1 0,0 0 1,1 1-1,-1-1 0,0 0 0,0 1 0,0-1 0,0 0 0,0 0 0,0 0 0,1 1 0,-1-1 0,0 0 0,0 0 1,0-1-1,0 1 0,0 0 0,0 0 0,0 0 0,0 0 0,1-1 0,-1 1 0,0-1 0,0 1 0,0 0 0,1-1 1,-1 1-1,0-1 0,0 0 0,1 1 0,-1-1 0,0 1 0,0-2 0,-12-25-3740,12 25 3549,-11-33-5182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10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1 977 4761,'0'0'10808,"51"-45"-10474,170-150 33,-162 143-95,-3-2-1,-3-2 0,75-102 1,102-179 49,-219 317-317,-7 11 9,2-1 0,0 1-1,0 0 1,10-11 0,-13 18-1210,-3 2 1088,0 0 0,1 0 0,-1-1 0,0 1 0,0 0 0,1 0 1,-1 0-1,0 0 0,1 0 0,-1 0 0,0 0 0,1 0 0,-1 0 1,0 1-1,1-1 0,-1 0 0,0 0 0,0 0 0,1 0 0,-1 0 0,0 0 1,1 1-1,-1-1 0,2 3-1306,-2-3 1306,0 1 0,0-1 0,0 0 0,1 1 0,-1-1 0,0 0 1,0 1-1,0-1 0,0 0 0,0 0 0,-1 1 0,1-1 0,0 0 1,0 1-1,0-1 0,0 1 0,0 17-4951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11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1 830 5521,'0'0'7003,"33"-20"-6627,233-140 527,-140 81-389,251-165 601,-286 178-697,163-153-1,-244 209-450,-8 7 5,0 1 0,0-1 0,0 1 0,0 0 0,1-1 0,-1 1 1,1 0-1,-1 1 0,1-1 0,0 0 0,0 1 0,0 0 0,0-1 0,0 1 0,0 0 0,0 0 0,5 0 0,-8 1-68,1 1 0,-1-1 0,1 1-1,-1-1 1,1 0 0,-1 1 0,0-1-1,1 1 1,-1-1 0,0 1 0,1-1-1,-1 1 1,0 0 0,0-1 0,1 1-1,-1-1 1,0 1 0,0 0 0,0-1-1,0 1 1,0-1 0,0 1 0,0 0-1,0-1 1,0 1 0,0 0 0,0 25-2225,0-19 1194,0 28-3981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13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8266,'0'0'9587,"-1"0"-9581,1 0-1,-1 0 1,1 0 0,-1 0-1,1 0 1,-1 0-1,1 1 1,-1-1 0,1 0-1,0 0 1,-1 0-1,1 1 1,-1-1 0,1 0-1,-1 0 1,1 1 0,0-1-1,-1 0 1,1 1-1,0-1 1,-1 0 0,1 1-1,0-1 1,0 1-1,-1-1 1,1 0 0,0 1-1,0-1 1,0 1-1,-1-1 1,1 1 0,0-1-1,0 2 1,0 50 87,12 582 254,-9-543-375,-2-36-160,13 82 0,-8-113-123,-6-24 308,0 0 0,0 0-1,0 0 1,0 1 0,0-1 0,0 0 0,0 0 0,0 0-1,0 0 1,0 0 0,0 0 0,0 0 0,0 0 0,0 1-1,0-1 1,0 0 0,0 0 0,0 0 0,0 0 0,0 0-1,0 0 1,0 0 0,0 0 0,0 0 0,0 1 0,0-1 0,0 0-1,0 0 1,1 0 0,-1 0 0,0 0 0,0 0 0,0 0-1,0 0 1,0 0 0,0 0 0,0 0 0,0 0 0,0 0-1,1 0 1,-1 0 0,0 0 0,0 0 0,0 0 0,0 0-1,0 0 1,0 0 0,0 0 0,0 0 0,1 0 0,-1 0 0,0 0-1,0 0 1,0 0 0,0 0 0,0 0 0,0 0 0,0 0-1,0 0 1,0 0 0,1 0 0,-1 0 0,0 0 0,0 0-1,0 0 1,0 0 0,0-1 0,0 1 0,0 0 0,0-3-65,0 0 0,0 1 0,0-1 0,0 0 0,0 0 0,-1 0 0,0 1 1,1-1-1,-1 0 0,-2-4 0,-26-54-4954,12 32-916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3:13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1200,'0'0'16225,"6"-1"-16012,236-6 732,-171 9-715,0-3-1,107-17 1,-35-14-146,-70 14-573,82-9 1,-106 25-1653,-19 3-2716,-11 2-3459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0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0 131 392,'0'0'12856,"18"8"-12264,-9 6-363,0 0-1,-2 1 1,1 0-1,-2 0 0,9 29 1,-4-4-7,6 49 0,1 62 843,-12-80-844,-3-35-121,-2-1-1,-3 44 1,1-10-82,-1 8 4,-13 83-1,11-129-17,0-1 6,-14 57 0,5-35-4,2 0 0,2 0 0,2 1 1,1 74-1,5-104 49,-7 38 0,4-38 2,-1 38 0,-1 2 1227,6-85-1113,0-1-156,-1-19-32,2 0 0,12-71 0,-11 103 14,20-96-33,13-154 0,-16 53-36,3-83-63,-22-372 55,0 661 18,-1 1 45,1 0-1,0 0 1,-1 0 0,1 1 0,0-1 0,-1 0 0,1 0 0,0 0 0,-1 0 0,1 1 0,0-1-1,0 0 1,-1 0 0,1 1 0,0-1 0,0 0 0,-1 0 0,1 1 0,0-1 0,0 0-1,0 1 1,0-1 0,-1 0 0,1 1 0,0-1 0,0 0 0,0 1 0,0-1 0,0 0 0,0 1-1,0-1 1,0 0 0,0 1 0,0-1 0,0 0 0,0 1 0,0-1 0,0 0 0,1 1-1,0 123-281,-8 245 573,-7-126 9,-2 30-10,-25 37 386,29-228-616,-5 93 309,11-94 41,5-22 421,1-87-2161,-1-48-2153,-4 37-1469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07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1856,'0'-7'12512,"0"393"-13872,0-404-1124,0-6-2327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08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1224,'0'0'13031,"46"0"-11780,289 0 543,57-11 263,-243 5-1452,-16-1-2188,-132 7 1436,1 0 0,-1 0 1,0 1-1,1-1 1,-1 0-1,0 1 0,1-1 1,-1 1-1,0-1 1,0 1-1,0 0 0,0-1 1,1 1-1,-1 0 1,0 0-1,0 0 1,0 0-1,-1 0 0,1 0 1,0 0-1,0 0 1,0 2-1,12 28-2668,-10-24 1928,8 25-3777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09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30 263 3897,'0'0'9302,"-5"2"-9030,-20 8 2216,31-11-2387,-1 0 0,1 1 0,0 0 0,-1 0 0,8 1 0,8 0 112,310 11 1034,-324-12-1233,938-19 760,-347-25 92,-475 35-764,211-22 471,-277 25-482,72 3 1,-90 4-79,-38-1-9,-1-20-3237,0 13 2823,0-1 0,0 0 0,-1 0 0,-1-8 0,1 13 454,0 0 0,0 0 0,0 0 0,-1 0 0,1 1 0,-1-1 0,1 0 0,-1 1 0,0-1 0,0 1 0,0 0 0,0 0 0,-5-4 0,-52-30 732,18 11 381,41 25-1163,0 0 0,0-1 0,1 1 1,-1 0-1,0-1 0,0 1 0,0 0 0,0-1 0,1 1 1,-1 0-1,0 0 0,0-1 0,1 1 0,-1 0 0,0 0 1,0 0-1,1-1 0,-1 1 0,0 0 0,0 0 1,1 0-1,-1 0 0,0 0 0,1-1 0,-1 1 0,0 0 1,1 0-1,-1 0 0,0 0 0,1 0 0,-1 0 0,0 0 1,1 0-1,-1 0 0,0 0 0,1 0 0,-1 1 1,0-1-1,1 0 0,19-2-37,184 2-32,-201 0 65,-1 0 0,0 0 0,0 0 1,1 0-1,-1 1 0,0-1 0,1 1 0,-1 0 0,0-1 0,0 1 0,0 0 0,0 0 1,0 1-1,0-1 0,0 0 0,0 1 0,0-1 0,0 1 0,-1-1 0,1 1 0,-1 0 1,1 0-1,-1-1 0,0 1 0,1 0 0,-1 1 0,0-1 0,0 0 0,-1 0 1,2 3-1,0 4-32,-1 0 0,0 0 0,0 1 1,0-1-1,-2 0 0,-1 15 0,1-19 44,0-1 0,0 1-1,-1 0 1,0 0 0,0-1-1,0 1 1,-1-1 0,0 1-1,0-1 1,0 0 0,0 0-1,-5 4 1,-50 45 47,45-43-36,-7 7 59,-1-2-1,0 0 1,-1-1-1,0-1 0,-1-2 1,-1 0-1,0-1 1,-29 7-1,52-17-35,1 0 0,-1 0-1,1 0 1,0 0 0,-1-1-1,1 1 1,-1 0 0,1 0 0,0-1-1,-1 1 1,1 0 0,0-1 0,-1 1-1,1 0 1,0-1 0,0 1 0,-1 0-1,1-1 1,0 1 0,0-1-1,0 1 1,0 0 0,-1-1 0,1 1-1,0-1 1,0 1 0,0 0 0,0-1-1,0 1 1,0-1 0,0 1 0,0-1-1,0 1 1,0-1 0,0-24-153,1 17 198,-1-295-118,-1 312-2285,0-4 1641,1 0 0,-2 0-1,1 0 1,-1 0 0,0 0 0,0 0 0,0 0-1,-4 5 1,-17 26-5528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10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1 2505,'0'0'7389,"-40"36"-6643,-128 112-42,39-35 636,111-98-1191,-17 18 458,35-32-570,-1-1 0,1 1 0,0 0 0,-1-1 0,1 1 0,0-1 0,0 1 0,-1 0 0,1-1 0,0 1 0,0 0 0,0-1 0,0 1 0,0 0 0,0-1 0,0 1 0,0 0 0,0-1 0,0 1 0,0 0 0,0-1 0,1 1 0,-1 0 0,0-1 0,0 1 0,1 0 0,-1-1 0,0 1 0,1-1 0,-1 1 0,1-1 0,-1 1 0,1-1 0,-1 1 0,1-1 0,-1 1 0,1-1 0,-1 1 0,2-1 0,27 14-213,-23-11 309,50 17-161,95 22 1,-68-22-4,-69-17-90,0-1 0,0 0 0,26-1 0,-39-1 112,0-34 545,1-19-385,-6-75 1,1 109-135,-1-1 1,-1 1-1,0 0 1,-2 0-1,-10-22 1,17 41-44,-1 0 0,1 0 0,0 0 0,0 1 0,0-1-1,0 0 1,0 0 0,0 0 0,0 0 0,0 0 0,-1 1 0,1-1 0,0 0 0,0 0 0,0 0 0,0 0 0,-1 0-1,1 0 1,0 0 0,0 0 0,0 0 0,0 1 0,-1-1 0,1 0 0,0 0 0,0 0 0,0 0 0,-1 0 0,1 0-1,0 0 1,0 0 0,0 0 0,0 0 0,-1-1 0,1 1 0,0 0 0,0 0 0,0 0 0,-1 0 0,1 0 0,0 0-1,0 0 1,0 0 0,0 0 0,0-1 0,-1 1 0,1 0 0,0 0 0,0 0 0,0 0 0,0 0 0,0-1 0,0 1-1,0 0 1,0 0 0,-1 0 0,1 0 0,0-1 0,0 1 0,0 0 0,0 0 0,0 0 0,0-1 0,0 1 0,0 0-1,0 0 1,-2 14-2147,2 5-866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13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1 361 512,'0'0'6667,"43"-31"-6080,141-101-15,-163 117-482,161-123 2520,-166 123-1872,-13 11-628,-1 1 1,1 1 0,0-1 0,0 0 0,0 1 0,0-1-1,1 1 1,-1 0 0,0 0 0,6-2 0,-8 9-71,-2-1-37,1 0 1,-1 0 0,0 1-1,0-1 1,0 0 0,-1 0-1,1 0 1,-1 0 0,0-1-1,-4 8 1,-32 37 29,21-28-24,-108 134 105,-84 106 339,202-248-446,6-10 16,2-7 67,3-5-39,0 0-1,1 0 1,0 1-1,1-1 1,0 1-1,0 0 1,1 1-1,0 0 1,13-11 0,0-3 7,-13 14-43,237-246 125,-213 229-140,-26 24-33,-4 1-167,-1 4-156,0 2 297,-1 0 0,0 0 0,0 0 0,-1 0 0,1 0 0,-1 0 0,-1 0 0,-5 10 1,-31 47-14,19-34 14,-66 91 22,-10 14 18,86-120-27,7-12-44,7-13 54,7-7 74,1 0 0,1 1 0,1 0-1,25-25 1,0 1 3,-7 4-32,13-14-1,76-69 0,-114 114-6,-6 25 51,-1-10-50,-1 1 0,0 0-1,-1-1 1,0 1 0,0-1 0,-1 1-1,-6 13 1,-4 3 16,-19 29 1,20-36-13,1 0 0,1 0 0,-15 41 0,28-66-12,0 0 0,1 0 0,0 0 0,0 1 0,1-1 0,-1 1-1,9-7 1,48-43-36,-51 46 38,5-3 0,-8 4-5,1 1 1,0 1 0,0 0-1,0 0 1,1 0 0,15-6 0,-24 12 1,1 0 0,-1 0 1,0-1-1,0 1 1,0 0-1,1 0 1,-1 0-1,0 0 0,0 0 1,1 0-1,-1 0 1,0 0-1,0 0 1,1 0-1,-1 0 1,0 0-1,0 0 0,0 0 1,1 0-1,-1 0 1,0 0-1,0 0 1,1 1-1,-1-1 0,0 0 1,0 0-1,0 0 1,0 0-1,1 0 1,-1 1-1,0-1 1,0 0-1,0 0 0,0 0 1,1 0-1,-1 1 1,0-1-1,0 0 1,0 0-1,0 0 1,0 1-1,0-1 0,0 13 14,0-7-19,-2 21 30,-1 0-1,-2-1 1,-1 1 0,0-1-1,-2-1 1,-14 32 0,17-44-23,-4 16-28,8-21 89,5-15 324,-3 4-371,1 1 0,-1 0 0,1 0 1,0 0-1,0 0 0,0 0 0,0 0 0,0 0 0,0 0 0,0 1 0,0-1 0,1 1 0,-1 0 0,1 0 0,3-2 0,46-12-36,-40 13 32,47-9-133,-31 10-2855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14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84 2481,'-3'0'13138,"13"0"-12272,81 5 151,154 28 1,28 4-59,431-27 536,-443-12-648,-128 4-717,145-4 44,-204-6-100,87-21 0,-66 11-69,33-5 3,1 5 0,136-1 0,26 0-10,-1-1-24,249 8 621,308 12 731,-846 0-1537,-9 2-479,-123 33-2888,-156 58-5173,150-49 1603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15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183 105 1112,'0'0'10424,"-23"4"-9635,-8 0-510,6-1 115,-1 2 1,-34 10-1,43-10 386,25-7-86,32-10-364,35-21-127,-37 15-197,1 1 1,1 2-1,1 1 0,71-13 0,-108 26-45,18 0-45,-22 1 68,0 0 1,1-1-1,-1 1 0,1 1 1,-1-1-1,1 0 0,-1 0 1,1 0-1,-1 0 0,1 0 1,-1 0-1,1 0 0,-1 1 1,0-1-1,1 0 0,-1 0 1,1 0-1,-1 1 0,0-1 1,1 0-1,-1 1 0,0-1 1,1 0-1,-1 1 0,0-1 1,1 1-1,-1-1 0,0 0 1,0 1-1,0-1 0,1 1 1,-1-1-1,0 1 0,0-1 1,0 1-1,1 21-97,-1-11 109,1 0 0,-1 0 0,-1 0 0,0 0 0,-1 0 0,0-1 0,-6 18 0,-7 2 10,-2-1 0,-1-1 0,-25 32 0,-5 5 38,29-40-32,14-19-11,1-1 1,0 1 0,0 0 0,0 0-1,-3 9 1,7-15 29,0 0 1,0 0-1,0 1 0,1-1 0,-1 0 0,0 0 1,0 0-1,0 0 0,1 0 0,-1 1 0,0-1 1,0 0-1,0 0 0,1 0 0,-1 0 1,0 0-1,0 0 0,1 0 0,-1 0 0,0 0 1,0 0-1,1 0 0,-1 0 0,0 0 0,0 0 1,0 0-1,1 0 0,-1 0 0,0 0 0,0 0 1,1-1-1,-1 1 0,0 0 0,0 0 0,0 0 1,1 0-1,-1 0 0,0-1 0,0 1 0,0 0 1,0 0-1,1-1 0,14-6-88,25-13 90,73-28 1,-92 41-63,1 1 1,0 1-1,0 0 0,1 2 0,30-1 0,-52 4-17,-1 1 0,0-1 0,0 0 0,1 0-1,-1 1 1,0-1 0,0 0 0,0 1 0,0-1 0,0 0-1,1 1 1,-1-1 0,0 0 0,0 1 0,0-1 0,0 0-1,0 1 1,0-1 0,0 0 0,0 1 0,0-1 0,0 0-1,0 1 1,0-1 0,-1 0 0,1 1 0,0-1 0,0 1-1,-1 1-156,1 1 128,-1-1-1,1 1 1,-1-1-1,0 1 1,0-1-1,0 0 1,0 1-1,-1-1 1,1 0-1,0 0 1,-1 0-1,-2 3 1,-30 27-1706,-66 47 0,97-77 1626,-68 50-4002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15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1112,'0'0'10141,"3"-3"-9171,7 0-748,0 1 0,-1 1 1,1-1-1,0 2 0,20 0 1,1 0 31,157 0 370,-187 0-627,0 0 0,0 0 0,-1 0 0,1 0-1,0 0 1,0 0 0,-1 1 0,1-1 0,0 0 0,0 0 0,-1 1 0,1-1-1,0 1 1,-1-1 0,1 1 0,-1-1 0,1 1 0,0-1 0,-1 1 0,1-1 0,-1 1-1,1 0 1,-1-1 0,0 1 0,1 0 0,-1-1 0,1 2 0,0 1-4,-1 0 1,1 0 0,0 0-1,-1 0 1,0 0-1,0 0 1,0 6 0,-1-2 12,0 0 0,0 0 0,-1 0 0,0 0 0,0 0 0,-6 12 0,0-7 43,-1 0 1,0-1-1,0 0 1,-15 12-1,-24 29 178,48-51-193,1 0 1,0-1-1,-1 1 1,1-1-1,0 0 1,0 1-1,-1-1 1,1 1-1,0-1 1,0 0 0,0 0-1,0 0 1,-1 1-1,1-1 1,0 0-1,0 0 1,0 0-1,0 0 1,0 0-1,1-1 1,24 2 91,-26-1-105,123 0 85,-121 0-183,-1 0-1,1 0 0,-1 0 1,0 0-1,1 1 0,-1-1 1,1 0-1,-1 1 0,0-1 1,1 1-1,-1 0 0,0-1 0,0 1 1,0 0-1,1 0 0,-1 0 1,0 0-1,0 0 0,0 0 1,0 0-1,-1 0 0,1 0 1,0 0-1,1 2 0,9 34-2905,-9-25 1428,4 12-3243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1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0 2296,'0'0'5631,"-27"24"-4979,-88 77 10,83-73 222,-62 42 1,85-64-681,6-4-24,1-1-29,1 1 0,-1-1-1,1 0 1,-1 0-1,0 0 1,0-1 0,1 1-1,-1 0 1,0-1-1,0 1 1,0-1 0,0 1-1,-3-1 1,5-32 180,0-30-295,0 61-114,3 6-342,9 2 307,59 8-59,-39-9 164,-1 1 1,49 17-1,-78-23 11,0 1 0,0-1 0,0 1 0,0-1-1,0 1 1,-1 0 0,1-1 0,0 1 0,-1 0 0,1 0 0,-1 0 0,0 1-1,0-1 1,0 0 0,0 0 0,0 1 0,0-1 0,-1 0 0,1 1-1,-1-1 1,1 1 0,-1-1 0,0 1 0,0-1 0,0 3 0,0 1 30,-1 0 1,1 0 0,-1-1 0,0 1 0,-1-1 0,1 1 0,-1-1-1,0 1 1,0-1 0,-3 5 0,-41 56 61,42-64 225,3-10-189,3-13-41,1 13-79,1-1-1,-1 1 1,2 1 0,-1-1-1,1 1 1,0-1 0,10-10-1,-2 4-37,1 0-1,23-17 1,-33 27 17,-3 3 10,0 0-1,0 0 1,-1 1 0,1-1-1,0 0 1,0 1 0,0-1-1,0 0 1,0 1 0,0-1-1,0 1 1,0 0 0,0-1-1,0 1 1,0 0 0,0 0-1,0-1 1,2 1 0,-2 5 81,-1 247 250,1-251-348,0-1 0,0 1 0,0 0 0,0-1 0,0 1 0,0-1 1,0 1-1,0-1 0,0 0 0,0 1 0,1-1 0,-1 0 0,0 0 0,0 1 1,0-1-1,0 0 0,0 0 0,0-1 0,1 1 0,0 0 0,27-2-60,-18-3 309,-3 35-11017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19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149 198 1008,'0'0'11767,"-24"40"-11337,-75 132 31,95-164-414,0 0 1,1 1-1,0 0 0,0 0 1,1 0-1,0 0 1,0 0-1,1 0 1,0 18-1,1-27-47,0 25 154,1-1 0,1 1 0,5 27 0,-5-42-106,1 0 0,1-1 0,-1 1 0,1-1 0,1 0 0,0 0 0,0 0 0,1-1 0,0 1 1,10 10-1,1-3 29,-1 0 1,2-1-1,0-1 1,1-1-1,0-1 1,1 0-1,0-2 1,1 0-1,43 13 1,-28-13-25,-1-2 0,1-2 0,0-1 0,0-2 0,58-2 0,-69-2-61,0-2 0,0 0 1,-1-2-1,1-1 0,-1-1 0,0 0 0,-1-2 0,0-1 0,29-17 0,-35 17-12,0-1 0,-1-1 0,0-1 0,-1 0-1,0-1 1,-1 0 0,0-2 0,-2 1-1,0-1 1,0-1 0,16-34 0,-20 33 4,-2 1 1,0-1-1,-1 0 1,-1-1-1,-1 1 1,0-1-1,-1-22 1,-1 28 16,-1-1 0,-1 1 1,-1 0-1,0-1 0,0 1 0,-1 0 0,-1 1 1,0-1-1,-1 0 0,-12-21 0,6 17 37,-1 1 0,-1 1 1,0 0-1,-1 1 0,-1 0 0,-30-21 0,8 10 108,-82-41 0,78 48 52,0 2 0,-1 1 0,0 3 0,-1 1 0,0 2 1,-1 2-1,0 2 0,-86 1 0,116 4-178,0 1 1,1 0-1,-1 1 0,1 1 1,-1 0-1,1 0 0,-19 9 1,24-9-31,1 2 0,-1-1 1,1 1-1,0 0 1,1 0-1,-1 1 0,1 0 1,0 0-1,1 0 0,0 1 1,0 0-1,0 0 1,-4 9-1,2-1-100,1-1 0,1 1 1,0 0-1,1 1 0,1-1 1,0 0-1,1 1 0,1 18 0,0-3-384,2 1-1,10 57 1,-6-67-127,1 0 0,0-1 0,17 35 1,30 50-3868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20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6409,'0'0'10288,"32"0"-10100,16 1-85,164-4 313,190-47-278,-335 39-464,-26 7-1224,-15 4-4363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20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4113,'0'0'9890,"326"-11"-8898,-178-17-568,41-8-424,-40 4-1024,-25 8-4049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21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3065,'0'0'11353,"-3"13"-11132,-2 15-175,1 1 0,1 0 0,1 0 0,4 51 0,14 8 539,29 99 0,-26-117-482,-16-59-234,0-1 1,0 1-1,1-1 0,0 0 1,1 0-1,0-1 0,9 12 1,-13-84-5566,-1 20 672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22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1592,'0'0'15333,"43"-2"-14409,307-12 550,345-26 600,-458-4-2741,-208 37-229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22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2633,'0'0'15695,"56"-4"-15088,367-31 430,-214 23-518,178-17-186,-309 18-2426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23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4113,'0'0'12271,"2"-10"-12105,-2 7-167,1 0 0,0-1 0,0 1 0,0 0 0,0 0 0,1 0 0,-1 0 0,1 0 0,0 1-1,0-1 1,0 0 0,4-4 0,-2 4-6,0 0 1,1 0-1,-1 0 0,1 0 1,0 1-1,0 0 0,0 0 0,0 0 1,7-1-1,20-4-180,1 2 0,-1 1 0,1 1 0,46 2 0,-74 2 156,0-1 0,-1 0 0,1 1 0,0 0 0,0 0 0,-1 1 1,1-1-1,-1 1 0,1 0 0,-1 0 0,0 0 0,0 1 0,0-1 0,0 1 0,0 0 0,0 0 0,-1 1 0,0-1 0,1 1 1,-1 0-1,0 0 0,-1 0 0,1 0 0,-1 0 0,0 0 0,0 1 0,0-1 0,-1 1 0,2 5 0,2 11 19,-2 0-1,0 0 1,-1 0-1,-1 0 1,-2 29-1,-1-30 12,-1-1 0,0 1-1,-2-1 1,0 0 0,-1 0 0,0 0 0,-18 32-1,-81 118 35,82-134-3,0-3 65,7-8 472,-22 40 0,37-60 424,9-3-157,-4-1-863,72-1 712,0-2 1,115-22-1,-118 8-720,-47 10-522,0 0 1,1 2 0,-1 1-1,1 1 1,43 1-1,-69 2 230,1 0 1,0 0-1,-1 0 0,1 0 0,-1 1 0,0-1 0,1 1 0,-1-1 0,1 1 0,-1 0 0,1-1 0,-1 1 0,0 0 0,0 0 0,3 2 0,5 21-8695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32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83 764 3017,'0'0'13022,"-8"-37"-11688,-25-114-303,8 58 588,21 81-1128,0 0 0,1 0 0,1 0 0,0 0 0,1-1 0,0-14 0,1 27-513,0 3-1349,2 16 1226,0 1 0,2-1 0,0 0 0,1 0 0,1-1 0,0 1 0,2-1 0,10 18 0,10 30 99,47 135-22,-28-68-345,68 130 0,-74-197 213,-40-65 514,-2-38 614,0 1-832,2 0 0,1 1 0,11-58-1,69-208-116,22-103 30,-49 91-472,-54 309 319,0 0 0,0 0-1,1 0 1,-1 1 0,1-1-1,0 0 1,-1 1-1,2-1 1,4-5 0,-7 9 64,0-1 1,1 1 0,-1-1 0,1 1-1,-1 0 1,1-1 0,-1 1-1,1 0 1,-1-1 0,1 1 0,-1 0-1,1 0 1,-1 0 0,1-1 0,-1 1-1,1 0 1,0 0 0,-1 0-1,1 0 1,-1 0 0,1 0 0,-1 0-1,1 0 1,0 0 0,-1 0 0,2 1-1,-1 0-102,1 0 0,-1 0 0,0 0 1,0 0-1,0 1 0,1-1 0,-1 0 0,0 1 0,-1-1 0,1 1 0,0-1 0,0 1 0,-1-1 0,2 3 0,11 46-3669,-2 6-572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32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78 380 4505,'0'0'11542,"0"-21"-11007,1-19-411,2 0 0,9-49 0,-8 59-1,-1-2 0,-2-45 0,-1 51 126,0 25-234,-1-1 0,1 1 1,-1 0-1,0-1 0,1 1 1,-1 0-1,0 0 0,0-1 1,0 1-1,1 0 0,-1 0 1,0 0-1,-1 0 0,1 0 1,0 0-1,0 1 0,0-1 1,0 0-1,-1 0 0,1 1 1,0-1-1,-1 1 0,1-1 0,-1 1 1,1 0-1,0-1 0,-1 1 1,1 0-1,-1 0 0,1 0 1,-1 0-1,1 0 0,0 1 1,-1-1-1,1 0 0,-1 1 1,1-1-1,0 0 0,-1 1 1,1 0-1,0-1 0,-1 1 1,1 0-1,-1 1 0,-4 7-164,1 1 0,1 0 0,0 1-1,0-1 1,1 1 0,1-1 0,-1 1 0,0 14-1,2-17 116,-6 48-256,1 100 1,6-150 200,0-1-1,0 0 1,1 0 0,-1 1 0,1-1 0,1 0 0,-1 0 0,1 0-1,4 10 1,-4-12 0,0 0 0,0 0 0,1-1 0,-1 1 0,1 0 0,0-1 0,-1 0 0,1 1 0,0-1 0,1 0 1,-1-1-1,0 1 0,1-1 0,-1 1 0,7 1 0,20 4-1129,0-2 0,45 3 1,-20-6-1398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33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118 802 2721,'0'0'7620,"43"-45"-7159,-43 45-461,177-194 228,-162 177-203,-1-2 0,0 1-1,17-34 1,-26 41-11,-1 0-1,0-1 1,-1 0-1,3-20 1,-3 12 256,-1 1 0,-2-1-1,-2-31 1,2 48-205,0-1 0,-1 1 0,0 0 0,0 0-1,0 0 1,0 0 0,0 0 0,0 0 0,-1 1 0,1-1 0,-1 0 0,0 1 0,0-1 0,0 1-1,0-1 1,-1 1 0,-2-2 0,1 0-4,-1 1 1,0 0-1,0 0 0,-1 0 0,1 1 0,0 0 1,-1 0-1,1 0 0,-9-1 0,8 2-65,1 0-1,-1 0 1,1 1-1,-1 0 1,1 0-1,-1 0 1,0 0-1,1 1 1,-1 0-1,1 0 1,-1 1-1,1-1 1,0 1-1,0 1 1,0-1 0,0 1-1,0-1 1,0 1-1,0 1 1,1-1-1,-8 8 1,5 0-67,0 0 0,1 0 0,0 1 0,1 0 0,0 0 0,1 0 0,1 0 0,-5 26 0,-5 112-105,13-149 176,-1 440-74,1-433 73,17 262-4,0 36 6,-15-231 1,0-39-16,-2 0 0,-5 46 0,4-80 7,1 0-1,0 0 1,0-1 0,-1 1 0,1 0-1,-1-1 1,0 1 0,1 0-1,-1-1 1,0 1 0,0-1-1,0 1 1,0-1 0,0 1-1,0-1 1,-1 0 0,1 0-1,0 0 1,-1 1 0,1-1-1,-1 0 1,1-1 0,-1 1-1,1 0 1,-1 0 0,0-1-1,1 1 1,-1-1 0,0 1 0,1-1-1,-1 0 1,0 1 0,0-1-1,1 0 1,-1 0 0,0-1-1,0 1 1,1 0 0,-1 0-1,-3-2 1,0 1-9,0-1-1,0 1 1,0-1-1,0-1 1,0 1 0,0-1-1,1 1 1,-1-1-1,1-1 1,0 1 0,0-1-1,-7-7 1,2-2-47,1 0 0,0-1 0,1 0 0,1-1 0,0 1-1,1-1 1,0-1 0,1 1 0,-2-19 0,2-10-55,1 1 0,3-52-1,1 75 108,2 0-1,0 0 1,1 0-1,1 1 1,1 0 0,1-1-1,0 2 1,1-1-1,16-24 1,12-13-12,65-78 1,-92 122 20,94-111-32,88-117 307,-165 202-63,-1-2-1,-2 0 1,-2-1 0,25-66 0,-38 79-47,0 0 0,-2 0 0,-1 0-1,-2-1 1,0 1 0,-2-1 0,-1 0 0,-5-29 0,5 54-98,-1 1 1,0-1 0,1 0 0,-2 1 0,1-1-1,0 1 1,-1-1 0,0 1 0,0 0-1,0-1 1,0 1 0,0 0 0,0 0 0,-1 0-1,0 1 1,1-1 0,-1 1 0,0-1 0,0 1-1,-1 0 1,1 0 0,0 1 0,-1-1-1,1 0 1,-1 1 0,1 0 0,-1 0 0,0 0-1,1 1 1,-1-1 0,0 1 0,0-1-1,0 1 1,1 1 0,-1-1 0,-4 1 0,6 0-65,0-1 1,0 1-1,0 0 1,0 0 0,1-1-1,-1 1 1,0 0 0,0 1-1,1-1 1,-1 0-1,1 0 1,-1 1 0,1-1-1,0 1 1,-1-1 0,1 1-1,0 0 1,-1 1 0,-12 36-182,11-28 133,-4 24-77,1 0 0,2 0 0,1 1 0,4 70 0,0-37 90,0 78-11,20 148-1,-4-97 54,-9 209 0,-8-317-8,0-70-4,0 1-1,-2 0 1,0-1-1,-2 1 1,-9 31-1,12-47 6,-1 1-1,0-1 0,0 0 0,-1 0 1,1 0-1,-1-1 0,0 1 0,-1-1 1,1 1-1,-1-1 0,1 0 1,-1-1-1,-1 1 0,1 0 0,0-1 1,-1 0-1,0 0 0,1-1 0,-1 1 1,0-1-1,-1 0 0,1 0 1,0-1-1,0 1 0,-10 0 0,8-1 10,0 0 0,0-1 0,0 0 0,0 0 0,0 0 0,0-1 0,0 0 0,0 0 0,0-1 0,0 0 0,0 0 0,1-1 0,-1 0 0,1 0 0,0 0 0,0-1 0,0 0 0,0 0 0,1 0 0,-1-1 0,1 0 0,0 0 0,1 0 0,-1-1 0,1 1 0,0-1 0,1 0 0,-1 0 0,1-1 0,0 1 0,1-1 0,-1 1 0,-1-12 0,0-2-28,2 0-1,0-1 0,1-33 0,1 40 5,0 6-10,1-1-1,0 0 1,0 1-1,1-1 1,0 1-1,1 0 1,0 0-1,0 0 1,0 0 0,1 0-1,0 0 1,1 1-1,0 0 1,0 0-1,1 0 1,-1 1-1,1 0 1,11-9-1,-7 7-187,1 1-1,0-1 0,1 2 1,0 0-1,0 0 0,0 1 1,0 0-1,1 1 0,0 1 1,0 0-1,26-2 0,-11 3-830,0 1 0,0 2 0,49 6 0,-10 14-2889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3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6785,'0'0'9578,"208"-8"-9898,-143 8-312,6 0-736,-18 0-1273,-17 0-2184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34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4017,'0'0'8746,"297"4"-8746,-161-4-304,-29 0-1953,-19 4-3640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35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1489 6265,'0'0'10717,"-12"-22"-10073,-40-68-122,39 67 87,13 25-595,3 45-225,3 0 0,1 0 1,2-1-1,23 69 0,-11-39 204,110 528-17,-91-394-161,-10-86-236,-19-100 63,-8-22 214,0-9 132,5-141 958,62-344-700,40 2-235,-57 269 1,125-757 183,-160 841-88,8-49-95,-15 150-405,-10 34-295,-1 9-755,0 36 140,-2 0 0,-1 0 0,-3 0-1,-18 71 1,-6 6-1615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36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65 368 5193,'0'0'12281,"-11"-21"-11879,-32-61-382,34 69-295,7 17 163,6 13-31,6 11-8,2 0 0,17 29-1,15 34-22,65 243 125,13 30 140,-117-357 255,-3-13-7,-1-24 151,-1 19-425,15-120 27,51-207 1,-29 167-211,-16 68 60,-4-2 1,4-161-1,-19 249-328,1 14-167,3 11-1275,-4 11 546,-1 0-1,-2 32 1,0-10 214,1 49-1466,0 1-1259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37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92 543 6769,'0'0'10336,"-15"-38"-10165,-44-128-182,55 151 7,0 1 1,1-1-1,0 0 1,2 1-1,-1-1 0,2 0 1,1-17-1,0-1-2,-1 11 3,5-39 0,-4 54 1,1 1-1,-1-1 0,1 1 0,0-1 0,0 1 0,1 0 0,0 0 1,0 0-1,0 0 0,6-6 0,-8 11-16,1-1-1,0 1 1,-1 0-1,1 0 1,0 0 0,0 0-1,0 0 1,0 1-1,0-1 1,0 0 0,0 1-1,0 0 1,0-1-1,0 1 1,0 0 0,0 0-1,1 0 1,2 1 0,-1-1-42,0 0 1,-1 1 0,1 0 0,-1 0 0,1 0 0,-1 0 0,1 1 0,-1-1 0,0 1 0,5 2-1,1 5-21,0 1 0,0-1-1,-1 2 1,-1-1 0,1 1-1,-2 0 1,1 0 0,-2 1-1,9 24 1,-1 2 57,14 78 0,-19-54 19,-7-45 16,1 0-1,0 0 1,10 31-1,-12-48-5,0 0 0,0 0-1,0 1 1,0-1 0,0 0 0,0 0-1,0 0 1,0 0 0,1 0 0,-1 0 0,0 1-1,0-1 1,0 0 0,0 0 0,0 0 0,0 0-1,1 0 1,-1 0 0,0 0 0,0 0 0,0 0-1,0 0 1,0 0 0,1 0 0,-1 0-1,0 1 1,0-1 0,0 0 0,0 0 0,0 0-1,1 0 1,-1 0 0,0-1 0,0 1 0,0 0-1,0 0 1,0 0 0,1 0 0,-1 0 0,0 0-1,0 0 1,0 0 0,0 0 0,0 0-1,1 0 1,-1 0 0,0 0 0,0-1 0,0 1-1,0 0 1,0 0 0,0 0 0,0 0 0,0 0-1,0 0 1,1-1 0,-1 1 0,0 0-1,0 0 1,0 0 0,0 0 0,0-1 0,2-3 85,-1 0-1,1 0 1,-1 0 0,0 0 0,0 0 0,0 0 0,0 0 0,-1-8 0,4-14 66,1-6-145,2 0 1,2 0 0,1 1 0,1 0 0,21-40 0,-32 69-28,1 1 0,0-1 0,0 0 0,0 1 1,0-1-1,0 0 0,0 1 0,1-1 0,-1 1 0,0 0 0,1-1 1,-1 1-1,1 0 0,-1 0 0,1 0 0,0 0 0,0 0 0,-1 0 0,1 0 1,0 1-1,0-1 0,0 1 0,0-1 0,0 1 0,0 0 0,-1 0 1,1 0-1,0 0 0,0 0 0,0 0 0,0 0 0,0 1 0,0-1 0,0 0 1,0 1-1,0 0 0,-1 0 0,1-1 0,0 1 0,-1 0 0,1 0 1,0 1-1,-1-1 0,1 0 0,-1 0 0,2 2 0,8 8-71,-1 1 1,0 0-1,-1 0 0,13 23 0,-12-19 174,-4-6-69,10 15 20,1-1 0,21 22 0,-37-45-28,0 0-1,0 0 1,0 0-1,0 0 0,0 0 1,1 0-1,-1 0 1,0 0-1,0-1 1,1 1-1,-1 0 1,1-1-1,-1 1 0,0-1 1,1 0-1,-1 1 1,1-1-1,-1 0 1,1 0-1,-1 0 0,1 0 1,-1 0-1,1 0 1,-1 0-1,1-1 1,-1 1-1,1 0 0,-1-1 1,1 1-1,-1-1 1,0 0-1,1 1 1,-1-1-1,0 0 0,0 0 1,1 0-1,-1 0 1,2-2-1,4-4 87,-1-1 0,1 1 0,-1-2 0,8-13 0,-5 9-33,13-22 35,-11 18-108,0 0 0,27-30 0,-38 46-9,1 0-1,0 0 1,0 0 0,0 0-1,1 0 1,-1 0 0,0 0-1,0 1 1,0-1 0,1 0-1,-1 1 1,0-1 0,1 1-1,-1-1 1,0 1 0,1 0-1,-1-1 1,0 1 0,1 0 0,-1 0-1,1 0 1,-1 0 0,1 0-1,-1 0 1,0 1 0,1-1-1,-1 0 1,1 1 0,-1-1-1,0 1 1,1-1 0,-1 1-1,0 0 1,0 0 0,0-1-1,1 1 1,-1 0 0,0 0 0,0 0-1,1 2 1,3 3-41,1 1 0,-1 1 1,-1-1-1,1 1 0,3 8 1,-6-11 95,19 41-111,-14-29-182,1 0-1,1 0 1,0-1 0,1 0 0,15 20 0,-13-25-2380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37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3937,'0'0'11062,"37"-15"-11012,118-46-58,-142 57-9,-1 0 1,1 1 0,24-3 0,-32 5-9,0 1 0,0 1 1,0-1-1,0 1 0,0 0 1,9 2-1,-11-2 16,-1 0 0,0 0 0,0 0 0,0 1 0,0-1 0,0 0 0,0 1 0,0-1 0,-1 1 0,1 0 0,-1 0 0,1-1 1,-1 1-1,1 0 0,-1 0 0,0 1 0,0-1 0,0 0 0,0 0 0,-1 0 0,1 1 0,0-1 0,0 3 0,0 8-31,1-1 0,-2 1 1,0 15-1,0-13 30,1 42 62,-3 0 0,-3-1 0,-12 60 0,11-83 59,0 0 0,3 0-1,0 44 1,7-77 454,17-1-284,0-2-1,0 0 0,-1-2 0,1 0 0,25-11 0,-29 9-509,1 1-1,0 1 1,1 0-1,-1 2 0,1 0 1,0 1-1,21 0 0,-36 2-81,-1 1-1,1-1 1,-1 0-1,0 1 0,1 0 1,-1 0-1,0 0 1,0 0-1,1 1 0,3 1 1,-4 0-376,-1-1 1,1 1-1,-1 0 1,0 0-1,0 0 1,0 0-1,0 0 1,2 6-1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38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26 179 3697,'0'0'15072,"-7"-1"-14632,-12-4-329,24 1-68,47-1-43,-25 4 13,937-106 1079,-629 65-1052,-295 36-28,19-1-222,-58 7-138,-8 1-889,-14 4-276,1 1 0,0 1 0,-19 9 0,-25 12-6559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38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4489,'0'0'8794,"0"290"-8210,0-191-176,0 1-216,0-9-32,0-12-56,6-11-96,-6-17-8,0-11 0,0-12-272,0-12-432,0-44-3705,0-16-2504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38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1 245 856,'0'0'6946,"0"-26"-897,367-41-5225,-213 39-368,-6 9-112,-11-5-200,-19 8-136,-17 4-8,-18 5-88,0-9-896,-24 6-1704,-17-10-3514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43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30 457 3377,'0'0'7725,"-5"2"-6922,-14 6-156,14-6 1069,7-2-1702,11 0-6,1-1 1,-1-1-1,1 0 1,-1-1-1,0 0 1,19-8-1,71-39 178,-69 32-111,341-198 202,-183 100-357,-171 104 22,-16 7 9,2 1 0,-1 0 0,0 1-1,1 0 1,0 0 0,0 0-1,0 1 1,0-1 0,0 2-1,10-2 1,-15 16-813,-2-8 729,0 12-1,1-6 116,-1-1 1,0 1-1,-1 0 1,0-1-1,-1 1 0,-3 12 1,-4 0 21,-1-1 1,-1-1-1,-18 28 1,-51 65 37,61-89-30,-191 267 375,198-275-360,4-7-14,1 0-1,1 1 0,-11 22 1,16-29-4,7-7 3,48-33-38,0 2 0,2 3 0,2 2 0,75-26 0,-117 51-160,0 1 0,0 0 1,1 1-1,-1 1 1,26 0-1,-41 2 143,0-1 0,0 0 0,-1 0 1,1 0-1,0 0 0,0 1 0,0-1 0,-1 0 0,1 1 0,0-1 1,-1 1-1,1-1 0,0 0 0,-1 1 0,1 0 0,0-1 0,-1 1 0,1-1 1,-1 1-1,1 0 0,-1-1 0,0 1 0,1 0 0,-1-1 0,0 1 1,1 1-1,5 31-439,-6-19 450,-1 0-1,0 0 1,-4 15 0,0-13 61,-2 0 0,0 1 0,0-2 0,-1 1 0,-1-1 0,-1-1 0,0 1 0,-20 20 0,16-19 58,1 0 0,0 1-1,2 1 1,0 0-1,-12 27 1,23-45-92,0 0 1,0 0-1,0 1 0,0-1 0,0 0 0,-1 1 1,1-1-1,0 0 0,0 1 0,0-1 0,0 0 1,0 0-1,0 1 0,0-1 0,0 0 0,0 1 1,0-1-1,0 0 0,1 1 0,-1-1 1,0 0-1,0 1 0,0-1 0,0 0 0,0 0 1,0 1-1,1-1 0,-1 0 0,0 0 0,0 1 1,1-1-1,-1 0 0,0 0 0,0 0 1,1 1-1,-1-1 0,0 0 0,0 0 0,1 0 1,-1 0-1,0 0 0,1 0 0,-1 1 0,0-1 1,0 0-1,1 0 0,-1 0 0,0 0 1,1 0-1,-1 0 0,1 0 0,20-3-73,-17 3 49,19-7-19,0-1 0,-1 0-1,0-2 1,0-1 0,37-24 0,-24 14-230,41-22-1950,-13 6-3654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41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 4625,'0'0'10648,"-4"11"-10706,-2 8 75,2 0 0,0 0 0,1 0-1,0 1 1,2-1 0,1 34 0,21 128 575,-11-119-493,2 86-1,-12-90-981,0-58 834,0 0 0,0 0 0,0 0-1,0 0 1,0 1 0,0-1 0,0 0-1,1 0 1,-1 0 0,0 1 0,0-1 0,0 0-1,0 0 1,0 1 0,0-1 0,0 0-1,0 0 1,0 0 0,0 1 0,-1-1-1,1 0 1,0 0 0,0 0 0,0 1 0,0-1-1,0 0 1,0 0 0,0 0 0,0 0-1,0 1 1,-1-1 0,1 0 0,0 0-1,0 0 1,0 0 0,0 0 0,-1 1 0,1-1-1,0 0 1,0 0 0,0 0 0,-1 0-1,1 0 1,0 0 0,0 0 0,0 0-1,-1 0 1,1 0 0,0 0 0,0 0 0,0 0-1,-1 0 1,1 0 0,0 0 0,0 0-1,0 0 1,-1 0 0,-3 0-822,-22 0-3072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41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7042,'0'0'8233,"380"28"-7521,-244-28-71,-6 0-345,-5 0-224,-7 0-16,-17-12-56,-12 0-152,-18 4-793,-24 8-1071,-17 0-2257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39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11042,'0'0'8418,"11"0"-12291,13 0-1816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41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4889,'0'0'11282,"195"0"-10681,-94 0-193,0 0-240,11 0-88,-11 0-80,-6 0-272,-12 0-905,6 0-1199,-24 0-2449,-24 12-3697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42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3065,'0'0'9443,"9"-18"-9374,-4 6-69,-1 2-1,1 1 0,0-1 0,11-15 0,-13 21-2,0 0 0,0 1 0,0 0 0,1-1 0,0 1 0,-1 1 0,1-1 0,0 0 0,0 1 0,1 0 0,-1 0 0,0 0 0,10-2 0,1 0-19,-1 2 1,1 0-1,0 0 1,0 2-1,0 0 1,18 2-1,-31-2 13,-1 1-1,1-1 1,-1 0-1,1 1 1,-1 0-1,1-1 1,-1 1 0,1 0-1,-1 0 1,0 0-1,0 0 1,1 0 0,-1 0-1,0 0 1,0 0-1,0 1 1,0-1-1,0 0 1,-1 1 0,1-1-1,0 1 1,-1-1-1,1 0 1,0 1-1,-1 0 1,0-1 0,1 2-1,0 6-12,0-1-1,0 1 0,-1 15 0,0-14 50,0 7 20,-2 0 1,1 0-1,-2 0 1,0 0-1,-1-1 1,-8 21-1,0-8 8,-1-1-1,-26 40 1,-36 69 108,68-123-85,1 2 1,0-1 0,2 1-1,-1 0 1,2 0 0,0 0-1,-1 25 1,4-40-67,0 0 0,1 0 0,-1 0 0,0 0 0,0 0 0,0 0 0,1 0 0,-1 0 0,0 0 0,1 0 0,-1 0 0,1 0 0,0-1 0,-1 1 0,1 0 0,-1 0 0,1 0 0,0-1 0,0 1 0,-1 0 0,1-1 0,0 1 0,0 0 0,0-1 0,0 1 0,0-1 0,0 0 0,0 1 0,0-1 0,1 1 0,37 2 303,-28-2-258,38 1 89,0-1 0,0-2-1,0-3 1,96-19-1,32-37-3456,-125 38-2877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44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1 552 3729,'0'0'11884,"-1"-12"-11358,1 4-502,1 0 0,-1 0 0,2 0 0,-1 0 0,1 0-1,0 0 1,0 0 0,1 0 0,0 0 0,1 1 0,-1 0 0,2 0-1,-1 0 1,1 0 0,10-11 0,72-93-1,152-149-1,-234 255-38,21-18 43,-25 22-35,0 1-1,-1-1 0,1 0 0,0 1 1,0-1-1,0 1 0,0-1 0,0 1 1,0-1-1,0 1 0,0 0 0,0-1 1,0 1-1,0 0 0,0 0 0,0 0 1,0-1-1,0 1 0,0 0 0,0 1 1,0-1-1,0 0 0,1 0 0,-1 11-203,-1 23 88,1-4 15,-1-1 0,-2 1 0,-9 49 0,-6-18 109,-36 81 0,1-5 0,40-99-64,1 1-1,2-1 0,2 2 1,2-1-1,-1 56 0,6-94 39,0 0 0,0 0 0,0 0 0,0 0 0,0 0 0,1 0 0,-1-1 0,0 1 0,0 0 0,1 0 0,-1 0 0,1 0 0,-1 0-1,0 0 1,1 0 0,0-1 0,-1 1 0,1 0 0,-1 0 0,1-1 0,0 1 0,0 0 0,-1-1 0,1 1 0,0-1 0,0 1 0,0-1 0,0 1 0,0-1 0,0 0-1,-1 1 1,1-1 0,0 0 0,0 0 0,0 1 0,0-1 0,0 0 0,1 0 0,4-1-35,0 1 0,0-1 0,0 0 0,0 0 1,10-4-1,5-4 88,0-1-1,-1-1 1,0-1 0,-1-1 0,30-27 0,-35 29 4,106-86 101,192-142-118,-292 230-73,-19 8 55,-1 1 0,1 0 0,-1 0 0,1 0 1,-1 0-1,0 0 0,1 0 0,-1 0 0,1 0 0,-1 0 0,0 0 0,1 1 0,-1-1 1,1 0-1,-1 0 0,0 0 0,1 0 0,-1 1 0,0-1 0,1 0 0,-1 0 0,0 1 0,1-1 1,-1 0-1,0 0 0,1 1 0,0 2-8,-1 0 0,1-1-1,0 1 1,-1 0 0,0 0 0,1-1 0,-1 1 0,0 0 0,-1 4 0,1 7 60,-2 9 12,0 0-1,-1 0 1,-1 0-1,-1-1 1,-16 43 0,-56 111 229,27-69-200,37-78-102,1 1 0,2 0 0,1 1 0,2-1 0,1 2 0,1-1 0,-1 41 0,7-71-46,-1 0 0,1 0 0,0 0 1,-1 0-1,1-1 0,-1 1 0,1 0 0,0 0 0,0-1 0,0 1 0,-1-1 0,1 1 0,0-1 1,0 1-1,0-1 0,0 1 0,0-1 0,0 0 0,0 1 0,0-1 0,0 0 0,0 0 0,0 0 1,0 0-1,0 0 0,0 0 0,0 0 0,0 0 0,0 0 0,1-1 0,36-4-1837,-3-15-531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45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128 131 4505,'0'0'11310,"-23"2"-10515,-68 4-217,77-4 128,18 1-552,21 0-137,410 6 1431,-296-10-1183,146-4 11,451-51-58,18-2-191,1028 23-6,-1338 66-52,-134-4-163,-238-26 151,-71-1 121,5 21-285,-5-7 149,1 0-1,0 0 1,6 20-1,3 20 65,18 122 262,-28-173-943,-2-8 370,-4-16-410,1 15-14,-1-1-1,1 1 1,-1 0 0,-8-7 0,-28-27-8708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46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40 5329,'0'0'12260,"-2"0"-11861,396-16-59,-201-1-1887,-64 11-2786,-60 5-1914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47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3017,'0'0'11738,"491"-36"-12586,-319 12-1817,-24 4-4448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47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37 229 1560,'0'0'13170,"-9"-15"-12762,7 12-411,-21-38-22,20 28-73,4 13 87,0 0-1,0 0 1,0 0-1,0 0 0,0 1 1,0-1-1,-1 0 1,1 1-1,0-1 1,0 0-1,0 1 0,0-1 1,-1 1-1,1 0 1,0-1-1,-1 1 1,1-1-1,1 2 0,16 16-50,1 0 0,-2 1 0,-1 0-1,19 28 1,52 95 64,-76-122-6,188 357 130,-119-222-113,-73-141-9,-5-7-2,1 0 1,1-1 0,-1 1 0,1-1 0,1 0 0,-1 0-1,1-1 1,0 1 0,6 4 0,-11-9 47,1-1-41,-1 0-1,0 0 1,0 0 0,0 1 0,0-1-1,0 0 1,0 0 0,1 0 0,-1 0-1,0 0 1,0 0 0,0 0 0,0 1-1,1-1 1,-1 0 0,0 0 0,0 0-1,0 0 1,0 0 0,1 0 0,-1 0-1,0 0 1,0 0 0,0 0 0,1 0-1,-1 0 1,0 0 0,0 0 0,0 0-1,1 0 1,-1 0 0,0-1 0,0 1-1,0 0 1,0 0 0,1 0 0,-1 0-1,0 0 1,0 0 0,0 0 0,0 0 0,0-1-1,0 1 1,1 0 0,-1 0 0,0 0-1,0 0 1,0-1 0,0 1 0,0 0-1,0 0 1,0 0 0,0 0 0,0-1-1,0 1 1,0 0 0,0 0 0,0 0-1,0-1 1,0 1 0,0 0 0,0 0-1,0 0 1,0 0 0,0-1 0,0 1-1,0 0 1,0 0 0,0-1 0,33-247 2423,5-33-2477,43-176-3,-79 432 65,-2 21-26,0-1 0,1 1 0,-1 0 0,1 0 0,0 0 0,0 0 0,0 0 1,0 0-1,3-4 0,2 27-2548,-4 17-1468,3 7-332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48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1 575 1040,'0'0'12173,"0"-38"-11735,4-127-363,-3 144-61,2 0 1,1 0 0,0 0-1,2 1 1,9-25-1,-1 5 9,36-133 159,-50 172-185,1 1 1,-1-1-1,0 1 1,0-1-1,0 1 1,1 0-1,-1-1 1,0 1-1,0-1 1,1 1-1,-1 0 1,0-1-1,1 1 1,-1 0-1,0-1 1,1 1-1,-1 0 1,1-1-1,-1 1 1,0 0-1,1 0 1,-1 0-1,1-1 1,-1 1-1,1 0 1,-1 0-1,1 0 1,-1 0-1,1 0 1,-1 0-1,1 0 1,-1 0-1,1 0 1,-1 0-1,1 0 1,-1 0-1,1 0 1,-1 0-1,1 1 1,-1-1-1,0 0 1,1 0-1,-1 0 1,1 1-1,-1-1 1,1 0-1,-1 1 1,0-1-1,1 0 1,-1 1-1,0-1 1,1 1-1,19 20-567,-2 16 469,-2 2 1,-2-1-1,14 61 0,2 4 273,-30-103-158,0 1 1,0-1-1,1 1 0,-1-1 0,0 1 1,0 0-1,0-1 0,0 1 0,0-1 1,1 1-1,-1-1 0,0 1 0,1-1 1,-1 1-1,0-1 0,1 1 0,-1-1 1,0 0-1,1 1 0,-1-1 0,1 1 1,-1-1-1,1 0 0,-1 1 0,1-1 1,-1 0-1,1 0 0,-1 1 0,1-1 1,-1 0-1,1 0 0,-1 0 0,1 0 1,0 0-1,-1 0 0,1 0 0,-1 0 0,1 0 1,-1 0-1,1 0 0,0 0 0,-1 0 1,1 0-1,-1 0 0,1-1 0,-1 1 1,1 0-1,-1 0 0,2-1 0,0-1 80,1-1-1,-1 1 0,0 0 0,0-1 0,0 1 1,0-1-1,0 0 0,2-4 0,42-86 821,-22 39-906,57-88 0,-79 139-38,0 1 0,0-1 1,0 0-1,0 1 0,1-1 1,-1 1-1,1 0 0,-1 0 1,1 0-1,5-3 0,-6 5-2,-1-1 0,0 1 0,1 0 0,-1 0 0,0 0 0,1 0 0,-1 0 0,1 0 0,-1 0 0,0 0 0,1 0 0,-1 1 0,0-1-1,1 0 1,-1 1 0,0-1 0,0 1 0,0 0 0,1-1 0,-1 1 0,0 0 0,0 0 0,0 0 0,0 0 0,0 0 0,0 0 0,0 0 0,-1 0-1,2 2 1,13 17-38,-2 1 0,20 43 0,-18-36 120,21 34 0,-35-59-45,1-1 0,-1 0 1,1 0-1,0 0 1,-1 0-1,1 0 0,0 0 1,0 0-1,0 0 0,1-1 1,-1 0-1,0 1 0,1-1 1,-1 0-1,1 0 1,-1 0-1,1 0 0,-1 0 1,1-1-1,0 1 0,-1-1 1,1 0-1,0 0 0,-1 0 1,1 0-1,0 0 1,-1 0-1,1-1 0,0 0 1,-1 1-1,1-1 0,4-2 1,4-3 56,1 0-1,-1-1 1,0-1 0,-1 1 0,14-14 0,-6 6-48,-8 6-58,2 0 0,-1 1 0,1 1 0,0 0 0,1 1 0,24-9 0,-33 14 14,0-1 0,1 1-1,-1 0 1,0 1 0,1-1-1,-1 1 1,1 0 0,-1 0 0,1 0-1,-1 1 1,1-1 0,-1 1-1,0 0 1,1 0 0,-1 1-1,0-1 1,0 1 0,0 0-1,0 0 1,0 0 0,0 1-1,-1 0 1,1-1 0,-1 1 0,4 4-1,11 16-444,-2 0 1,0 2-1,-1 0 0,-2 1 0,12 30 0,-11-24-1450,6 17-3668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48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1 183 6241,'0'0'10216,"36"-2"-10217,469-28 603,164-49 80,-134 13-969,-421 60-1969,-107 6 1600,-1 32-10324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49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1 426 5961,'0'0'5076,"27"33"-4993,94 109 295,-119-140-365,231 244 1617,-229-243-1581,-3-1-20,1 0-1,-1-1 1,1 1 0,-1-1 0,1 0-1,0 0 1,-1 1 0,1-1 0,0 0 0,0 0-1,0-1 1,0 1 0,0 0 0,0-1-1,0 1 1,4 0 0,-6-2 5,0 1 1,1 0-1,-1 0 0,0 0 0,1 0 1,-1 0-1,0-1 0,1 1 1,-1 0-1,0 0 0,1 0 0,-1-1 1,0 1-1,1 0 0,-1-1 1,0 1-1,0 0 0,0-1 1,1 1-1,-1 0 0,0-1 0,0 1 1,0 0-1,0-1 0,1 1 1,-1-1-1,0 1 0,0 0 0,0-1 1,0 1-1,0 0 0,0-1 1,0 1-1,0-1 0,0 1 1,0 0-1,-1-1 0,1 1 0,0-1 1,0-7 332,23-415 1324,-22 345-1726,-3-88-43,2 162 94,-1 1 0,1-1 0,-1 1 0,0 0 0,0-1 1,0 1-1,-1 0 0,1 0 0,-1 0 0,-2-4 0,-4-7 77,8 13-112,0 1-1,0-1 1,0 1-1,-1-1 1,1 0-1,0 1 1,0-1-1,0 0 1,0 0-1,0 1 1,0-1-1,0 0 1,0 1-1,0-1 1,1 0-1,-1 1 1,0-1-1,0 0 1,0 1-1,1-1 1,-1 1-1,0-1 0,1 1 1,-1-1-1,1 0 1,-1 1-1,1-1 1,-1 1-1,1 0 1,-1-1-1,1 1 1,-1-1-1,1 1 1,-1 0-1,1-1 1,0 1-1,-1 0 1,1 0-1,0-1 1,32-8-147,-27 8 107,106-28-469,80-17-335,-148 38 489,0 2 1,63-1 0,-87 7 268,-12-1 24,0 1-1,0 0 1,0 1 0,13 2-1,-19-2 56,0-1 0,0 1-1,0 0 1,0-1-1,0 1 1,-1 0 0,1 1-1,0-1 1,-1 0 0,1 0-1,-1 1 1,1-1 0,-1 0-1,0 1 1,1 0 0,-1-1-1,0 1 1,0 0-1,0-1 1,0 1 0,-1 0-1,2 4 1,2 15-22,0 0 0,-2 0-1,-1 0 1,0 0 0,-4 30 0,1 6 94,-4 178-254,6-231-1096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50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1 173 2457,'0'0'9727,"5"-27"-9503,0-5-207,15-43-1,-19 73-17,0 0-1,0-1 0,0 1 0,0 0 0,1 0 0,-1 0 1,0 0-1,1 0 0,-1 1 0,1-1 0,0 0 1,0 1-1,0-1 0,0 1 0,0 0 0,0-1 0,0 1 1,0 0-1,0 0 0,3 0 0,0-1-16,1 2 0,-1-1 0,0 1 0,0-1 1,1 1-1,6 1 0,0 0-31,-8-1 35,0 0-1,1 0 1,-1 0 0,0 0-1,0 1 1,0-1-1,0 1 1,0 0 0,0 1-1,0-1 1,0 1 0,0-1-1,-1 1 1,6 4-1,-6-3 22,-1 0 0,1 0 0,-1 0 0,0 1-1,0-1 1,-1 1 0,1-1 0,0 1 0,-1 0 0,0 0-1,0 0 1,0-1 0,-1 1 0,1 0 0,-1 7 0,2 9 80,-1-1 0,-1 1 0,-1 0 0,0-1 0,-1 1 0,-2-1 0,0 0 0,-1 0 0,0 0 0,-10 18 0,9-26 41,1 1 0,0 0-1,1 0 1,0 0 0,0 0 0,2 0-1,-1 1 1,0 19 0,4-32-79,-1 1 0,1 0 0,0-1 0,-1 1 0,1-1 0,0 0 0,0 1 0,0-1 0,-1 0 0,1 1 0,0-1 0,0 0 0,0 0 0,0 0 0,0 0 0,0 0 0,-1 0 0,1 0 0,2 0 0,27 0 283,-23 0-201,69 0 240,162-4-2723,-192 0-1938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52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0 136 432,'3'15'18876,"42"-15"-18919,0-2 0,81-15 0,198-54-761,-321 71 530,0-1 1,0 1-1,0-1 1,0 0 0,0 0-1,-1 0 1,1 0-1,0 0 1,-1-1 0,5-2-1,-7 4 182,1-1 1,-1 1-1,0 0 0,0-1 0,0 1 0,0 0 1,1-1-1,-1 1 0,0-1 0,0 1 0,0 0 1,0-1-1,0 1 0,0-1 0,0 1 0,0 0 1,0-1-1,0 1 0,0-1 0,0 1 0,0 0 1,-1-1-1,1 1 0,0-1 0,0 1 0,0 0 0,-1-1 1,-16-16-2256,-10-2-4294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52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1 237 1360,'0'0'12992,"4"-34"-12625,14-107-204,-18 136-139,0 1 1,1-1-1,0 1 1,0-1-1,0 1 1,0 0-1,1-1 1,0 1-1,0 0 1,0 0-1,3-4 1,-4 7-20,0 0 0,0 1 0,1-1 0,-1 1 0,0-1 0,0 1 0,0-1 0,0 1 0,1 0 0,-1-1 0,0 1 0,0 0 0,0 0-1,1 0 1,-1 0 0,0 0 0,0 1 0,1-1 0,-1 0 0,0 0 0,2 1 0,9 1-97,1 2 57,0 0 1,-1 0 0,1 1 0,-1 0 0,0 1 0,0 1-1,0 0 1,18 15 0,4 1 19,20 13 14,-9-6 5,70 35-1,-98-57-2,0-1 0,0-1 0,1 0-1,-1-2 1,1 0 0,0-1 0,0 0-1,23-1 1,-37-2 4,1 0-1,-1 0 1,0 0-1,1-1 1,-1 1-1,0-1 1,0 0-1,0-1 1,1 1-1,-1-1 1,-1 0-1,6-2 1,-6 1 3,-1 1 0,1 0 0,-1-1 1,1 0-1,-1 0 0,0 0 1,0 0-1,0 0 0,-1 0 0,1 0 1,-1-1-1,1 1 0,-1 0 1,1-6-1,2-14 26,-1-1 0,-1 1 1,-1 0-1,-2-32 0,0 6-3055,12 76-5682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53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191 145 2665,'0'0'10689,"-32"40"-10576,-94 136-74,121-169-32,1 1 0,0-1 0,1 1 0,0-1 0,0 1 1,1 0-1,-1 0 0,2 0 0,-1 0 0,1 1 1,0-1-1,1 11 0,0 5 48,0 1 1,2 0-1,1-1 1,9 41-1,-10-59-39,0 1 0,0-1-1,1 0 1,0 0 0,0 0-1,0 0 1,1 0 0,-1-1-1,1 1 1,1-1-1,-1 0 1,1-1 0,0 1-1,0-1 1,0 0 0,1 0-1,0 0 1,-1-1 0,1 0-1,0 0 1,1 0 0,8 2-1,-8-3 26,1 0-1,0-1 1,-1 1 0,1-2-1,0 1 1,0-1-1,0 0 1,-1-1-1,1 0 1,0 0-1,0 0 1,-1-1 0,1 0-1,-1-1 1,8-3-1,-6 1 19,0-1-1,-1 0 1,1 0-1,-1 0 1,-1-1-1,1 0 1,-1-1-1,-1 1 1,1-1-1,6-13 1,-1 0 1,0-1 1,-2 0 0,-1-1-1,-1 1 1,-1-2-1,-1 1 1,-1-1 0,4-48-1,-7 42 25,-1 1 1,-1 0-1,-2-1 0,-1 1 0,-10-48 0,10 67-14,0 1 0,0-1 0,-1 1 0,0 0 1,-1 0-1,0 1 0,0-1 0,-1 1 0,0 0 0,-1 1 0,1-1 0,-1 1 0,-1 0 0,1 1 0,-1 0 0,0 0 0,-1 1 0,1 0 0,-1 0 0,-13-4 0,13 6-47,0 0 0,1 0-1,-1 1 1,-1 1 0,1-1-1,0 1 1,0 1 0,0 0 0,-10 1-1,14-1-92,-1 1 0,1 0 0,0 1 1,0-1-1,0 1 0,0 0 0,0 0 0,1 1 0,-1-1 0,1 1 0,-1 0 0,1 0 0,0 1 0,0-1 0,1 1 0,-6 6 0,2-1-151,1 1 1,-1 0-1,2 0 0,-1 0 0,2 1 0,-1 0 1,1 0-1,1 0 0,-3 17 0,2 2-1191,2 1 1,1 38-1,1-42-132,0 34-3345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53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1 288,'0'0'10210,"-106"234"-9314,58-170-543,13-13-353,11-23-385,6-12-1783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54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5433,'0'0'6167,"20"-9"-6171,1-1-1,-8 3-1,0 1-1,0 1 0,0 0 1,0 0-1,1 2 1,0 0-1,0 0 0,16 0 1,160-1-111,-156 4 51,-30-1 48,1 1 0,0 0 0,0 0 0,-1 0 0,1 1 1,0 0-1,-1 0 0,1 0 0,-1 0 0,1 1 0,-1-1 0,0 1 0,1 0 0,-1 1 0,0-1 0,0 1 0,0 0 0,-1 0 0,1 0 0,-1 0 1,0 1-1,0-1 0,0 1 0,0 0 0,0 0 0,3 8 0,0 1 36,-1 0 0,0 1 0,-1 0 0,-1 0 0,0 0-1,2 22 1,-3 90 391,-3-73-254,-10 470 476,10-423-1652,-1-91-191,-4-10 223,-4-16-1637,4-16-2631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54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1 175 4745,'0'0'10034,"231"-67"-9978,-112 27-56,-31 4-1288,-16 4-2897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55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90 3777,'0'0'11445,"-8"-7"-11384,-13-10-353,46 53 100,-13-20 172,39 61 33,-3 1 1,-4 2-1,-3 2 1,-4 2-1,-3 2 0,-4 1 1,20 99-1,28 153 255,-77-334-263,2 12 11,1 0 1,1 0 0,0-1 0,1 0-1,11 21 1,-16-36-92,2 3 495,-1-13 1184,-2-27-1221,2 0 1,1 0 0,1 0 0,12-41 0,103-249 9,-73 214-371,35-132 0,-70 194 25,-2 0 0,3-65-1,-7-104-1614,-5 221 1284,-1 0-1,1 0 1,-1 0 0,0 0-1,0 0 1,0 0 0,0 0-1,0 0 1,0-1 0,0 1-1,-3 2 1,-5 10-1365,-10 32-4537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34:55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0 830 1304,'0'0'13613,"0"-47"-13228,3-161-222,1 143-112,24-122 0,-10 93 1,-6 4-18,7-41 68,-19 131-104,0 0-1,0-1 1,0 1-1,0 0 1,0 0-1,0-1 0,0 1 1,0 0-1,0 0 1,0-1-1,1 1 1,-1 0-1,0-1 0,0 1 1,0 0-1,0 0 1,0 0-1,1-1 1,-1 1-1,0 0 0,0 0 1,0 0-1,1-1 1,-1 1-1,0 0 1,0 0-1,0 0 0,1 0 1,-1-1-1,0 1 1,0 0-1,1 0 1,-1 0-1,0 0 0,1 0 1,-1 0-1,0 0 1,0 0-1,1 0 1,-1 0-1,0 0 0,1 0 1,-1 0-1,0 0 1,0 0-1,1 0 1,-1 0-1,0 1 1,0-1-1,1 0 0,-1 0 1,0 0-1,0 0 1,1 0-1,-1 1 1,0-1-1,13 16-359,6 31 265,-3 0-1,-1 1 1,10 63-1,-11-51 87,-7-24 44,-5-23-21,1 1 0,0 0-1,1-1 1,11 24 0,-14-35 19,-1-1 1,1 0 0,-1 0-1,1 0 1,0 0 0,-1 0-1,1 0 1,0 0-1,0-1 1,-1 1 0,1 0-1,0 0 1,0 0-1,0-1 1,0 1 0,0-1-1,0 1 1,0-1 0,3 2-1,-3-2 4,0-1 0,0 1 0,0 0 0,-1 0-1,1 0 1,0-1 0,0 1 0,0 0 0,0-1 0,0 1 0,0-1-1,-1 1 1,1-1 0,0 1 0,0-1 0,-1 1 0,1-1 0,0 0-1,0-1 1,5-5 163,-1-1-1,0 0 0,-1-1 1,4-10-1,0 2-183,-5 12-15,0 1 1,1-1-1,-1 0 1,1 1-1,0 0 1,0 0-1,0 0 1,1 1-1,-1-1 1,1 1-1,0 0 1,0 0-1,0 1 1,0-1-1,1 1 1,-1 0-1,7-1 1,-5 2-23,1 0 1,0 0-1,-1 0 1,1 1-1,0 1 1,-1-1-1,1 1 1,-1 0-1,1 1 1,-1 0-1,1 0 1,11 6-1,26 18-43,-32-18 50,1 1 0,0-2 0,20 8 0,-30-14 29,0 1-1,1-1 1,-1 0-1,1 0 0,0-1 1,-1 1-1,1-1 1,0 0-1,-1 0 1,1-1-1,-1 1 0,1-1 1,0 0-1,-1 0 1,0-1-1,5-1 1,5-6 88,0 0 1,-1-1-1,0-1 1,-1 0 0,0 0-1,18-24 1,3 0-25,-10 10-43,-13 13-27,0 1 1,2 0-1,17-13 1,-25 23-39,1 0 0,-1 0 1,1 0-1,0 1 0,-1 0 1,1 0-1,0 0 0,0 0 1,-1 1-1,10 1 0,-1 3 2,-1 0 0,1 0-1,-1 1 1,21 14-1,-23-14-35,-4 0-277,1-1 0,-1 1 0,0 0 0,0 0 0,0 0 0,-1 1 0,0 0 0,-1 0 0,1 1 0,-2-1 0,1 1 1,-1 0-1,0 0 0,0 0 0,2 12 0,8 31-5376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35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0 808,'0'0'13110,"-24"4"-8888,24-4-4223,0 0-1,0 0 1,0 1 0,0-1 0,0 0-1,0 0 1,-1 0 0,1 1 0,0-1-1,0 0 1,0 0 0,0 0 0,0 0-1,0 1 1,0-1 0,0 0 0,0 0-1,0 1 1,0-1 0,0 0 0,0 0-1,0 0 1,0 1 0,0-1 0,0 0-1,0 0 1,0 0 0,0 0 0,0 1-1,1-1 1,-1 0 0,0 0-1,0 0 1,0 1 0,0-1 0,0 0-1,0 0 1,1 0 0,-1 0 0,0 0-1,0 0 1,0 1 0,0-1 0,1 0-1,-1 0 1,0 0 0,0 0 0,0 0-1,1 0 1,-1 0 0,0 0 0,0 0-1,0 0 1,1 0 0,-1 0 0,0 0-1,0 0 1,0 0 0,1 0 0,-1 0-1,0 0 1,0 0 0,0 0 0,1 0-1,-1 0 1,0-1 0,396 10-520,-327-9-1357,-137 4-3665,39 0 454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35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1256,'0'0'14339,"249"0"-14323,-142 4-16,29 11-336,-29 5-1728,-24-8-2993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36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1 635 1328,'0'0'12528,"10"-5"-12270,56-24-264,-1-4 0,103-70 0,-127 74-128,-3-1-1,0-3 1,-2 0 0,-1-3 0,34-46 0,-59 69 62,-1-1 0,-1 0-1,-1 0 1,0-1 0,0 1 0,-2-2 0,0 1 0,-1-1 0,0 0 0,-1 1 0,-1-2-1,1-25 1,-3 41 27,0 5-267,0 455 357,0-430-1,2 0 1,1 0-1,1 0 0,1 0 0,2-1 0,12 33 1,-18-40-3259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37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6953,'0'0'9515,"184"0"-9740,-77-7 73,-1-5-432,37-8-936,-31 4-1137,-23 0-2584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37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102 224 2761,'0'0'11286,"-10"-30"-11253,3 8-88,0 0 0,1 0 0,-4-39 0,10 59 38,1 0 0,-1 0 0,0-1 0,0 1 0,1 0 0,-1 0 0,1 0 0,0-1 0,0 1 0,0 0 0,0 0 0,0 0 0,0 0 0,0 0 0,1 1-1,-1-1 1,0 0 0,1 1 0,0-1 0,-1 1 0,1-1 0,0 1 0,0 0 0,0-1 0,0 1 0,0 0 0,3 0 0,3-2-82,1 0 1,-1 1-1,1 0 0,0 1 1,10 0-1,-12 0 11,9-1-149,-1 1 0,1 1 0,-1 0 0,1 1 0,22 4 0,-33-4 186,0 0 0,-1 1-1,1 0 1,-1 0 0,1 0-1,-1 0 1,0 1 0,0-1-1,0 1 1,0 0-1,0 0 1,-1 1 0,1-1-1,-1 1 1,0-1 0,0 1-1,0 0 1,-1 1 0,1-1-1,-1 0 1,3 8 0,0 8 33,-1-1 1,-1 1 0,0 0 0,-1 0 0,-2 1-1,0-1 1,-1 0 0,-3 20 0,0-23 91,0-1 0,0 0 0,-1-1 0,-1 1 1,-1-1-1,0 0 0,-1-1 0,-1 0 0,0 0 0,0-1 1,-15 16-1,-20 18 1103,-76 63 0,88-82-536,2-4-95,21-17-268,0 0 0,0 0 0,1 1 0,-10 11 0,18-19-273,0 0 1,0 0-1,0 0 1,-1 0-1,1 1 0,0-1 1,0 0-1,0 0 1,0 0-1,0 0 0,-1 0 1,1 1-1,0-1 1,0 0-1,0 0 0,0 0 1,0 1-1,0-1 1,0 0-1,0 0 0,0 0 1,0 0-1,0 1 1,0-1-1,0 0 0,0 0 1,0 0-1,0 1 1,0-1-1,0 0 0,0 0 1,0 0-1,0 1 1,0-1-1,0 0 0,0 0 1,0 0-1,0 1 1,1-1-1,-1 0 0,0 0 1,0 0-1,0 0 1,0 0-1,0 1 0,0-1 1,1 0-1,-1 0 1,0 0-1,0 0 0,0 0 1,1 0-1,-1 0 1,0 0-1,16 1-58,-9-1 76,13 0-18,330-12 335,-87-11-2670,-163 18-1880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40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1168 3625,'0'0'7861,"-6"4"-7559,4-1 1160,6-3-1420,0-1 1,1 1 0,-1-2 0,0 1-1,0 0 1,1-1 0,-1 0 0,0 1-1,-1-2 1,1 1 0,5-4 0,41-36 388,-37 31-274,49-45 140,-4-3 1,66-83-1,-91 98-429,-1-2-1,-3-1 0,-1-1 1,29-72-1,-46 89 110,-1-1-1,-2 1 0,6-46 0,3-98-7,-3 16 28,-14 158 3,0-1-6,0-1-1,0 1 1,1 0-1,-1-1 1,1 1-1,-1 0 1,1-1-1,0 1 1,0 0-1,-1 0 1,2 0 0,1-3-1,-2 5-92,-1 1-112,1 1 139,-1 0 0,1 0 0,-1-1 0,0 1 1,0 0-1,0 0 0,0 0 0,0-1 0,0 1 1,0 0-1,-1 2 0,0 8-38,0 150 535,8 301 648,-3-397-1015,15 70-1,-14-111-51,1 1-1,2-1 0,0-1 0,1 1 1,23 39-1,-26-53-16,0-2 1,1 1-1,1-1 1,0 0-1,0-1 1,1 1 0,0-2-1,0 1 1,20 11-1,-24-16-56,0 0-1,1-1 1,-1 0 0,0 0-1,1 0 1,-1-1 0,1 1-1,0-2 1,-1 1 0,1 0-1,0-1 1,0 0 0,-1 0-1,1-1 1,0 0 0,-1 0-1,1 0 1,-1-1 0,1 1-1,-1-1 1,1-1-1,7-3 1,-6 0-257,1 1 1,-1-1-1,0-1 0,11-12 0,24-32-3459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41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6513,'0'0'4833,"302"-87"-4889,-225 71-1256,-18 4-1817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42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29 4081,'0'0'6341,"60"-4"-6270,192-13-14,-44 10-33,-144 7-40,-62 25 579,-3 194 1116,3 263-424,13-274-1097,54 264 0,-13-116-55,15 222-91,-62-477 77,-4 118-1,-5-175 13,-1-44-90,1 1 0,0 0 0,-1 0 0,1 0-1,-1 0 1,1 0 0,-1 0 0,0-1-1,1 1 1,-1 0 0,0-1 0,1 1-1,-1 0 1,0-1 0,0 1 0,0-1 0,1 1-1,-1-1 1,0 1 0,0-1 0,0 0-1,-1 1 1,-28 8 240,22-6-163,-58 15 487,-1-3-1,0-2 0,-79 3 1,-204-7 467,345-9-1135,-33-1 172,37 1-136,0 0 1,0 0-1,0 0 1,0 0-1,0 0 1,0 0-1,0 0 1,0-1-1,0 1 1,0 0-1,0-1 1,0 1-1,1 0 1,-1-1-1,0 1 1,0-1 0,0 0-1,1 1 1,-1-1-1,0 1 1,0-1-1,1 0 1,-1 0-1,1 1 1,-1-1-1,1 0 1,-1 0-1,1 0 1,-1-1-1,1 2-120,1-1 0,1-1-1064,-1 2 1063,-1-1 1,1 1 0,-1 0 0,1 0-1,-1 0 1,1-1 0,-1 1-1,1 0 1,-1 0 0,1 0 0,0 0-1,-1 0 1,1 0 0,-1 0-1,1 0 1,-1 0 0,1 0 0,7 0-1575,24-7-4155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43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 6241,'0'0'8285,"-1"20"-8687,-32 444 716,8 193 227,25-653-545,0 1 1,0-1-1,1 0 0,0 1 0,-1-1 1,2 0-1,-1 1 0,0-1 0,1 0 0,0 0 1,0 0-1,0 0 0,0-1 0,1 1 0,-1 0 1,4 2-1,-1-1 14,0-1-1,0 0 1,0 0-1,0-1 1,1 0-1,0 0 1,0 0 0,-1 0-1,13 3 1,7-1-94,0-1-1,1-1 1,-1-1 0,36-1 0,-50-1-42,-6 0-235,1 0-1,0 0 1,-1 0-1,1-1 1,0 0-1,-1 0 1,1-1-1,-1 1 1,1-1-1,-1 0 1,0 0-1,0-1 1,10-6-1,6-15-6328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43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4793,'0'0'6922,"350"-12"-9563,-279 12-3216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43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0 195 3929,'0'0'5766,"44"20"-5547,6 4-45,81 26 0,-129-49-159,1 0 0,0 0-1,0 0 1,0-1 0,-1 1 0,1-1-1,0 0 1,0 1 0,0-1-1,0-1 1,0 1 0,0 0 0,0-1-1,0 0 1,-1 1 0,1-1 0,0 0-1,0-1 1,-1 1 0,1 0-1,-1-1 1,1 1 0,-1-1 0,3-2-1,-2 0 35,-1 0-1,1 0 0,-1 0 1,0-1-1,0 1 1,0-1-1,-1 1 0,0-1 1,2-8-1,-2 7 43,3-14 362,-2 0 0,0 0-1,-2-22 1,0 38-354,0 0 0,0 0 0,-1 0 0,1 0 0,-1 0 0,0 0 0,0 0 0,-1 1 0,1-1-1,-1 0 1,0 1 0,0-1 0,0 1 0,0 0 0,0 0 0,-5-4 0,3 2 48,-1 1 0,0 0-1,-1 1 1,1-1 0,-1 1 0,0 0 0,0 0 0,0 1-1,-8-3 1,-6 0 53,0 1 1,0 1-1,0 1 0,-1 1 0,-30 2 1,48-1-239,0 0 0,0 1 1,0-1-1,-1 1 1,1 0-1,0 0 0,0 0 1,0 0-1,0 0 1,0 1-1,1 0 0,-1-1 1,0 1-1,1 0 1,-1 0-1,1 0 0,-1 1 1,1-1-1,0 0 0,0 1 1,0 0-1,1-1 1,-4 7-1,3-4-198,0 1 0,0 0-1,0 1 1,1-1 0,-1 0 0,2 0 0,-1 1 0,1-1-1,0 1 1,0-1 0,1 7 0,0-10-39,-1 0 0,1 0-1,-1 0 1,1 0 0,0 0 0,0-1 0,0 1 0,1 0-1,-1-1 1,0 1 0,4 4 0,-1-4-495,0 0-1,0 0 1,0 0 0,0 0 0,1-1-1,7 4 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44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1 912,'0'0'7987,"-9"39"-7319,-32 131 78,33-127-419,2 0-1,1 1 1,3 77-1,2-69-156,0-20-92,3 84 144,-1-100-203,0-1 0,1 0 0,1 1 0,0-1 0,9 19 0,-4-13-21,1-1 0,0 0 0,2 0 0,0-2 1,18 22-1,-27-36-245,1 1 0,0-1 0,1 0 1,-1 0-1,1-1 0,-1 1 0,1-1 0,0 0 0,1 0 1,-1-1-1,0 1 0,1-1 0,-1 0 0,1-1 1,0 1-1,-1-1 0,1 0 0,0-1 0,0 0 0,0 1 1,0-2-1,-1 1 0,1-1 0,9-2 0,11-10-4982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45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5313,'0'0'4489,"355"-7"-4809,-260 7-2024,-24 0-3410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45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3 175 1096,'0'0'7857,"2"12"-7629,10 37 57,-11-47-262,0 0 1,0 0-1,1 0 1,-1-1-1,1 1 1,-1 0-1,1-1 1,0 1-1,-1-1 1,1 0-1,0 0 1,0 1-1,0-1 1,0 0-1,0-1 1,0 1-1,0 0 0,0 0 1,0-1-1,3 1 1,42 2 490,-42-3-434,-3 0-31,0-1-1,-1 1 1,1 0 0,0-1-1,0 0 1,0 1 0,-1-1-1,1 0 1,0 0 0,-1 0 0,1 0-1,0 0 1,-1 0 0,0-1-1,1 1 1,-1 0 0,0-1-1,1 1 1,-1-1 0,0 1-1,0-1 1,0 0 0,-1 1 0,1-1-1,0 0 1,-1 0 0,1 0-1,-1 1 1,1-1 0,-1 0-1,0-2 1,2-10 130,0 0 0,-1 0 0,-2-16 0,1 18-123,1 7 20,-1 0-1,0 0 1,0 0 0,0 0 0,-1 0-1,1 0 1,-1 1 0,0-1-1,-1 0 1,1 0 0,-1 1 0,0-1-1,0 1 1,0 0 0,-1-1 0,0 1-1,1 0 1,-1 0 0,-1 1 0,1-1-1,-1 1 1,1-1 0,-1 1 0,0 0-1,0 1 1,0-1 0,0 1 0,-1 0-1,-8-4 1,8 3 20,-1 1 0,0 0 0,1-1 0,-1 2 0,0-1-1,0 1 1,0 0 0,-13-1 0,18 3-187,1-1-1,-1 1 1,0 0 0,0-1-1,1 1 1,-1 0 0,1 0-1,-1-1 1,1 1 0,-1 0 0,1 0-1,-1 0 1,1 0 0,0 0-1,-1 0 1,1-1 0,0 1-1,0 0 1,0 0 0,0 0-1,0 0 1,0 0 0,0 0-1,0 0 1,0 0 0,0 0-1,1 0 1,-1 0 0,1 1-1,-1 6-442,0 9-263,-1-8 75,1 0-1,0 0 1,0 0-1,1 0 1,3 13-1,16 14-4152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45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4137,'0'0'9074,"165"0"-9074,-93 0-696,-13 4-1425,-18 8-2984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46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3265,'0'0'4529,"0"222"-3465,0-151-288,0 1-184,0-9-64,0-11-320,0-9-80,0-15-128,0-24-664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46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0 171 4625,'0'0'10050,"213"-47"-9058,-100 23-215,5-4-369,-5 4-160,-12 1-184,-6 7-64,-30 8-8,-12 8-632,-29 0-953,-18 32-1439,-6 3-2370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51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3 3937,'0'-3'11542,"0"9"-11462,-17 369-613,4 20-1587,13-362 818,6-45-971,0-13-373,0-6-3431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51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5657,'0'0'11699,"36"0"-11875,35 0-24,23-8 128,13 0-8,53-12-721,-29 0-1231,-25 5-3185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52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0 413 776,'0'0'11407,"28"-23"-11185,92-80-120,-103 87-113,0 0 0,-1-2 0,0 0 0,-2 0 1,0-2-1,-1 1 0,-1-2 0,10-23 0,-18 36 166,0 0-1,-1 0 1,0 0-1,0-1 0,-1 1 1,0-1-1,0 1 1,-1-1-1,1-12 1,-2 21-55,0 23-1765,4 67 1345,28 155-1,2-1 798,-33-141-2677,-1-78-751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52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3185,'0'0'10554,"231"-12"-10554,-136 4-224,24 4-952,-24 4-1313,-18 0-3056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0:5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92 3625,'0'0'9765,"2"-15"-9956,-1 6 113,-1 4 26,1 0 0,0 0 0,-1 0 0,2 0 0,-1 1 0,1-1 0,2-5 0,-3 8 14,0 0 0,0 1 0,0-1 0,1 1 0,-1-1 0,1 1 0,-1-1 0,1 1 0,0 0 0,-1 0 0,1 0 0,0 0 0,0 0 0,0 0 0,0 0 0,-1 0 0,1 1 0,1-1 1,-1 1-1,0 0 0,0-1 0,0 1 0,0 0 0,2 1 0,2-2-25,0 2 0,0-1-1,0 1 1,0 0 0,0 0 0,-1 1 0,1-1 0,0 1 0,-1 1 0,0-1-1,1 1 1,-1 0 0,0 0 0,0 0 0,0 1 0,-1 0 0,0-1 0,1 2-1,-1-1 1,0 0 0,-1 1 0,1 0 0,-1 0 0,0 0 0,0 0 0,-1 1-1,0-1 1,1 1 0,-2-1 0,1 1 0,-1 0 0,2 10 0,-1 9 70,-1 47 1,-1-38 25,-1-21-16,0 1 0,-1-1 1,0 0-1,-1 1 1,-1-1-1,0-1 0,0 1 1,-2 0-1,-11 20 0,-7 6 253,-47 56 0,21-29 337,-3 1 67,34-46-143,1 2 1,1 0-1,-17 33 0,33-55-457,1-2-67,1 1 0,-1 0 0,0 0 1,0 0-1,0 0 0,1 0 0,-1 0 0,0 0 0,0 0 1,1 0-1,-1 0 0,0 0 0,0 0 0,1 0 0,-1 0 0,0 0 1,0 0-1,0 0 0,1 0 0,-1 0 0,0 0 0,0 0 1,1 0-1,-1 0 0,0 0 0,0 0 0,0 0 0,1 1 1,-1-1-1,0 0 0,0 0 0,0 0 0,0 0 0,1 1 0,-1-1 1,0 0-1,0 0 0,0 0 0,0 1 0,0-1 0,0 0 1,0 0-1,1 0 0,-1 1 0,0-1 0,0 0 0,0 0 1,0 1-1,0-1 0,0 0 0,0 0 0,0 1 0,0-1 1,0 0-1,0 0 0,0 0 0,-1 1 0,1-1 0,0 0 0,0 0 1,0 1-1,0-1 0,0 0 0,0 0 0,0 0 0,-1 0 1,1 1-1,0-1 0,0 0 0,90-2-301,146-23 0,-123 5-1465,-15 4-2283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00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60 762 880,'0'0'7420,"-9"0"-6655,-20 0-327,7 0 4506,31-1-5012,-1 0 1,0-1-1,0 0 1,0-1-1,0 0 0,0 0 1,12-7-1,-13 6 37,24-13 44,-2 0 1,0-2-1,-2-1 1,0-2-1,27-27 0,-17 12-150,-3-2-1,51-73 1,-66 84-3,-2-1 0,-1-1 0,14-35 0,-23 46 177,-1 0 1,-1 0-1,0-1 1,-1 0-1,-2 0 1,2-31-1,-4-28 1687,-1 77-1572,0 2-182,1 0 0,-1 1 0,1-1 0,-1 0 0,1 0 0,-1 0 0,1 0 0,-1 0 0,1 1 0,-1-1 0,1 0 0,-1 0-1,1 1 1,-1-1 0,1 0 0,0 1 0,-1-1 0,1 0 0,0 1 0,-1-1 0,1 1 0,0-1 0,-1 1 0,1-1 0,0 0 0,0 1 0,0-1 0,-1 1 0,1-1 0,0 1 0,0-1 0,0 1 0,0 0 0,0 21-92,1-15 62,-1-2 54,0-1 1,1 0 0,0 1-1,0-1 1,0 0 0,0 0-1,1 0 1,-1 0 0,1 0-1,0 0 1,0 0 0,4 3-1,37 42 13,-21-27-11,81 84 36,-47-52 18,-4 2 1,47 63-1,-89-105-47,-1-1 0,-1 1 0,0 0 0,-1 1 1,0 0-1,-1 0 0,-1 0 0,0 1 0,-1 0 1,-1 0-1,0 0 0,-1 0 0,-1 0 0,-1 26 1,-1-40 5,1 0 1,-1 0 0,0 0-1,0 0 1,0 0 0,0 0-1,0-1 1,0 1 0,0 0-1,0-1 1,-1 1 0,1-1-1,-1 1 1,1-1 0,-1 1-1,0-1 1,1 0-1,-1 0 1,0 0 0,0 0-1,0 0 1,0 0 0,0-1-1,0 1 1,0-1 0,0 1-1,0-1 1,0 0 0,-3 0-1,-12 2 210,0-2 0,-30-1 0,28-1 15,11 2-207,1-1 0,-1 0 1,0 0-1,1-1 0,0 1 0,-1-2 0,1 1 1,0-1-1,0-1 0,1 1 0,-1-1 0,1 0 1,-1 0-1,1-1 0,1 0 0,-1 0 1,1 0-1,0-1 0,0 0 0,0 0 0,1 0 1,0 0-1,0-1 0,0 0 0,1 0 0,0 0 1,1 0-1,-1 0 0,1 0 0,1-1 1,-2-14-1,1 7-266,2 0 0,-1-1 0,2 1 0,0-1 0,5-19 0,-5 30 97,0 0 0,1 1 0,0-1 0,0 1 0,1-1 0,-1 1 0,1 0 0,0 0 0,0 0 0,0 0 0,0 1 0,1-1 0,0 1 0,-1 0 0,1 0 0,0 0 0,1 0 0,-1 1 0,0 0 0,1 0 0,5-2-1,5-1-708,0 2 0,1-1-1,-1 2 1,26-1 0,1 2-2186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01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2617,'0'0'7025,"0"274"-5617,18-203-327,12 1-81,-6-9-288,5-15-328,1-12-248,-1-13-112,1-19-24,23-27-1192,-11-37-873,-1-19-3008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01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5937,'0'0'9770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02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0 576 1136,'0'0'7627,"1"-40"-7267,6-134-253,-4 145-98,0 0-1,10-37 1,-4 28 0,22-136 64,-32 173-83,1-1 1,1 1-1,-1 0 1,0-1-1,0 1 0,1-1 1,-1 1-1,0 0 0,1-1 1,-1 1-1,1 0 1,0-1-1,-1 1 0,1 0 1,0 0-1,0 0 1,1-2-1,-1 3-13,0 0-1,-1 0 1,1 0 0,-1 0-1,1 0 1,-1 0 0,1 0-1,0 0 1,-1 1 0,1-1-1,-1 0 1,1 0 0,-1 0-1,1 1 1,-1-1 0,1 0-1,-1 1 1,1-1 0,-1 0 0,0 1-1,1-1 1,-1 1 0,1-1-1,-1 1 1,0-1 0,1 1-1,-1 0 1,4 6-40,0-1 0,0 1 0,-1 1 0,5 13-1,115 408 3244,-117-410-3076,-6-13-77,1-1 1,1 0-1,-1 0 0,1 0 1,-1 0-1,1 0 0,1 0 1,-1-1-1,1 1 0,0-1 1,0 0-1,0 1 0,7 5 1,-9-9 157,-1-1-175,0 0 0,0 0-1,0 0 1,0 0 0,0 0 0,1 1 0,-1-1 0,0 0 0,0 0-1,0 0 1,0 0 0,0 0 0,1 0 0,-1 0 0,0 0-1,0 0 1,0 0 0,0 0 0,0 0 0,0 0 0,1 0 0,-1 0-1,0 0 1,0 0 0,0 0 0,0 0 0,0 0 0,1 0-1,-1 0 1,0 0 0,0 0 0,0-1 0,0 1 0,0 0-1,0 0 1,0 0 0,1 0 0,-1 0 0,0 0 0,0 0 0,0 0-1,0-1 1,0 1 0,0 0 0,0 0 0,0 0 0,0 0-1,0 0 1,0 0 0,0-1 0,0 1 0,0 0 0,0 0 0,0 0-1,0 0 1,0 0 0,0-1 0,0 1 0,0 0 0,0 0-1,0 0 1,0 0 0,0 0 0,0 0 0,0-1 0,0 1 0,0 0-1,10-59-202,28-40-3060,-20 55 335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02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0 640,'0'0'6121,"38"36"-5127,116 116 118,-142-139-834,0 1-1,18 28 1,-12 2 440,-10-20-394,8 24 188,-12-34-487,0-1 0,1 0 1,0 0-1,1 0 1,0-1-1,1 0 1,11 15-1,-17-25-429,3 1 582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04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181 315 1120,'0'0'14337,"-30"-31"-14183,-88-101-92,114 127-59,-1-1 1,2 1 0,-1-1 0,1 0-1,0 0 1,0 0 0,-3-9 0,6 11-3,-1 1 0,1 0 1,-1-1-1,1 1 0,0 0 1,0-1-1,1 1 0,0-4 1,0-8-3,-1 2-1,1-10-20,0 23 17,0-1 0,-1 0 0,1 0 0,-1 1 0,1-1 1,0 0-1,0 1 0,0-1 0,-1 0 0,1 1 0,0 0 0,0-1 0,0 1 0,0-1 1,0 1-1,0 0 0,0 0 0,0-1 0,0 1 0,0 0 0,0 0 0,0 0 1,1 0-1,12-1-95,0 1 1,-1 0 0,1 1-1,0 0 1,-1 1 0,25 7 0,-30-6 7,0 0 0,-1 1 1,1 0-1,-1 0 0,1 1 0,-1-1 1,-1 2-1,1-1 0,-1 1 1,0 0-1,0 0 0,8 12 1,-5-4 12,0 0 0,-1 1 1,-1-1-1,-1 1 1,0 1-1,0 0 1,-2-1-1,0 1 1,2 18-1,-1 19 87,-2 79 0,-3-108-19,0 0 42,-1 0 0,-1 1 0,-2-1 0,-12 46 0,11-53 33,-1-1 1,-1 0 0,-1-1-1,0 0 1,-1 0-1,0-1 1,-22 26-1,27-36 10,-1 0 0,1 0 0,-1 0 0,1 0 0,-1 0 0,-1-1 0,1 0 0,0 0 0,-1-1 0,1 0 0,-1 1 0,-9 1 0,-1-2 442,-1 0 0,1 0 1,-20-2-1,32 0-421,2 0 24,14-4-978,83-8 381,132 1-1,-88 10-5195,-103 1-796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04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0 4353,'0'0'4957,"-6"31"-4316,-20 100 42,4-12 217,5 0 0,-1 233 0,22-83-582,2-187-283,19 103 0,-17-146-33,31 141 17,-30-148-15,1-2 1,1 1 0,25 45 0,-34-72 30,1 1 1,-1-1-1,1-1 1,0 1-1,1 0 1,-1-1-1,0 1 1,7 3-1,-9-6-82,0 0 1,0-1-1,0 1 0,1 0 1,-1-1-1,0 1 0,1-1 1,-1 1-1,0-1 0,1 0 0,-1 0 1,1 1-1,-1-1 0,0 0 1,1 0-1,-1 0 0,1-1 1,-1 1-1,0 0 0,1 0 0,-1-1 1,0 1-1,1-1 0,-1 1 1,0-1-1,1 0 0,-1 1 1,0-1-1,0 0 0,0 0 0,0 0 1,2-2-1,9-11-2414,0-2-2129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05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5921,'0'0'5192,"-2"39"-4949,-6 133 108,7-146-247,1-1 0,1 1 0,2-1 0,0 0 0,1 0 0,2 0 0,13 38 0,-12-47-52,1 0-1,0-1 0,1 0 1,0 0-1,2-1 0,-1 0 1,2-1-1,0 0 0,0-1 1,18 14-1,-23-21-39,0-1 0,0 1 1,0-1-1,1-1 0,-1 1 0,1-1 0,0-1 0,0 1 1,0-1-1,0-1 0,0 1 0,0-1 0,0-1 0,1 1 1,-1-2-1,10 0 0,-14 0 15,0 0-1,0-1 1,0 1 0,1-1 0,-1 0-1,-1 0 1,1 0 0,0-1 0,-1 1-1,1-1 1,-1 0 0,0 0 0,1 0-1,-1-1 1,-1 1 0,1-1 0,-1 1 0,1-1-1,-1 0 1,0 0 0,3-8 0,3-8 28,-1-1 0,-1 0 0,4-21 0,-5 16-527,-1-1 0,1-39 0,-4 80 426,0-1 0,1 1 0,1-1 0,0 0 0,0 0 0,2 0 0,-1 0 1,2 0-1,0-1 0,0 0 0,1 0 0,0-1 0,1 0 0,1 0 0,0-1 0,18 17 0,-14-15 83,-1-2-1,1 0 0,1-1 1,0 0-1,0-1 1,1 0-1,0-2 1,0 1-1,1-2 1,-1 0-1,1-1 0,0-1 1,31 3-1,-44-5-11,1-1-1,0 1 1,0-1 0,-1 0-1,1 0 1,0-1-1,-1 1 1,1-1-1,0 0 1,-1 0-1,1 0 1,-1 0 0,1-1-1,-1 1 1,0-1-1,1 0 1,-1 0-1,0 0 1,0 0 0,0-1-1,-1 1 1,1-1-1,-1 0 1,1 0-1,-1 0 1,0 0-1,0 0 1,0 0 0,0 0-1,-1-1 1,1 1-1,-1-1 1,0 1-1,0-1 1,1-4 0,3-19 2,-1 1-1,0 0 1,-2-1 0,-3-51 0,0 30-215,2 34 154,-1-1 0,-1 1 0,0-1 0,-1 1 0,-1 0 0,0 0 0,-1 0 0,0 0-1,-1 0 1,-1 1 0,0 0 0,-1 0 0,0 1 0,-1 0 0,0 0 0,-1 0 0,-12-12 0,10 14-150,0-1 1,-23-15-1,30 24-1276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05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5113,'0'0'2795,"10"37"-2048,69 254 858,-42-121-50,13 176 0,-35-233-1102,-10-70-318,3 0 0,17 56 1,-22-88-150,1 0 0,0 0 0,1 0 0,0-1 1,0 1-1,1-1 0,1-1 0,0 1 0,0-1 0,1-1 1,0 1-1,0-1 0,18 13 0,-22-19-122,-1 0 0,1-1 1,0 1-1,0-1 0,0 1 0,0-1 0,0 0 1,0-1-1,0 1 0,1-1 0,-1 0 1,0 0-1,0 0 0,0 0 0,1-1 0,-1 1 1,0-1-1,0 0 0,0-1 0,0 1 0,0-1 1,-1 0-1,1 1 0,0-2 0,-1 1 1,1 0-1,-1-1 0,0 0 0,0 1 0,0-1 1,0 0-1,3-5 0,26-41-2697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06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40 472,'0'0'9034,"374"-20"-9034,-238 9-1504,-18 3-4994</inkml:trace>
  <inkml:trace contextRef="#ctx0" brushRef="#br0" timeOffset="1">1055 20 5497,'0'0'6498,"18"227"-5778,-12-144-232,6-4-256,0-7-112,-7-9-120,7-11-416,0-32-1145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06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1176,'0'0'7626,"385"4"-8362,-272-4-1225,-18-4-983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07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61 2817,'0'0'6904,"-5"36"-5916,-12 116 79,17-146-993,-1 0-1,1 0 1,0 0 0,1 0 0,0 0-1,-1-1 1,2 1 0,-1 0 0,1 0-1,0-1 1,0 1 0,4 7 0,-2-9 12,-1 1-1,1-1 1,0-1 0,0 1 0,0 0 0,1-1-1,-1 0 1,9 4 0,-9-4-26,11 4 123,1 0-1,-1-1 1,1-1 0,0 0-1,1-1 1,-1-1 0,1 0 0,-1-1-1,1-1 1,0-1 0,21-2-1,-29 1-128,1 0 0,-1 0 0,0-1 0,0-1 0,1 1 0,-1-2 0,-1 1 0,1-1 0,-1 0-1,1-1 1,-1 0 0,0 0 0,-1-1 0,1 0 0,-1 0 0,-1-1 0,7-7 0,-5 4-13,-1 1 1,0-1 0,-1-1-1,0 0 1,-1 1 0,0-2 0,-1 1-1,0 0 1,-1-1 0,0 0-1,-1 0 1,2-22 0,-3 20 14,0 3 29,-1 0 0,0-1 1,0 1-1,-4-16 0,4 23-70,-1 1 0,0 0 1,-1-1-1,1 1 0,-1 0 0,1 0 1,-1 0-1,0 0 0,0 0 0,0 0 1,0 1-1,-1-1 0,1 1 1,-1-1-1,0 1 0,1 0 0,-1 0 1,-4-2-1,-5-1 4,1 1 1,0-1-1,-1 2 1,0 0 0,0 1-1,0 0 1,0 0-1,0 1 1,0 1-1,-13 1 1,7 0-57,0 1 0,0 0 0,1 2 1,-1 0-1,1 1 0,-21 8 0,20-4-57,0 0 1,1 1-1,0 1 0,0 1 0,1 0 0,-25 26 0,34-31-195,0 1 0,1-1-1,0 1 1,0 1 0,1-1-1,0 1 1,0 0 0,1 0-1,0 0 1,1 1-1,0-1 1,0 1 0,1 0-1,0 0 1,0 13 0,2 17-2919,0-10-1194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07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12 271 3729,'0'0'9499,"-3"39"-9419,1-11-50,-2 19 99,1 0 1,3 0 0,2 1-1,9 52 1,105 608 3875,-111-672-3977,-2-12-109,1 0-1,9 31 0,-13-55 56,0 1-1,1-1 0,-1 1 0,0-1 0,0 1 0,0-1 0,0 0 0,1 1 1,-1-1-1,0 1 0,0-1 0,1 0 0,-1 1 0,0-1 0,0 0 0,1 1 0,-1-1 1,1 0-1,-1 0 0,0 1 0,1-1 0,-1 0 0,0 0 0,1 0 0,-1 1 0,1-1 1,-1 0-1,1 0 0,-1 0 0,1 0 0,-1 0 0,0 0 0,1 0 0,-1 0 1,1 0-1,-1 0 0,1 0 0,-1 0 0,1 0 0,14-12-881,-12 7 503,1-1 0,-1 0-1,-1 1 1,5-12-1,11-37-3292</inkml:trace>
  <inkml:trace contextRef="#ctx0" brushRef="#br0" timeOffset="1">741 1 7314,'0'0'5409,"148"202"-3025,-59-83-575,-6 20-833,-12 16-232,-29 16-408,-37 39-144,-5-15-192,-35 3-184,-101 44-880,11-79-1425,-5-16-4136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14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24 494 1176,'0'0'10780,"-4"-3"-9525,3 2-1025,0 0-126,0 0 0,0 0 0,0 0 0,0 0 0,0 0 0,-1 0 0,1 0 1,0 0-1,-1 1 0,1-1 0,0 0 0,-3 0 0,4-16 1163,0 15-1267,0 0 1,1 0-1,-1 0 1,1 1 0,0-1-1,-1 0 1,1 0-1,0 1 1,0-1-1,0 0 1,0 1 0,0-1-1,1 1 1,-1-1-1,0 1 1,1 0 0,-1 0-1,2-2 1,36-22 20,-19 14-7,30-22 34,107-78-805,-143 99 550,-1 0-1,0 0 1,0-2 0,-1 1 0,-1-2 0,-1 1 0,0-2 0,10-19 0,-17 28 102,1-1 1,-1 1-1,-1-1 1,0 0-1,0 0 1,0 0-1,-1 0 1,0 0-1,-1 0 1,1-1-1,-3-9 1,-9 35-7,5-3 74,1 1 0,1 1 0,1-1 0,0 1 0,-1 24 0,4 87 155,1-66 46,-1 87 1322,0-122-2198,0 18-4316,0-27-2067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14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5049,'0'0'11249,"8"0"-11115,812 0 915,-808 0-1227,39-2-281,-48 1 149,0 1 1,0-1-1,0 0 1,0 0 0,0 0-1,0 0 1,0 0-1,-1-1 1,1 1 0,0-1-1,-1 0 1,1 0-1,-1 0 1,2-2 0,4-11-4909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15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340 235 992,'0'0'12658,"-41"7"-12049,-131 15-149,167-22-438,0 0 0,0 0 0,0 0 0,0 0 0,0-1 0,0 0 0,0 0 1,0 0-1,0-1 0,0 1 0,1-1 0,-8-4 0,9 4-17,0-1 0,0 1-1,1-1 1,-1 0 0,1 1 0,-1-1 0,1 0 0,0-1 0,-2-4 0,-2-1-34,2 0-72,1 1 1,-1 0-1,2-1 0,-1 0 1,1 0-1,0 0 0,1 0 1,0 0-1,1 0 1,-1 0-1,2 0 0,1-15 1,-1 21 47,-1-1 1,1 1-1,0 0 1,-1 0 0,1 0-1,1 0 1,-1 0-1,0 0 1,1 0-1,0 0 1,-1 0 0,1 1-1,0-1 1,1 1-1,-1-1 1,0 1 0,1 0-1,-1 0 1,1 0-1,-1 0 1,1 0-1,0 0 1,0 1 0,0 0-1,0-1 1,0 1-1,7-1 1,2-1-291,0 1 0,0 0-1,1 1 1,-1 1 0,1 0 0,16 2-1,-22-1 215,-1 0-1,0 1 0,0-1 0,0 1 0,0 1 0,0-1 0,-1 1 0,1 0 0,-1 0 0,1 1 1,-1 0-1,0-1 0,-1 2 0,1-1 0,-1 1 0,1-1 0,-1 1 0,-1 0 0,1 1 0,-1-1 1,0 1-1,3 7 0,2 4-21,-2 1-1,0-1 1,-2 1 0,0 0 0,0 0-1,0 31 1,-3 168 239,-2-194 9,-1 0-1,-2 0 1,0 0-1,-1 0 1,-2-1 0,-15 39-1,15-46 113,-1 1-1,0-1 1,-1-1 0,-1 1-1,0-2 1,-1 1-1,0-1 1,-1-1 0,-26 21-1,34-29 22,-1-1 1,0 0-1,0 0 0,0-1 0,-1 1 0,1-1 0,-1 0 1,1-1-1,-1 1 0,0-1 0,-10 1 0,14-2-138,-1 0 0,0 0 0,1 0 0,-1-1 0,1 1 0,-1-1 0,1 0 0,-1 0 0,1 1-1,-1-2 1,1 1 0,0 0 0,-1 0 0,1-1 0,0 1 0,0-1 0,0 0 0,0 1 0,0-1 0,1 0 0,-1 0-1,1 0 1,-1-1 0,1 1 0,-1 0 0,0-3 0,-1-3-114,0-1-1,0 1 1,0-1-1,1 0 1,1 0 0,0 0-1,0 0 1,0-10 0,2 18-11,-1 0 1,0 1-1,0-1 0,1 1 1,-1-1-1,0 1 1,1-1-1,-1 1 1,0-1-1,1 1 1,-1-1-1,1 1 1,-1 0-1,1-1 0,-1 1 1,1 0-1,-1-1 1,1 1-1,-1 0 1,1-1-1,-1 1 1,1 0-1,0 0 1,-1 0-1,1 0 0,-1 0 1,1 0-1,0 0 1,-1 0-1,1 0 1,0 0-1,28 0-663,-19 0 389,-3 1 208,0 0 1,-1 0-1,1 0 0,0 1 1,0 0-1,-1 1 0,1-1 0,-1 1 1,0 0-1,8 6 0,11 7-195,24 23 0,-33-26 112,13 11-1227,2-1-1,56 31 1,-50-36-4156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16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0 130 1736,'0'0'4024,"5"38"-3555,19 117-261,-24-150-203,1-1 0,0 1 0,0-1 0,0 1-1,1-1 1,-1 0 0,1 1 0,0-1 0,1 0-1,-1 0 1,1 0 0,-1-1 0,1 1 0,0-1 0,0 1-1,1-1 1,3 3 0,-3-4-10,0 0 0,0-1 0,0 1-1,1-1 1,-1 0 0,0-1 0,1 1 0,-1-1 0,0 1 0,1-1 0,4-1-1,1 1-32,-8 0 38,0 0 0,0-1 0,0 1 0,0 0 0,-1-1 0,1 1 0,0-1 0,0 0 0,-1 1 0,1-1 0,0 0 0,-1 0 0,1 0 0,-1 0 0,1 0 0,-1-1 0,1 1 0,-1 0 0,0-1 0,0 1 0,2-3 0,-1 0-34,1-1 1,-1 0-1,1 0 0,-1 0 0,-1 0 0,1-1 1,0-5-1,1-5 727,-2 0 0,1-32 1,-2 46-50,0 6-648,0 1 0,1 0 0,-1-1 1,1 1-1,0-1 0,1 0 0,-1 1 0,1-1 0,0 0 0,0 0 1,0 0-1,0 0 0,5 6 0,-1-4 17,-1 0 0,1 0-1,0-1 1,0 0 0,1 0 0,-1-1-1,12 6 1,-4-3 27,1-1-1,0 0 1,1-1-1,-1-1 1,1 0-1,0-1 0,27 1 1,-35-4-33,10 1 29,0-1 0,24-2 0,-36 1-17,-1 0 0,1-1 0,-1 1-1,0-1 1,1 0 0,-1 0-1,0-1 1,0 1 0,0-1 0,-1 0-1,9-7 1,-5 1 43,-1 0 0,1 0 0,-2 0 0,1-1 0,-1 0 0,-1-1 0,0 0 0,0 1 0,-1-1 0,-1-1 1,1 1-1,-2 0 0,0-1 0,0 0 0,-1 1 0,0-1 0,-1 0 0,-1 1 0,0-1 0,-3-16 0,2 22 84,0 0 0,0 1 0,-1-1 0,0 0 0,0 1 0,0 0 0,0-1 0,-1 1 0,0 1 0,0-1 0,-1 1 0,1-1 0,-8-4-1,2 1 214,0 1-1,0 1 0,-1 0 0,1 0 1,-22-7-1,29 2-3665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1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461 96 4353,'0'0'9807,"-4"0"-9629,-11-3-164,14 3-18,1 0 0,0 0-1,0 0 1,0 0-1,-1 0 1,1 0 0,0 0-1,0 0 1,0-1 0,-1 1-1,1 0 1,0 0-1,0 0 1,0 0 0,0 0-1,0 0 1,-1-1-1,1 1 1,0 0 0,0 0-1,0 0 1,0 0-1,0-1 1,0 1 0,0 0-1,-1 0 1,1 0 0,0 0-1,0-1 1,0 1-1,0 0 1,0 0 0,0 0-1,0-1 1,0 1-1,0 0 1,0 0 0,0 0-1,0-1 1,0 1 0,0 0-1,0 0 1,0 0-1,1-1 1,-1 1 0,0 0-1,0 0 1,0 0-1,0 0 1,0-1 0,0 1-1,0 0 1,1 0-1,-1 0 1,0 0 0,0 0-1,0-1 1,0 1 0,1 0-1,-1 0 1,0 0-1,0 0 1,0 0 0,0 0-1,1 0 1,-1 0-1,0 0 1,1 0 0,14-7-53,1 2 0,0 0 0,28-5 0,-7 2 66,54-10-47,0 4 0,1 5 0,134 2 0,-224 7 33,0 0 0,-1 0 0,1 0 0,0 1 0,0-1-1,0 0 1,0 1 0,-1 0 0,1-1 0,0 1 0,0 0 0,-1 0 0,1 0 0,-1 0 0,1 0 0,-1 0-1,1 0 1,-1 1 0,0-1 0,1 1 0,-1-1 0,0 1 0,0-1 0,0 1 0,0-1 0,0 1 0,0 0 0,-1 0-1,1-1 1,0 4 0,1 6-1,0-1-1,-1 1 1,0-1-1,-2 17 0,1-13 13,1 91 84,0 35 98,-22 189-1,-23-30 15,-30 226 466,27 1-212,42-418-438,-19 682 1046,16-789-229,-97 4 281,-109 19 0,74-6-875,-299 10-863,474-28-9917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18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 4793,'0'0'10197,"-7"17"-10372,-2 6 159,2 0 0,0 0 0,2 1 0,0-1 0,-2 41 0,-5 629 1351,11-673-1326,2 1-1,0-1 1,1 0 0,2 0-1,0 0 1,1-1 0,11 30-1,-12-40-31,0-1 1,1 0-1,0 0 0,0 0 0,1 0 0,0-1 1,1 0-1,-1 0 0,1-1 0,1 0 0,-1 0 1,1 0-1,0-1 0,0 0 0,0-1 0,1 0 1,0 0-1,11 3 0,-10-4-95,-1 0 0,1-1-1,-1 0 1,1-1 0,0 0 0,-1 0-1,1-1 1,0 0 0,0-1 0,-1 0 0,1 0-1,0-1 1,-1 0 0,0-1 0,1 0-1,-1-1 1,0 0 0,0 0 0,15-11 0,-12 5-812,0 0 0,18-23 0,19-30-5085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18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5353,'0'0'3297,"315"0"-3809,-227 0-1489,-16 0-3096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18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4337,'0'0'7368,"45"27"-6880,140 74-6,-180-99-442,1 1 1,-1-2-1,1 1 1,0 0-1,0-1 0,6 0 1,-10-1-15,0 0-1,0 0 1,0 0 0,0 0-1,0 0 1,0-1 0,0 1 0,0-1-1,0 1 1,0-1 0,0 0-1,2-1 1,-1 0 26,-1 0-1,0 0 0,0-1 1,0 1-1,-1 0 1,1-1-1,0 1 1,-1-1-1,0 1 1,1-1-1,-1 0 1,0 1-1,1-6 0,-1 3 37,2-4 51,0 1 0,-1-1 0,-1 0-1,1-1 1,-1 1 0,-1 0 0,0 0 0,-1-14-1,0 19-73,0-1-1,0 1 0,0 0 1,0-1-1,0 1 0,-1 0 1,0-1-1,0 1 0,0 0 1,-1 0-1,1 1 0,-1-1 1,0 0-1,0 1 0,0 0 1,0 0-1,-1 0 0,-4-4 1,-10-2 71,-1 0 1,0 1 0,0 0-1,-1 2 1,1 0 0,-1 2-1,-1 0 1,1 1 0,-36-1 0,55 4-188,0 1 1,0-1 0,1 0 0,-1 0 0,0 0 0,0 1 0,1-1 0,-1 0-1,0 1 1,1-1 0,-1 0 0,0 1 0,1-1 0,-1 1 0,0-1 0,1 1 0,-1 0-1,1-1 1,-1 1 0,1-1 0,-1 1 0,1 0 0,0-1 0,-1 1 0,1 0 0,0 0-1,0-1 1,-1 1 0,1 0 0,0 0 0,0-1 0,0 1 0,0 0 0,0 0 0,0 0-1,0-1 1,0 1 0,0 1 0,6 30-1639,-5-28 1377,1 0 0,-1 0 0,1 0 0,0 0 0,1 0 1,-1-1-1,0 1 0,6 4 0,30 25-3886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20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0 3881,'0'0'8552,"-5"19"-8678,-12 59 111,4 0 1,-5 89 0,18 203 366,1-365-364,-1 0-1,1 0 1,0 1-1,1-1 1,-1 0 0,1-1-1,0 1 1,0 0-1,0 0 1,1-1 0,0 0-1,-1 1 1,2-1-1,-1 0 1,0 0 0,1-1-1,0 1 1,0-1-1,0 1 1,0-1 0,0-1-1,1 1 1,-1 0-1,1-1 1,0 0 0,7 2-1,2 0-49,-1 0 0,1-2 0,0 1 0,0-2 0,0 0 0,0 0 0,0-2 0,25-2 0,-34 2-95,1-1 1,0 1 0,0-1 0,0 0 0,-1-1 0,1 1 0,-1-1 0,1 0 0,-1-1 0,0 1 0,-1-1 0,6-4 0,15-20-2416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20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2513,'0'0'5057,"243"-55"-6418,-184 55 41,-11 0-592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20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0 3649,'0'0'10411,"-5"12"-10369,1-3-36,0-2-3,1-1 0,1 1 0,-1 0 0,1 0 0,0 0 0,1 1 1,-1-1-1,1 0 0,1 9 0,-1 2 5,1-8 1,0-1 0,0 0 0,1 1 0,2 10 1,-2-17-10,0 0 1,0 0 0,0 0-1,0 0 1,1 0 0,-1-1-1,1 1 1,0 0 0,0-1 0,0 1-1,0-1 1,0 0 0,0 0-1,1 1 1,-1-1 0,5 2-1,5 1 22,0 0-1,0 0 0,0-2 0,0 1 0,1-2 0,0 1 0,-1-2 0,1 0 1,0 0-1,20-3 0,-28 2-6,-2 0 3,0 0 0,0-1 0,0 0 0,0 1 0,0-1 0,-1 0 0,1-1 0,0 1 0,-1 0 0,1-1 0,0 1 0,-1-1 0,0 0 0,1 0 0,-1 0 0,0 0 0,0 0-1,0-1 1,0 1 0,-1-1 0,1 1 0,-1-1 0,1 1 0,-1-1 0,0 0 0,0 0 0,0 0 0,0 0 0,0-4 0,0 4 20,-1 0-1,1-1 1,-1 1 0,1-1-1,-1 1 1,0-1 0,0 1-1,-1-1 1,1 1 0,-1-1 0,0 1-1,1 0 1,-2-1 0,1 1-1,0 0 1,-1 0 0,1 0-1,-1 0 1,0 0 0,0 0 0,0 0-1,0 0 1,-1 1 0,1-1-1,-1 1 1,-2-2 0,-18-9-40,-1 2 1,0 0 0,0 2-1,-1 0 1,0 2 0,0 1-1,-30-3 1,55 9-111,-1 0-1,1-1 0,-1 1 1,1 0-1,-1 0 1,1 0-1,-1 0 0,1 0 1,-1 0-1,1 1 1,-1-1-1,1 0 1,-1 0-1,1 0 0,-1 0 1,1 1-1,-1-1 1,1 0-1,-1 0 1,1 1-1,-1-1 0,1 0 1,0 1-1,-1-1 1,1 0-1,0 1 0,-1-1 1,1 1-1,0-1 1,-1 1-1,1-1 1,0 0-1,0 1 0,0-1 1,-1 1-1,1-1 1,0 1-1,0 0 1,0-1-1,0 1 0,0-1 1,0 1-1,0-1 1,0 1-1,0-1 0,0 1 1,0-1-1,0 1 1,0-1-1,1 1 1,-1-1-1,0 1 0,1 6-640,-1 20-3732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21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5089,'0'0'3737,"0"242"-3537,0-178 128,6-5-16,0-7-152,-6-12-120,6-13-40,-6-7-744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21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0 306 1384,'0'0'6146,"285"0"-6146,-196-12-601,-6 0-1799</inkml:trace>
  <inkml:trace contextRef="#ctx0" brushRef="#br0" timeOffset="1">735 0 2665,'0'0'6401,"0"258"-5681,0-194-128,0-5-176,0-11-160,0-8-160,0-17-96,6-23-296,0-23-4409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1:21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4065,'0'0'8711,"39"-1"-7720,-2 0-738,233-18 1257,-79-11-695,193-18-222,-356 48-677,-28 0 70,1 0 1,-1 0-1,0 0 0,0-1 0,0 1 0,0 0 0,1 0 0,-1 0 1,0 0-1,0 0 0,0 0 0,0 0 0,1 0 0,-1 0 1,0 0-1,0 1 0,0-1 0,0 0 0,0 0 0,1 0 0,-1 0 1,0 0-1,0 0 0,0 0 0,0 0 0,0 0 0,1 0 0,-1 1 1,0-1-1,0 0 0,0 0 0,0 0 0,0 0 0,0 0 0,0 0 1,0 1-1,0-1 0,1 0 0,-1 0 0,0 0 0,0 0 1,0 1-1,0-1 0,0 0 0,0 0 0,0 0 0,0 0 0,0 1 1,0-1-1,0 0 0,0 0 0,0 0 0,0 0 0,-1 0 0,1 1 1,0-1-1,-2 27-2736,-8 8-2059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8:22:54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1568,'0'0'9546,"0"18"-9426,-10 264 1196,9-269-1281,-1 196 96,3-116 2590,-1-94-2746,1 0 1,0 1-1,-1-1 1,1 0 0,-1 0-1,1 0 1,-1 1-1,0-1 1,1 0 0,-1 0-1,0 0 1,0 0-1,1 0 1,-1 0 0,0 0-1,0-1 1,0-15-1159,0-2-1646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14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193 848 3689,'0'0'11073,"-18"3"-10974,9-1-90,4-2-6,1 1 1,-1-1-1,1 1 0,-1 0 0,1 0 0,-1 0 1,1 1-1,0 0 0,0 0 0,0 0 1,0 0-1,0 0 0,0 1 0,1 0 1,-1 0-1,1 0 0,0 0 0,0 0 0,0 1 1,0-1-1,0 1 0,1 0 0,0 0 1,0 0-1,0 0 0,0 0 0,-2 8 1,-13 48 90,2 1 1,3 0 0,-7 121-1,17-141-68,0 9 16,6 63 1,-3-98-40,1-1 1,1 0 0,0 1-1,1-1 1,1 0-1,0-1 1,0 1-1,14 22 1,-11-24-26,1 1-1,0-1 1,1-1 0,0 0-1,0 0 1,1-1 0,17 12-1,-22-18-22,0-1-1,0 1 1,0-1-1,1 0 1,-1-1-1,1 0 1,-1 0-1,1 0 1,0-1-1,-1 0 1,1 0-1,0 0 1,0-1 0,0 0-1,0-1 1,0 1-1,0-1 1,9-3-1,-11 2 37,-1 0 1,0 0-1,1 0 0,-1-1 1,0 1-1,0-1 0,-1 0 1,1 0-1,-1-1 0,0 1 1,1-1-1,-1 0 0,-1 1 1,1-1-1,-1-1 0,1 1 1,2-8-1,4-9 52,-2-1 0,8-33 0,-11 39-17,14-66 68,-4 1 0,5-124 0,-15-171 6,-5 229-51,-4 53 271,-4 0 1,-42-181 0,41 230-556,2-1 0,3 0-1,-1-57 1,12 103-1321,1 2 997,-1 1 0,1 0 1,0 0-1,-1 1 0,1 0 1,-1 0-1,0 0 0,0 1 1,6 5-1,24 26-4003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14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57 626 4745,'0'0'7914,"-9"-35"-6806,-31-121-405,38 147-661,0 0-1,1-1 1,0 1 0,0-1 0,1 1 0,0-1 0,1 1 0,3-18-1,-1 18-3,1 0 1,0 1-1,0-1 0,1 1 0,10-15 0,-8 13-11,11-17-2,1 0 1,1 2-1,2 0 0,1 1 0,42-34 1,-54 49-54,1 1-1,0 1 1,0 0 0,1 0 0,0 1 0,0 1 0,0 0-1,1 1 1,0 0 0,0 1 0,0 1 0,0 0 0,0 1-1,0 0 1,23 3 0,-29-1-15,1 1 0,0 0 0,-1 1 0,1-1 0,-1 2 1,1-1-1,-1 1 0,-1 1 0,1-1 0,-1 1 0,1 1 0,-1-1 0,-1 1 0,1 0 0,-1 1 0,0 0 0,0 0 0,-1 0 0,0 0 0,6 13 0,-1 0 16,-1 0 0,-1 1 0,0 0-1,-2 0 1,-1 1 0,0-1-1,2 35 1,-5 266 27,-7-252 7,-3-1 1,-2 0-1,-26 86 0,-78 196-60,54-178-307,52-153-53,8-29 75,0-5 293,-1 0 1,2-1 1,-1 0 0,2 1-1,0-1 1,1 1 0,0 0-1,1 0 1,1 0 0,11-25-1,-9 25 54,16-28 44,-21 40-53,-1 0 1,0 0 0,0 0-1,1 1 1,-1-1 0,1 0-1,0 1 1,0-1-1,-1 1 1,1-1 0,0 1-1,0 0 1,0 0-1,0 0 1,3-1 0,-4 2-21,0 0 0,0 0 1,1 0-1,-1 0 0,0 0 1,0 0-1,0 1 1,1-1-1,-1 0 0,0 1 1,0-1-1,0 1 0,0-1 1,0 1-1,0 0 1,0-1-1,0 1 0,0 0 1,0 0-1,0 0 0,0-1 1,-1 1-1,1 0 1,0 0-1,0 2 0,15 30-80,-12-24 96,39 99 68,-14-33 8,50 93 0,-68-148-70,1 0 1,1-1-1,1-1 1,1 0-1,0 0 1,1-2-1,1 0 0,0-1 1,23 15-1,-28-23-80,0 0-1,1-1 1,-1-1 0,1 0-1,0-1 1,1-1 0,-1 0-1,1 0 1,-1-1 0,1-1-1,0-1 1,0 1 0,0-2-1,-1 0 1,1-1 0,-1 0-1,1-1 1,-1-1 0,0 0-1,0-1 1,0 0-1,0-1 1,-1 0 0,0-1-1,19-14 1,-14 6-139,0-2 0,-1 1-1,-1-2 1,0 0 0,-2-1 0,0 0 0,-1-1 0,12-28-1,-17 34 250,-1 0 0,-1 0 0,-1-1 0,0 1 0,-1-1 0,0 0 0,-1-1 0,-1 1 0,0 0 0,-1 0 0,-1-1 0,-1 1 0,-5-25 0,6 36 77,0 1 1,0-1-1,-1 1 1,1 0-1,-1-1 1,0 1-1,0 0 1,0 0-1,0 0 1,-1 1-1,1-1 1,-1 1-1,0-1 1,1 1-1,-1 0 1,0 0-1,-6-3 0,3 2 84,0 1 0,-1 0 0,1 0 0,-1 0-1,1 1 1,-1 0 0,1 0 0,-11 0 0,14 1-170,0 1 1,0-1 0,1 0-1,-1 1 1,0-1 0,1 1 0,-1 0-1,0 0 1,1 0 0,-1 0 0,1 0-1,-1 1 1,1-1 0,0 1-1,0-1 1,-1 1 0,1 0 0,0 0-1,0 0 1,1 0 0,-1 0 0,0 1-1,1-1 1,-1 0 0,1 1-1,0-1 1,0 1 0,0-1 0,0 1-1,-1 5 1,-1 7-44,1 0 0,0 1-1,1 0 1,2 21 0,-1-18 65,-1 20-54,0-19 7,1-1 1,0 0-1,5 28 1,-3-40-20,-1-1 0,1 0 1,0 0-1,1 0 0,-1 0 1,1 0-1,1 0 0,-1-1 0,1 1 1,0-1-1,0 0 0,0 0 1,1 0-1,7 6 0,9 2-435,0 0 0,1 0 0,0-2 0,1-1 0,0-1-1,47 12 1,31-6-3743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15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622 1 616,'0'0'14251,"-51"23"-13731,5-1-461,2 1-1,-82 57 0,112-68-45,1 1 1,0 1-1,1 0 1,0 1-1,1 0 1,1 1-1,0 0 1,1 0-1,-12 35 1,-69 199 83,52-103-48,6 3 0,-14 187-1,22 308 35,25-583-77,2-1-1,3 0 0,23 106 1,-23-143-198,2-1 1,0 0-1,1 0 1,2-1 0,0 0-1,1-1 1,1 0-1,1-1 1,1-1-1,1 0 1,0-1 0,25 20-1,-6-10-1967,1-2 0,73 39 0,-34-36-2960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16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1140 3513,'0'0'7268,"-2"0"-7337,1 0 123,0-1 0,0 1 1,0 0-1,0 0 0,0-1 1,1 1-1,-1-1 0,0 1 0,0-1 1,0 1-1,1-1 0,-1 1 1,0-1-1,1 0 0,-1 1 1,1-1-1,-1 0 0,1 1 1,-1-1-1,1 0 0,-1 0 1,1 0-1,0 1 0,-1-1 0,1 0 1,0 0-1,0-4 1416,2 18-1330,-2-1-167,1-1-1,1 1 1,0-1-1,1 0 0,7 21 1,29 57 113,-7-20-36,-5 3-19,-12-28-8,2-1 1,2 0-1,2-1 0,33 48 0,-53-87-24,1-1 0,1 1 0,-1-1 0,0 1 0,0-1 0,1 0 0,-1 0 0,6 3 0,-8-5 1,1 0 1,-1 0-1,1 1 1,-1-1-1,1 0 1,-1 0-1,1 0 0,-1 0 1,1 0-1,-1 0 1,1 0-1,-1 0 0,1 0 1,-1 0-1,1 0 1,-1 0-1,1-1 0,-1 1 1,1 0-1,-1 0 1,1 0-1,-1-1 0,2 1 1,-1-2 6,0 1-1,-1 0 1,1 0 0,0 0-1,0-1 1,0 1 0,-1 0-1,1-1 1,-1 1 0,1 0-1,-1-1 1,1-2 0,9-48 359,-3 0 0,1-58 0,-7-113-218,-2 111-82,13-877 1032,-12 973-1025,0 0 1,0 1-1,-2-1 1,0 0 0,-1 1-1,0-1 1,-1 1 0,-11-27-1,4 32-260,9 10-316,6 6 26,3 0 453,1-1 0,-1 0 0,1 0 0,0 0 0,0-1 0,1 0 0,-1-1 0,1 0 0,17 4 0,91 13 47,-103-19-38,125 10-386,173-8-1,-20-3-1178,-285 0 1517,-1 1 1,1-1-1,0 1 0,-1 0 0,1 1 0,-1-1 1,1 1-1,11 6 0,-15-6 41,0 0-1,0 0 1,0 1-1,-1-1 1,1 1 0,-1-1-1,0 1 1,0 0-1,0 0 1,0 0 0,0 0-1,-1 0 1,1 1-1,-1-1 1,0 0 0,0 1-1,0-1 1,1 6-1,2 30 65,-1 1 0,-3 71 0,-2-41-20,3-34-156,-1 37-366,0-67 29,-1 0-1,0 0 1,0 0-1,0 0 1,-1-1-1,0 1 1,0-1-1,0 1 1,-5 7-1,-10 5-5484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17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71 210 1400,'0'0'8497,"-2"-34"-8427,0-11-71,3-46 0,-2 90-3,1-1 1,1 0 0,-1 1-1,0-1 1,0 0-1,1 1 1,-1-1 0,1 1-1,-1-1 1,1 1-1,0-1 1,-1 1 0,1-1-1,0 1 1,0-1-1,0 1 1,0 0-1,0 0 1,1-1 0,-1 1-1,0 0 1,1 0-1,-1 0 1,0 0 0,1 1-1,-1-1 1,4-1-1,-2 2-12,0-1-1,1 1 0,-1 0 0,0 0 1,1 0-1,-1 1 0,0-1 0,1 1 1,2 1-1,0-1-15,-3 0 29,1 0 1,-1 1-1,1-1 0,-1 1 0,1 0 1,-1-1-1,0 2 0,0-1 0,0 0 1,0 1-1,0-1 0,-1 1 0,1 0 1,-1 0-1,1 0 0,-1 0 0,0 0 1,-1 0-1,1 1 0,2 5 0,1 6 11,0-1-1,-1 1 1,4 29-1,-3 10 129,-2 68 0,-3-103-107,-2 15 20,0-1 0,-2 0-1,-2-1 1,-1 1-1,-12 34 1,-67 151 436,6-17 766,75-187-1121,1 1 1,1-1-1,0 1 1,1 0-1,0 0 1,1 17-1,1-32-129,0 0 1,0 1-1,0-1 0,0 0 0,0 0 1,0 1-1,0-1 0,0 0 1,0 0-1,1 1 0,-1-1 0,0 0 1,0 0-1,0 0 0,0 1 1,0-1-1,0 0 0,0 0 0,1 0 1,-1 1-1,0-1 0,0 0 1,0 0-1,0 0 0,1 0 0,-1 1 1,0-1-1,0 0 0,1 0 0,-1 0 1,0 0-1,0 0 0,0 0 1,1 0-1,-1 0 0,0 0 0,0 0 1,1 0-1,-1 0 0,0 0 1,0 0-1,1 0 0,-1 0 0,0 0 1,0 0-1,1 0 0,-1 0 0,0 0 1,17 1 132,-1-1 1,0-1-1,0 0 0,1-1 1,29-8-1,81-34 314,-59 18-465,165-47-1898,-151 51-1704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18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1629 544,'0'0'7602,"13"-31"-7421,175-364 661,173-466 1766,-320 747-2290,36-113 548,-75 253-1190,17 1000 770,-21-703-384,1-252-146,-1-30-201,2 1 0,2-1 0,2 0 0,11 56 0,-10-84-2205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19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1464,'0'0'11011,"130"-12"-10939,-35 0-56,53-15-16,-30-1-1401,-11-4-1807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19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6857,'0'0'9274,"112"0"-9290,1 0 176,17-4-64,18 0-23,-5-4-73,-7 0 0,-12 8-673,1 0-903,-36 0-1681,-30 20-3448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20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1 409 968,'0'0'9962,"12"-11"-10072,117-122 203,-114 115-48,0-1 0,-1 0 1,-1-1-1,-1 0 0,-1-1 0,15-38 0,-24 49 59,0 0 1,0 0-1,-1 0 1,0 0-1,-1-16 1,0 14 863,-15 16-709,3 4-239,0 0 0,1 1 0,0 1 0,1 0 0,0 0 1,1 1-1,0 0 0,0 1 0,-7 13 0,4-4-15,1 0 1,1 1-1,0 0 1,-10 40-1,14-34 10,2 1 0,1-1 0,1 47 0,2-68-26,0 1 0,0-1 1,1 0-1,0 0 0,0 0 1,0 1-1,1-2 0,1 1 0,-1 0 1,1 0-1,0-1 0,0 1 1,1-1-1,0 0 0,0 0 0,0 0 1,1-1-1,0 1 0,0-1 1,0 0-1,1-1 0,-1 1 0,1-1 1,1 0-1,-1-1 0,0 1 1,1-1-1,9 3 0,0 0-178,1-1 1,0-1-1,1-1 0,-1 0 0,0-1 1,1-1-1,0-1 0,-1 0 0,1-1 0,22-5 1,-22 3-353,-1-1 1,0-1 0,0-1-1,29-13 1,56-40-4525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21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 3673,'0'0'9563,"-17"43"-9344,-50 151-130,62-174-84,1 1 0,0-1 0,2 1 1,0 38-1,3-8 13,3 0 0,13 68 0,34 95 24,-35-151-48,0-1-67,-3 1 0,-3 0 0,4 108 0,-13-157 33,0 27-107,-1-40 137,0 1 0,0-1-1,-1 0 1,1 0 0,0 0 0,0 0-1,0 0 1,-1 0 0,1 0 0,0 0-1,-1 0 1,1 0 0,-1 0 0,0 0-1,1 0 1,-1 0 0,0 0 0,1-1-1,-1 1 1,0 0 0,0 0 0,0-1 0,0 1-1,1 0 1,-1-1 0,0 1 0,0-1-1,-2 1 1,-3 0-4,-1-1 0,1 0 0,-1-1 0,0 1 0,1-1 0,-1 0 0,1-1 0,-1 0 0,1 0 0,0 0 0,0 0 0,0-1 0,0 0 0,0-1 0,0 1 0,1-1-1,-9-8 1,-7-7-115,0-2 0,-30-39-1,50 59 128,-8-10 64,1 0 0,0-1-1,0 0 1,1-1-1,1 1 1,0-1 0,1-1-1,0 1 1,1-1-1,0 0 1,1 0 0,1 0-1,1 0 1,-1-22-1,2 32-182,-1 0 0,1 0-1,0 0 1,0 0-1,1 0 1,-1 0-1,1 0 1,0 0-1,0 0 1,0 0-1,1 0 1,0 1-1,-1-1 1,1 0-1,0 1 1,1 0-1,-1-1 1,0 1-1,1 0 1,0 0-1,0 0 1,4-3 0,28-24-2921,1-5-1727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21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2897,'0'0'10882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21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7 131 5129,'0'0'3338,"-1"35"-2388,-3 114-476,3-136-447,1 0 0,0-1 0,1 1 1,1 0-1,0-1 0,0 1 0,2-1 0,-1 0 0,10 21 0,-9-27-40,-1-1 1,1 0 0,0 0 0,0 0-1,0 0 1,0-1 0,1 1-1,0-1 1,0-1 0,0 1 0,1-1-1,-1 1 1,1-2 0,0 1 0,-1 0-1,1-1 1,10 2 0,-6-2-147,-1 0 1,1 0-1,-1-1 1,1 0-1,14-1 1,-20 0 105,-1 0 0,1-1-1,0 0 1,0 0 0,0 0 0,0 0 0,-1 0 0,1-1 0,-1 1 0,1-1 0,-1 0 0,1 0-1,-1-1 1,0 1 0,0-1 0,4-3 0,-1-2 54,0-1 0,0 0 0,-1 0 0,0 0 0,0 0 0,-1-1 0,0 0 0,-1 1 0,0-2 0,3-17 0,-2-7 1077,-1-67 1,-3 76 4,0 37-1192,0 0 0,1-1 0,0 1 0,1 0-1,4 15 1,-4-20 115,1-1 1,-1 1-1,1-1 1,0 1-1,0-1 0,1 0 1,0-1-1,-1 1 1,2 0-1,-1-1 0,0 0 1,6 4-1,-3-4-9,0 1 0,0-1 0,1 0 0,-1 0 0,1-1-1,0 0 1,0 0 0,17 2 0,-3-2-81,0-1 0,25-1 0,-37-1 87,0-1-1,0 0 0,1-1 1,-1 0-1,0-1 1,-1 0-1,1-1 1,-1 0-1,1 0 0,-1-1 1,0 0-1,-1 0 1,1-1-1,-1 0 0,0-1 1,-1 0-1,1 0 1,-1-1-1,-1 0 1,1 0-1,-2 0 0,1-1 1,-1 0-1,0 0 1,-1 0-1,0 0 1,0-1-1,-1 0 0,-1 0 1,1 0-1,0-11 1,0-9 753,-2-52 0,-2 41 439,1 37-1045,0 1 1,0-1 0,-1 0-1,1 0 1,-1 1 0,0-1-1,-1-4 1,1 7-200,1-1-1,-1 1 1,0 0 0,0 0 0,0-1-1,0 1 1,0 0 0,0 0 0,0 0-1,0 0 1,0 0 0,0 1 0,0-1-1,-1 0 1,1 0 0,0 1 0,-1-1-1,1 1 1,0-1 0,-3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22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0 4481,'0'0'6212,"-3"38"-6037,-24 251 583,12-125 334,8 263 0,7-421-1111,0 0 0,1 0 1,-1 0-1,2 0 0,-1 0 1,0-1-1,1 1 0,0 0 1,1-1-1,-1 0 1,1 1-1,0-1 0,0 0 1,1 0-1,-1-1 0,1 1 1,0-1-1,1 0 0,5 5 1,-5-6-218,0 0 1,1 0-1,-1 0 0,1-1 1,0 0-1,-1 0 1,1 0-1,0-1 1,0 0-1,0 0 0,0 0 1,8-1-1,-11 0-48,0 0 0,0 0 0,0 0-1,0-1 1,0 1 0,0-1 0,0 1 0,0-1-1,4-2 1,-4 1-212,0 0-1,0-1 1,0 1 0,-1-1-1,1 0 1,0 0-1,2-5 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22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5601,'0'0'11907,"154"0"-12107,-29 0-825,-19 0-1295,-17 4-2721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22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0 3449,'0'0'11709,"13"38"-11622,20 54-92,68 201 134,-77-206-89,13 91 1,12 329 41,-50 8 16,-23-240-47,3-172-13,-43 129-1,59-215-28,-219 550 95,182-474-104,39-87-92,0-1 1,-1 0-1,0 0 1,0 0 0,0 0-1,0-1 1,-1 0-1,0 0 1,0 0-1,0 0 1,0-1 0,-1 0-1,-7 3 1,-24 17-5627,19-10 184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25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7818,'0'0'5489,"231"83"-6545,-148-55-761,-12-12-2632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25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3881,'0'0'9754,"261"20"-10546,-125-4-673,-11-4-2655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35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1258 4481,'0'0'9021,"-8"-11"-8409,-24-31-87,19 31 377,13 14-822,-1 72-728,-1-28 597,2-1 0,2 1 0,16 84-1,-8-82-42,-7-29-82,1-1-1,1 1 1,14 33-1,-10-41-228,-2-13-153,3-24 9,42-341 610,-41 260-23,61-926 167,-72 847 910,1 185-1116,0 1 0,0 0 0,0 0 0,0 0 0,0 0 0,0-1 0,0 1 0,0 0 0,0-1 0,1 1 0,-1-1 0,0 1 0,0-1 0,1 0 0,-1 1 0,0-1 0,2 0 0,3 1-6,31 8-21,0-2 0,1-1 0,40 0 0,121-5-356,-101-2 21,4 1-41,119-1-474,-211 1 929,-5 0-4,-1 0 0,1 0 1,-1 0-1,1 0 1,-1-1-1,1 0 0,-1 0 1,0 0-1,1 0 0,-1-1 1,6-2-1,-10 25-236,-1-14 195,0 0 1,-1-1-1,0 1 1,0-1 0,0 1-1,-1-1 1,1 0 0,-2 0-1,1 0 1,-1-1 0,1 1-1,-7 6 1,-13 22-261,-33 68-2683,37-57-16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35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74 5033,'0'0'5030,"5"-12"-4979,-3 9-51,0-2-4,1-1-1,0 1 1,0 0 0,1 0 0,-1 0 0,8-7 0,-9 10-17,0 1 1,0-1-1,0 1 0,0 0 1,1-1-1,-1 1 1,0 0-1,1 0 0,-1 1 1,0-1-1,1 0 1,-1 1-1,1-1 1,-1 1-1,1 0 0,-1 0 1,1 0-1,-1 0 1,1 0-1,-1 1 0,1-1 1,-1 1-1,1-1 1,3 3-1,-3-2 15,0 1-1,0 0 1,0 0 0,-1 0 0,1 0-1,-1 0 1,1 0 0,-1 1-1,0-1 1,0 1 0,0 0-1,0 0 1,0-1 0,-1 1-1,1 0 1,-1 1 0,0-1 0,0 0-1,0 0 1,0 0 0,0 6-1,2 9 49,-1 0 0,-1 32-1,-1-37-32,0 6 17,-1 0 0,-1 0 0,0-1 0,-2 1 1,0-1-1,-1 0 0,0 0 0,-2 0 0,0-1 1,-17 29-1,-30 48 106,-78 150 851,127-234-942,1 0 1,0 0 0,1 1-1,0-1 1,1 1-1,0-1 1,0 1 0,1 0-1,1 14 1,0-24-41,0-1 0,0 1 0,0-1 0,0 1 0,1-1 0,-1 1 0,0-1 0,0 1 0,0-1 1,1 1-1,-1-1 0,0 1 0,0-1 0,1 1 0,-1-1 0,0 1 0,1-1 0,-1 0 0,1 1 0,-1-1 0,0 0 1,1 1-1,-1-1 0,1 0 0,-1 0 0,1 1 0,-1-1 0,1 0 0,-1 0 0,1 0 0,0 0 0,20 2 25,-13-2-12,230-2-127,-80-11-2906,-90 5-1570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37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4537,'0'0'8909,"-2"13"-8868,-31 395 558,31 19-963,3-241-1652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37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1 700 5265,'0'0'2019,"0"-34"-358,2-117-309,-2 133-1114,2-1 0,0 1 0,2-1 1,-1 1-1,2 0 0,14-33 0,-6 24 138,2 1 0,33-45 0,-30 47-282,1 1 0,1 0 1,1 2-1,45-37 0,-52 48-115,0 1 1,0 0-1,1 1 1,0 1-1,0 0 1,1 1-1,0 0 1,0 1-1,0 1 1,19-2 0,-18 4-114,0 1 0,0 0 0,0 1 0,24 4 0,-35-3 90,1 1 1,-1-1-1,0 1 1,0 1-1,0-1 1,0 1-1,0 0 1,0 0 0,-1 1-1,1-1 1,-1 1-1,0 1 1,-1-1-1,6 6 1,-1 2 19,0 1 0,0 1 0,-1-1-1,-1 2 1,-1-1 0,0 1 0,0-1 0,-2 2 0,0-1 0,4 29 0,-2 13 25,-1 91 0,-5-126-6,-1 16 19,-1 0 0,-2 0 0,-2 0 1,-1-1-1,-1 0 0,-3 0 0,-22 54 0,-109 188-72,142-279 56,0 0 1,0 0 0,0-1-1,0 1 1,0 0 0,0 0 0,0 0-1,0 0 1,0 0 0,0 0 0,0 0-1,0 0 1,0 0 0,0 0 0,0 0-1,0-1 1,0 1 0,0 0-1,0 0 1,0 0 0,0 0 0,0 0-1,0 0 1,0 0 0,0 0 0,0 0-1,0 0 1,0 0 0,0 0 0,0 0-1,-1 0 1,1 0 0,0 0-1,0-1 1,0 1 0,0 0 0,0 0-1,0 0 1,0 0 0,0 0 0,0 0-1,0 0 1,0 0 0,-1 0 0,1 0-1,0 0 1,0 0 0,0 0-1,0 0 1,0 0 0,0 0 0,0 0-1,0 1 1,0-1 0,0 0 0,0 0-1,0 0 1,-1 0 0,1 0 0,0 0-1,0 0 1,0 0 0,0 0-1,-1-14-75,3-16-37,1 24 48,-1-1-1,1 1 0,1 0 0,-1 0 0,1 1 0,0-1 0,0 1 0,0 0 0,1 0 1,0 0-1,0 0 0,9-5 0,-14 9 35,1 1-1,0 0 1,0 0 0,0-1 0,-1 1 0,1 0-1,0 0 1,0 0 0,0 0 0,0 0-1,-1 0 1,1 0 0,0 0 0,0 0 0,0 0-1,0 1 1,-1-1 0,1 0 0,0 0-1,0 1 1,0-1 0,-1 1 0,1-1 0,0 1-1,-1-1 1,1 1 0,0-1 0,-1 1-1,1-1 1,-1 1 0,1 0 0,-1-1-1,1 1 1,-1 0 0,1 1 0,13 31-257,-11-25 314,11 29-6,2-1 1,1 0-1,37 54 1,-48-80-20,1 0 1,0-1 0,1 0-1,0-1 1,1 1 0,0-2-1,0 1 1,0-1 0,1 0-1,0-1 1,0 0 0,1-1-1,0 0 1,0-1 0,0 0-1,22 4 1,-22-6-36,0-1 0,0 0 0,0-1 0,0 0-1,1-1 1,-1 0 0,0-1 0,0 0 0,10-4 0,-13 3 11,0-1-1,0 0 1,-1 0-1,1 0 1,-1-1 0,-1 0-1,1 0 1,-1-1-1,1 1 1,-1-2 0,-1 1-1,7-9 1,-5 4 23,0 0 0,0 0-1,-1-1 1,0 0 0,-1 0 0,-1 0 0,4-14 0,-4 5 6,-1 0 0,0-1 1,-2-31-1,-1 51 17,0-1 0,1 1 0,-2 0 0,1-1-1,0 1 1,0-1 0,-1 1 0,1 0 0,-1-1 0,0 1 0,0 0 0,0 0 0,-2-4 0,2 5 11,-1-1 0,1 1 0,-1 0 0,0 1 0,1-1 0,-1 0 0,0 0 0,0 1 0,1-1 0,-1 1 0,0 0 0,0-1 0,0 1 0,0 0 0,0 0 0,1 0 0,-3 1 0,2-1-21,-1 0 0,1 0-1,0 0 1,0 1 0,0-1-1,0 1 1,0-1-1,0 1 1,1 0 0,-1 0-1,0 0 1,0 0 0,0 0-1,1 0 1,-1 1 0,0-1-1,1 0 1,-3 4-1,1-1-1,0 0 0,0 1-1,1-1 1,-1 1 0,1 0-1,0 0 1,-1 7 0,-2 10 13,0 0 0,-1 40 0,6-51 7,-4 48 0,8 102 1,-4-156-66,1 1-1,0-1 1,0 0 0,1 0-1,-1 0 1,1 0 0,1 0-1,-1 0 1,1 0 0,-1 0-1,1-1 1,0 0 0,1 1-1,-1-1 1,8 6 0,-2-3-351,-1-1 1,1 0 0,0-1 0,1 1-1,0-2 1,-1 0 0,13 4 0,31 3-2709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38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534 1 3745,'0'0'7953,"-285"210"-7184,190 4-257,12 84-32,24 39-120,47 1-208,12-25-56,30-43-88,29-52 40,0-47-48,-5-60-280,11-19-408,30 11-664,-12-20-609,-6-15-2560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39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1481 328,'0'0'10204,"-5"0"-9992,5 1-212,-1-1 1,1 0 0,-1 0 0,1 0-1,-1 0 1,0 0 0,1 0 0,-1 0 0,1 0-1,-1 0 1,1 0 0,-1 0 0,0 0-1,1 0 1,-1 0 0,1-1 0,-1 1-1,1 0 1,-1 0 0,1-1 0,-1 1-1,1 0 1,-1-1 0,1 1 0,0 0 0,-1-1-1,1 1 1,-1-1 0,1 1 0,0-1-1,-1 1 1,1 0 0,0-1 0,0 0-1,-1 1 1,1-1 0,0 1 0,0-1-1,0 1 1,0-1 0,0 1 0,0-1 0,0 1-1,0-1 1,0 0 0,0 1 0,0-1-1,0 1 1,0-2 0,2-5 14,-1 0 0,2 0 0,-1 0 0,5-10 0,107-202 757,-43 88-589,168-378 36,-194 394 261,-6-1 0,39-190 0,-76 283-306,-2 35-447,0 883 455,1-802-46,17 114 1,-10-154-706,2-2-1,3 1 1,31 80-1,-21-81-2535,-4-26-1458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39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3425,'0'0'6457,"426"-64"-7609,-307 41-1641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0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1 424 1344,'0'0'7027,"27"-37"-6741,90-125-137,-106 146-150,0-1 1,-1 0-1,-1 0 1,14-38-1,-20 47 27,-2 0 0,1 0 0,-1 0 0,0-1 0,-1 1 0,0-1 0,0 1 0,-1 0 0,-2-13 0,3 20-8,0 1 0,0 0 0,0-1 0,0 1 0,-1 0 0,1-1 0,0 1-1,0 0 1,0-1 0,0 1 0,0 0 0,-1 0 0,1-1 0,0 1 0,0 0 0,0-1-1,-1 1 1,1 0 0,0 0 0,-1 0 0,1-1 0,0 1 0,0 0 0,-1 0 0,1 0-1,0 0 1,-1 0 0,1 0 0,0-1 0,-1 1 0,1 0 0,0 0 0,-1 0 0,1 0 0,-1 0-1,-3 0 64,0 0-1,1 0 0,-1 0 0,0 1 0,0-1 0,0 1 1,1 0-1,-1 0 0,0 0 0,1 1 0,-1-1 0,1 1 1,0 0-1,-1 0 0,1 0 0,0 0 0,0 0 0,0 1 1,1 0-1,-1-1 0,0 1 0,1 0 0,0 0 0,-3 6 1,-5 7-48,1 1 0,1 1 0,-10 32 0,15-41 34,-7 24 35,1 1 1,2-1 0,1 1 0,2 0 0,1 0 0,2 1-1,1-1 1,8 53 0,-7-78-98,1-1 1,1 1-1,-1-1 0,1 0 0,0 0 0,1 0 1,0-1-1,0 1 0,1-1 0,0 0 0,0 0 1,0 0-1,1-1 0,0 0 0,1 0 1,-1-1-1,1 1 0,0-1 0,0-1 0,16 8 1,-4-4-95,0 0 0,0-2-1,1 0 1,0-1 0,0-2 0,0 0 0,28 1 0,74-2-1930,-9-2-2058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0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0 5113,'0'0'6485,"-3"49"-6417,-1 3-58,-2 5 5,4 1 1,2 0 0,11 90 0,16 16 116,-10-68 101,7 133-1,-23 15-133,-1-241-102,0 0 1,0 0-1,0 0 1,0-1-1,0 1 1,-1 0-1,1 0 1,-1-1-1,0 1 1,1 0-1,-1-1 1,-1 1-1,1 0 1,0-1-1,-1 0 1,1 1 0,-4 2-1,3-3-1,-1 0 0,0-1 0,0 1 0,0-1 0,0 0 0,0 0 0,0 0 0,0 0 0,-1-1 0,1 1 0,0-1 1,0 0-1,-1 0 0,-3 0 0,0-1-20,-1 0 0,1-1 1,0 1-1,0-1 0,0-1 1,1 1-1,-1-1 0,1-1 1,-1 1-1,1-1 0,0 0 1,0 0-1,1-1 0,-1 0 1,1 0-1,0 0 0,0-1 1,-7-10-1,-1-3-74,0 0 0,2-1 0,0-1 0,-15-39-1,19 32 88,0 0 1,2 0-1,2-1 0,0 1 0,3-55 0,0 75-16,0 2-94,0 1-1,0-1 1,1 1-1,0-1 0,0 1 1,1 0-1,-1 0 1,1-1-1,0 1 0,1 0 1,-1 1-1,1-1 0,0 0 1,0 1-1,1-1 1,-1 1-1,1 0 0,0 0 1,0 1-1,0-1 1,0 1-1,1 0 0,0 0 1,-1 0-1,1 0 1,0 1-1,0 0 0,0 0 1,1 1-1,-1-1 1,9 0-1,11 0-2064,-6-2-1723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0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7770,'0'0'6081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1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0 6857,'0'0'8594,"-189"222"-8538,165-103 16,18 16-8,6 4 8,0 0-56,0-12 32,41-16-48,7-23-216,47-17-872,-18-23-1224,-6-28-2081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1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29 3729,'0'0'5418,"-5"38"-4860,-15 127-242,18-150-293,0 1 0,1-1 1,1 0-1,0 1 0,2-1 0,-1 0 1,2 0-1,0 0 0,6 18 0,-7-28-33,1-1 1,-1 0-1,1 1 0,0-1 0,0 0 0,0-1 0,1 1 0,0-1 0,-1 1 0,1-1 0,0 0 0,1 0 0,-1-1 0,0 1 1,1-1-1,-1 0 0,1 0 0,0-1 0,0 1 0,0-1 0,-1 0 0,1 0 0,0-1 0,0 1 0,9-2 0,-9 2-25,1-1 0,0-1 0,-1 1-1,1-1 1,-1 0 0,1-1-1,-1 1 1,1-1 0,-1 0-1,0 0 1,1-1 0,-1 1-1,-1-1 1,1 0 0,0-1-1,-1 1 1,1-1 0,-1 0-1,0 0 1,-1 0 0,7-9-1,-5 5 247,0-1-1,0 0 0,-1 0 0,0 0 1,-1-1-1,1 1 0,-2-1 0,0 0 0,0 0 1,-1 0-1,1-18 0,-2 33-232,1 0 1,0-1-1,0 1 0,0 0 0,1-1 0,0 1 1,-1-1-1,2 1 0,-1-1 0,0 0 0,1 0 1,0 0-1,0-1 0,0 1 0,0 0 0,1-1 0,-1 0 1,7 4-1,-3-1 27,1-1 0,0 0-1,0 0 1,0-1 0,0 0 0,1-1 0,0 0 0,15 4-1,-15-5-16,1-1-1,0 0 1,-1 0-1,1-1 1,0 0-1,0-1 0,-1 0 1,1 0-1,-1-1 1,1 0-1,11-5 1,-14 3 30,0 1 0,0-1 0,0-1 0,-1 1 0,1-1 0,-1 0 1,-1-1-1,1 1 0,-1-1 0,0 0 0,0-1 0,-1 1 1,1-1-1,3-9 0,-3 5 105,0-1 0,-1 0 0,0 0 0,-1 0 1,0 0-1,2-21 0,-3-76 620,-2 71-424,-4 3 48,3 34-385,1 0 0,0 0 0,-1 0 0,1 0 1,-1 0-1,1 0 0,-1 0 0,0 0 0,1 0 0,-1 1 1,0-1-1,1 0 0,-1 0 0,0 1 0,0-1 0,0 1 1,0-1-1,0 1 0,0-1 0,0 1 0,0-1 0,0 1 1,0 0-1,0-1 0,0 1 0,0 0 0,0 0 0,-2 0 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2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 3649,'0'0'7625,"0"293"-7249,0-189-191,0-5-33,0-4 0,0-8-152,6-7-88,11-29-1201,-5-23-1687</inkml:trace>
  <inkml:trace contextRef="#ctx0" brushRef="#br0" timeOffset="1">1 481 4937,'0'0'3689,"325"12"-5249,-224-8-569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2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 2737,'0'0'6118,"-6"38"-5199,-14 124-296,20-156-597,-1 0 0,1 0 1,0 0-1,1 0 0,0 0 0,0-1 1,0 1-1,0 0 0,1 0 0,0-1 1,0 1-1,5 6 0,-4-7-7,0-1 0,1 0-1,0 0 1,0 0 0,0-1-1,1 1 1,-1-1 0,7 3 0,-6-2-5,4 1 7,0 0-1,1-1 1,-1 0 0,1-1-1,0 1 1,0-2 0,15 3 0,4-2-36,44 0 1,-65-3 4,0 0-1,0-1 0,0 1 0,0-2 1,0 1-1,0-1 0,0 0 1,-1-1-1,1 0 0,-1 0 0,0 0 1,1-1-1,-1 0 0,-1-1 1,1 0-1,-1 0 0,0 0 0,0-1 1,0 1-1,-1-1 0,0-1 0,0 1 1,4-8-1,-4 6 71,-1-1 1,0 0-1,0 0 1,0 0-1,-1 0 1,-1 0-1,0-1 1,0 1-1,-1-1 1,0 0-1,0 1 0,-1-1 1,0 0-1,-4-16 1,4 23 10,-1-1 0,0 1 1,1 0-1,-2 0 0,1 0 1,0 0-1,-1 0 0,1 0 0,-1 0 1,0 0-1,0 1 0,0-1 1,0 1-1,0-1 0,-5-3 0,1 2 44,0 0 0,0 1-1,0-1 1,0 1 0,-1 0-1,-13-4 1,-3 2 101,0 0 0,-1 1 0,-33 0 0,50 4-191,-24-2 69,-46 4 0,67-1-103,1 0 1,0 1-1,-1 0 0,1 0 1,0 1-1,0 0 1,0 1-1,1 0 0,-11 7 1,10-5-137,1 1 0,0-1 0,1 2 0,0-1 0,0 1 1,0 0-1,1 0 0,0 1 0,1 0 0,-1 0 0,2 0 0,0 1 0,0-1 0,0 1 1,1 0-1,1 0 0,0 0 0,0 1 0,1-1 0,0 0 0,1 12 0,0-20 4,-1 0 0,1 1-1,0-1 1,0 0-1,1 1 1,-1-1-1,0 0 1,1 1-1,-1-1 1,1 0 0,0 0-1,-1 1 1,1-1-1,0 0 1,1 0-1,-1 0 1,0 0 0,3 3-1,-1-4-167,0 1-1,1-1 1,-1 0-1,0 0 1,0 0-1,1 0 1,-1-1-1,1 1 1,-1-1-1,0 0 1,1 0-1,3-1 1,40 1-4115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2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3913,'0'0'6611,"-2"33"-6410,1-12-170,-8 228 491,9 444 2028,0-677-2663,0-9 64,0-1 0,0 1-1,0-1 1,1 1 0,0-1-1,0 1 1,2 6 0,-2-12-135,0 1 0,0-1 0,0 0 0,0 1 0,0-1 0,0 0 0,1 1 0,-1-1 0,0 0 0,1 0 0,-1 0 0,1 0 0,-1 0 0,1-1 0,-1 1 0,1 0 0,0-1 0,-1 1 0,1-1 0,0 0-1,-1 1 1,1-1 0,0 0 0,-1 0 0,1 0 0,0 0 0,0 0 0,-1-1 0,4 0 0,14-2-4623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3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6937,'0'0'6394,"190"302"-5354,-149-132-312,-17 53-368,-24-9-128,0-20-232,-47 21-24,-19-76-920,1-20-3105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3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0 1688,'0'0'4869,"-2"57"-3908,-8 512 954,10 891 984,-22-947-2500,5-365-319,-51 205 0,49-280-70,-4-1 1,-35 76 0,56-142 6,-1 0 0,-1 0 0,1-1 0,-1 1 0,0-1-1,0 0 1,-5 5 0,8-9-15,-1 0-1,1 1 0,0-1 0,-1 0 0,1 0 1,-1 0-1,1 0 0,-1-1 0,0 1 0,1 0 1,-1-1-1,0 1 0,0-1 0,1 1 0,-1-1 1,0 0-1,0 0 0,0 0 0,1 0 0,-1 0 1,0 0-1,0 0 0,0-1 0,1 1 1,-1-1-1,0 1 0,-2-2 0,3 1-136,0 0 1,0-1-1,0 1 0,1 0 1,-1-1-1,0 1 0,0-1 1,1 1-1,-1-1 0,1 1 1,0-1-1,-1 0 0,1 1 1,0-1-1,0 1 0,0-1 1,0 0-1,0 1 0,0-1 1,0 0-1,1-1 0,-1-4-875,0-28-4124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4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7418,'0'0'8473,"36"7"-8681,41 1 208,17-4 200,7 0-48,6-4-144,-6 0-8,-7-8-1080,-28-7-1472,-25 3-3602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4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3649,'0'0'7089,"314"0"-7089,-172-8-640,-6-8-1640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5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1412 4705,'0'0'11589,"-10"4"-11760,7-3 148,0 1 0,0-1 0,0 1 1,0 0-1,0 0 0,0 0 0,1 0 0,-1 1 0,1-1 0,-1 1 0,1 0 0,0 0 0,0-1 0,0 1 0,0 1 0,1-1 0,-1 0 0,1 0 0,0 0 0,0 1 0,0-1 0,0 1 0,1-1 0,-1 7 0,0 14 28,0-1 1,6 47 0,-4-57-17,10 63 53,3 0 0,41 126 0,-52-191-49,11 29 23,-13-38-24,-1 0-1,1 0 1,0-1 0,0 1 0,0 0 0,0 0 0,0-1 0,1 1 0,-1-1 0,0 1 0,1-1 0,-1 0 0,1 1 0,0-1 0,2 2 0,-3-4 8,0 1 0,-1-1 0,1 0 0,-1 1 0,1-1 0,-1 1 0,1-1 0,-1 0 0,0 0 0,1 1 0,-1-1 0,0 0 0,1 1 0,-1-1 1,0 0-1,0 0 0,0 0 0,0 1 0,1-1 0,-1 0 0,0 0 0,-1-1 0,9-224 515,56-272-869,-27 277-196,-10-1 1,-2-246-1,-25 71-625,0 400 1096,1 0 1,-1 1-1,1-1 1,0 0-1,0 0 1,0 0-1,0 0 1,0 0-1,1 0 1,-1 0-1,1 0 1,0 0-1,2 3 1,35 33 174,-28-29-156,11 8 18,0-1 1,0-1-1,1-2 1,1 0-1,1-1 1,0-1-1,1-2 0,0 0 1,0-2-1,1 0 1,36 4-1,31-1-1319,186-1-1,-266-10 1218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6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49 2593,'0'0'10038,"-1"-7"-10150,1 6 105,0 0 1,-1-1-1,1 1 0,0 0 1,0 0-1,0-1 1,0 1-1,0 0 1,0 0-1,0 0 1,1-1-1,-1 1 0,0 0 1,1 0-1,-1 0 1,0-1-1,1 1 1,0 0-1,-1 0 0,1 0 1,0 0-1,-1 0 1,1 0-1,0 0 1,0 1-1,0-1 1,0 0-1,0 0 0,0 1 1,0-1-1,0 0 1,2 0-1,3-1-77,1 1 0,0-1-1,0 1 1,0 1 0,0 0-1,7 0 1,-11 0 57,5 0-86,-1 0 1,1 0-1,0 1 1,0 0-1,11 2 1,-16-1 99,-1-1 0,1 0 0,0 1 1,-1-1-1,1 1 0,-1 0 0,0 0 0,0 0 0,1 0 0,-1 0 0,-1 0 1,1 1-1,0-1 0,0 1 0,-1-1 0,1 1 0,0 3 0,3 7 28,-1-1 1,-1 2-1,0-1 0,0 0 0,-2 1 0,1-1 0,-2 1 0,-2 24 0,2-3 51,-1-15 22,0-1-1,-2 1 1,0-1 0,-1 1 0,-1-1 0,-14 34 0,-61 105 470,1-1-129,72-139-396,0 1-1,1 0 1,2 0 0,-1 0-1,2 0 1,-1 37 0,4-49-29,-1-2-4,1 0 0,0 0 0,0 0 0,1-1 0,0 1 0,-1 0 0,1 0-1,3 7 1,-3-10-4,1 0-1,-1-1 1,1 1-1,0-1 1,0 1-1,-1-1 1,1 1-1,0-1 1,0 0-1,0 0 1,0 0-1,1 0 1,-1 0-1,0 0 1,0-1 0,0 1-1,1-1 1,-1 0-1,0 1 1,3-1-1,36 3-166,71-2 0,-47-3-162,97-8-3982,-100 4-3415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7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1209 4337,'0'0'7045,"-16"46"-6891,-47 155 10,58-186-144,1-1 1,1 2-1,0-1 1,1 0-1,1 0 1,0 1-1,2-1 1,-1 1-1,2-1 1,0 0 0,0 1-1,6 15 1,-2-13 22,0 1 1,1-1 0,2 0 0,-1 0 0,2-1 0,0 0-1,2-1 1,25 30 0,-30-38-79,0-1 0,0 0-1,1 0 1,0 0 0,0-1 0,1 0-1,-1-1 1,1 0 0,1 0-1,-1-1 1,1 0 0,0-1 0,-1 0-1,1-1 1,1 0 0,-1 0 0,0-1-1,0 0 1,11-1 0,-17-1 3,-1 1-1,1-1 1,-1 0 0,1 0 0,-1-1 0,0 1-1,0-1 1,1 0 0,-1 1 0,0-2 0,0 1-1,-1 0 1,1 0 0,0-1 0,-1 1 0,0-1-1,1 0 1,-1 0 0,0 0 0,-1 0 0,1 0-1,0 0 1,0-4 0,5-10 65,-1 0-1,-2 0 1,5-26-1,-8 38-40,10-81 74,-3 0 0,-6-138 0,-3 118-8,-5-16 265,-39-215 0,-4-33 602,43 214-302,-12-132 2095,17 275-2794,2 47-2809,5 49 1,5-20-1275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7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2 584 4185,'0'0'2949,"-1"-36"-978,1-123-531,1 143-1271,0 0-1,2 0 1,0 0 0,1 0 0,0 0-1,1 1 1,1-1 0,11-19-1,-3 12-9,2-1-1,1 2 1,23-26-1,-30 37-143,0 0 0,1 0 0,1 1 0,-1 1 0,1 0 0,1 0 0,16-7 0,-20 11-42,0 2 0,1-1 0,0 1-1,-1 1 1,1 0 0,0 0 0,0 1 0,1 0-1,-1 0 1,0 2 0,17 1 0,-22-1 20,1 0-1,-1 0 1,1 1 0,-1 0 0,0 0 0,0 0 0,0 1 0,0-1 0,0 1 0,0 1-1,-1-1 1,1 0 0,5 7 0,-3-2 0,-1 0 1,1 1-1,-1-1 0,-1 1 1,0 0-1,7 18 0,-3-1 21,-1 0-1,-1 0 1,-2 1-1,5 53 1,-5 2 35,-4 1 1,-3-1-1,-3 0 0,-5 0 1,-30 125-1,-89 238 75,123-424-117,4-18-31,1 1 0,0 0 1,0 0-1,0 0 1,1-1-1,-1 9 0,3-28 0,0 0 0,0-1 0,2 1 0,0 1 0,1-1 0,0 1 0,1-1 0,1 2 0,1-1 0,0 1 0,15-21 0,-22 33 7,0 0 0,1 1 0,-1-1-1,0 1 1,0-1 0,1 0 0,-1 1-1,1 0 1,0-1 0,-1 1 0,1 0-1,0 0 1,-1 0 0,1 0 0,0 0-1,0 1 1,3-2 0,-4 2-2,0 0 0,1 0 0,-1 1 0,0-1 0,0 0 0,1 0 0,-1 1 0,0-1 0,0 1 1,1-1-1,-1 1 0,0 0 0,0-1 0,0 1 0,0 0 0,0 0 0,0 0 0,0-1 0,0 1 0,1 2 0,4 6-49,0 0-1,-1 0 1,0 1-1,0 0 1,3 12-1,-2-7 171,1 2-86,68 144 153,-66-144-162,1 0 0,1 0 0,0-2 0,2 1 0,0-2 0,27 25 0,-34-34-20,1-1 0,-1 0 0,1-1 0,0 0 0,1 0 0,-1 0 0,0-1 0,1 0-1,-1 0 1,1-1 0,0 0 0,0 0 0,-1-1 0,1 0 0,0-1 0,0 1 0,-1-1-1,1-1 1,-1 0 0,1 0 0,-1 0 0,1-1 0,-1 0 0,0 0 0,0-1 0,-1 0-1,1 0 1,-1 0 0,8-8 0,-2-1 49,0 0 1,-1-1-1,0 0 0,-1-1 1,-1-1-1,-1 1 0,0-1 1,-1 0-1,0-1 0,-1 0 1,-1 0-1,-1 0 0,-1-1 1,0 1-1,0-34 1,-2 39 32,-1-27 142,0 39-190,0-1-1,0 0 1,0 1-1,0-1 1,0 0-1,0 1 1,0-1-1,0 1 1,0-1-1,0 0 1,0 1-1,0-1 1,0 0-1,-1 1 1,1-1-1,0 1 1,0-1-1,-1 1 1,1-1-1,-1 1 1,1-1-1,0 1 1,-1-1-1,1 1 0,-1-1 1,1 1-1,-1 0 1,1-1-1,-1 1 1,1 0-1,-1-1 1,1 1-1,-1 0 1,0 0-1,1-1 1,-1 1-1,1 0 1,-1 0-1,0 0 1,0 0-7,-1 1 0,1-1 0,0 0 1,0 1-1,0 0 0,1-1 0,-1 1 0,0-1 1,0 1-1,0 0 0,0 0 0,1-1 0,-1 1 1,0 0-1,0 0 0,1 0 0,-1 0 0,1 0 1,-1 1-1,-4 9-14,1 0 1,0 0-1,1 1 1,0-1-1,1 1 0,0 0 1,0 13-1,1-1-87,2 1-1,5 45 0,-4-58-99,1 0 0,0-1 0,1 1 0,1-1 0,-1 1 0,2-1 0,0-1 0,0 1 0,0-1 0,2 0 0,-1 0 0,1-1 0,1 0 0,10 9 0,52 34-3946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49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824 1 72,'0'0'15021,"-54"41"-14945,15-11-67,4-5-1,1 1 0,1 2 0,1 1 0,2 1 0,1 2 0,1 1 0,2 2 0,2 0 0,-30 56 0,-23 73 89,6 4-1,8 2 1,-42 189 0,72-202-28,8 1 1,6 1 0,7 1-1,14 259 1,0-377-52,3 0 1,1 0-1,19 68 1,-15-81-26,1 1 0,1-2 0,2 1 0,1-2 0,26 39 0,-18-35-269,0-1-1,2-2 1,2 0 0,0-1 0,2-2 0,0-1-1,2-1 1,0-2 0,53 27 0,-68-42-202,-6-3-914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51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1476 680,'0'0'8215,"11"-30"-8051,21-53-26,44-80 0,21-34-51,-9-5-1,86-298 0,-159 450 814,-2 0 0,-3-2 1,8-97-1,-16 184-1141,13 68 1,2 13 293,-4 434 516,10 106-83,-23-653-501,2 15-356,0-1 0,2 0 0,5 18 0,-7-63-2950,-2-26 1593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52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4113,'0'0'7810,"100"20"-7290,7-20-272,12 0-248,35 0-264,-30 0-1777,-23 0-4264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54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51 1168,'0'0'14514,"-48"-12"-14270,-9-2-238,-88-10 0,141 24-11,-1-1 1,0 1-1,0 0 1,1 1-1,-1-1 0,0 1 1,1 0-1,-1 0 0,1 1 1,-9 3-1,10-3 0,0 0 0,0 0 0,0 1-1,1-1 1,-1 1 0,1 0 0,-1 0 0,1-1 0,-3 6-1,-11 19 7,1 0-1,1 2 0,2-1 0,0 2 0,2 0 0,2 0 0,-8 43 0,6 1 16,3 1-1,3 75 0,4-128-31,1 1 0,0-1 0,2 1 1,1-1-1,1 1 0,1-2 0,11 29 0,-12-38-59,1 0 0,0-1 0,1 0 0,0 0-1,1-1 1,0 0 0,1 0 0,0-1 0,0 0 0,1 0 0,0-1 0,0-1 0,1 0 0,18 9-1,-13-9-134,2-1 0,-1-1 0,1 0 0,-1-1 0,1-1 1,0-1-1,0 0 0,1-1 0,-1-1 0,0-1 0,0-1 0,23-5 0,-31 5 144,-1-1 0,0-1 0,-1 0 0,1 0 0,-1 0 0,1-1 0,-1 0 0,-1-1 0,1 0 0,-1 0 0,0 0 0,0-1 0,-1 0 0,0-1 0,0 1 0,7-14 0,-6 8 65,-1 0 0,0-1-1,0 1 1,-2-1 0,0 0 0,0-1 0,-2 1-1,1 0 1,-2-1 0,0-15 0,-1 17-36,1 7 144,-1-1 0,0 0-1,-1 1 1,1-1 0,-1 0 0,-2-7-1,2 13-88,0-1 1,1 1-1,-1 0 0,0-1 0,1 1 0,-1 0 0,0 0 1,0 0-1,0 0 0,0 0 0,0 0 0,0 0 0,-1 0 1,1 0-1,0 0 0,0 1 0,-1-1 0,1 0 0,0 1 1,-1-1-1,1 1 0,-1-1 0,1 1 0,0 0 0,-1 0 1,1 0-1,-1 0 0,1 0 0,-1 0 0,1 0 0,-1 0 1,1 0-1,-3 1 0,3 0-34,0-1-1,1 0 1,-1 0 0,0 1 0,0-1-1,1 0 1,-1 1 0,0-1-1,1 0 1,-1 1 0,1-1 0,-1 1-1,0 0 1,1-1 0,-1 1 0,1-1-1,0 1 1,-1 0 0,1-1-1,-1 1 1,1 0 0,0-1 0,-1 1-1,1 0 1,0 1 0,-3 22-229,3-17 153,-1 176-108,1-170 201,0 1 1,1-1-1,0 0 1,6 21 0,-6-29-4,1-1 1,-1 0 0,1 0 0,0 0-1,0 0 1,1 0 0,-1 0 0,1-1-1,0 1 1,0-1 0,0 0 0,0 0-1,0 0 1,1 0 0,0 0 0,-1-1-1,6 3 1,1-1-33,0 0-1,0-1 1,0 0 0,0 0-1,0-2 1,1 1-1,-1-1 1,1-1 0,-1 0-1,1 0 1,-1-1 0,1 0-1,-1-1 1,0 0 0,1-1-1,-1 0 1,0 0-1,-1-1 1,1-1 0,-1 1-1,0-2 1,0 1 0,0-1-1,-1 0 1,11-11 0,-9 7 4,-1-1 0,0-1 0,0 0 0,-1 0 0,0-1 0,-2 0 0,1 0 1,-1 0-1,6-25 0,-6 11-19,-1 1 1,-1-1-1,-1 0 1,-1-35-1,-2 53 61,0 1-1,-1 0 1,0 0 0,0 0-1,-1 0 1,1 0-1,-2 0 1,1 0 0,-1 1-1,-5-10 1,4 11 7,0 1 0,0 0 0,0 0 1,-1 0-1,0 0 0,0 1 0,0-1 0,0 1 1,-1 1-1,0-1 0,1 1 0,-11-5 0,-2 2 63,-1 1-1,1 0 1,-1 1-1,0 1 1,0 1-1,-1 0 1,1 2-1,-25 2 1,36-2-76,-1 1-1,1 0 1,0 1 0,-1 0-1,1 0 1,0 1 0,0 0 0,0 0-1,1 1 1,-1 0 0,1 1-1,0-1 1,0 1 0,0 0-1,1 1 1,0 0 0,0 0-1,0 0 1,1 1 0,0 0 0,0 0-1,1 0 1,-1 1 0,2-1-1,-5 11 1,5-9-2,0 0 1,1 0-1,0 0 0,0 0 1,1 1-1,1-1 0,0 17 1,0-26-12,0 0 0,0 1 1,0-1-1,0 1 0,0-1 1,1 0-1,-1 1 0,0-1 1,0 0-1,1 1 1,-1-1-1,0 0 0,1 1 1,-1-1-1,0 0 0,1 0 1,-1 1-1,0-1 0,1 0 1,-1 0-1,0 0 0,1 0 1,-1 1-1,1-1 0,-1 0 1,0 0-1,1 0 0,-1 0 1,1 0-1,-1 0 0,1 0 1,-1 0-1,0 0 1,1 0-1,-1 0 0,1-1 1,20-2-141,-20 3 130,17-6-20,-1 0 0,0-2 0,0 0 0,-1 0 0,0-2 0,0 0 0,17-15 0,21-12 29,-33 22-56,1 2 0,0 1 0,1 1 0,1 0 0,0 2 0,0 1 0,1 1 0,-1 1 0,2 1 0,-1 1 0,0 2 0,1 0 0,-1 2 0,40 3 0,-53 0 42,1 0 0,0 1 1,-1 0-1,0 1 0,0 0 0,0 1 0,-1 1 0,0-1 1,0 2-1,-1 0 0,1 0 0,-2 0 0,1 2 1,13 17-1,-13-15 23,-1 0-1,0 0 1,-1 1 0,0 1 0,-1-1 0,-1 1 0,0 1 0,-1-1-1,-1 1 1,0 0 0,-1 0 0,2 20 0,-4-27 15,-1 0 1,0 0-1,-1 0 1,1 1-1,-2-1 1,1 0 0,-1 0-1,0 0 1,-5 10-1,4-12 42,-1 0-1,1 0 1,-1-1-1,0 0 1,-1 0 0,1 0-1,-1 0 1,0-1-1,0 1 1,0-1 0,-11 5-1,1 0 198,-1-1 0,0-1 1,-1 0-1,1-1 0,-1-1 0,0-1 0,-23 4 0,-8-3 214,-67-2 0,115-3-496,-1 0 0,0 0 0,1 0 0,-1 0 0,1 0 0,-1 0 0,1-1 0,-1 1 0,0 0-1,1 0 1,-1 0 0,1-1 0,-1 1 0,1 0 0,-1-1 0,1 1 0,-1 0 0,1-1-1,-1 1 1,1 0 0,0-1 0,-1 1 0,1-1 0,0 1 0,-1-1 0,1 1 0,0-1 0,0 1-1,-1-1 1,1 1 0,0-1 0,0 0 0,0 1 0,0-1 0,0 1 0,0-1 0,-1 1 0,2-1-1,-1 0 1,0 1 0,0-1 0,0 1 0,0-1 0,0 1 0,1-2 0,-1 0-196,1-1 1,0 1 0,0 0 0,0-1-1,0 1 1,0 0 0,0 0-1,1 0 1,-1 0 0,1 0 0,2-3-1,33-19-2723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54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29 968,'0'0'3640,"0"0"-3601,0 0 0,0 0-1,0 0 1,0 0 0,-1 0 0,1 0 0,0 0 0,0 0 0,0 1 0,0-1 0,0 0 0,0 0 0,-1 0 0,1 0 0,0 0 0,0 0 0,0 0 0,0 0-1,0 0 1,-1 0 0,1 0 0,0 0 0,0 0 0,0 0 0,0 0 0,0 0 0,-1 0 0,1 0 0,0 0 0,0 0 0,0 0 0,0 0 0,0-1-1,-1 1 1,1 0 0,0 0 0,0 0 0,0 0 0,0 0 0,0 0 0,0 0 0,0 0 0,0-1 0,-1 1 0,1 0 0,0 0 0,0 0 0,0 0 0,0 0-1,0-1 1,0-10-856,0-4-814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56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0 4049,'0'0'4948,"-4"14"-4928,-1 1-17,1-3 13,0 0-1,0 1 0,1-1 1,1 1-1,-2 19 1,-4 88 523,-1 0 37,9 96-323,0-203-249,0 0 1,2 0-1,0 0 1,0 0-1,1 0 1,0 0-1,1 0 1,1-1 0,0 0-1,1 0 1,0 0-1,14 19 1,-15-25-48,0 0 0,0-1 1,0 0-1,1 0 0,0 0 1,0 0-1,0-1 0,0 0 0,1-1 1,-1 1-1,1-1 0,0 0 1,0-1-1,0 0 0,1 0 1,-1 0-1,0-1 0,1 0 1,-1-1-1,1 1 0,-1-1 1,1-1-1,-1 1 0,9-3 1,-10 1 10,0 0 1,-1 0-1,1-1 1,-1 0-1,1 0 0,-1 0 1,0 0-1,0-1 1,0 0-1,-1 0 1,1-1-1,-1 1 1,0-1-1,0 0 1,-1 0-1,0 0 1,1 0-1,-2-1 0,4-7 1,3-7 22,0-1 1,-2-1-1,-1 0 1,4-22-1,-3-5 34,-3 1-1,-2-72 1,-2 86 209,0 27-139,-2-21 563,2 28-625,0-1-1,0 0 0,-1 0 0,1 0 0,0 0 0,-1 1 0,1-1 0,0 0 0,-1 0 0,1 1 0,-1-1 0,1 0 0,-1 1 0,0-1 1,1 1-1,-1-1 0,0 1 0,1-1 0,-1 1 0,0-1 0,0 1 0,1-1 0,-1 1 0,0 0 0,-1-1 0,2 1-34,-1 1-1,1-1 1,-1 0-1,1 0 0,-1 1 1,1-1-1,0 0 1,-1 0-1,1 1 0,-1-1 1,1 1-1,0-1 1,-1 0-1,1 1 1,0-1-1,-1 1 0,1-1 1,0 0-1,0 1 1,0-1-1,-1 1 1,1-1-1,0 1 0,0-1 1,0 1-1,0-1 1,0 1-1,0-1 0,0 1 1,0 0-1,0-1 1,0 1-1,0-1 1,0 1-1,0-1 0,0 1 1,1-1-1,-1 1 1,0 2-18,-1 47-37,-1-17 70,3 36 0,0-60-10,0 0 1,0-1 0,1 1 0,0-1-1,0 1 1,1-1 0,1 0-1,-1 0 1,6 9 0,-4-10 0,0 0 1,0 0 0,1 0-1,0 0 1,0-1-1,1 0 1,-1-1 0,1 0-1,1 0 1,-1 0 0,1-1-1,0 1 1,0-2 0,0 0-1,0 0 1,0 0-1,1-1 1,0 0 0,-1 0-1,1-1 1,0-1 0,17 0-1,-23-1 28,1 1 0,-1-1 0,1 0 0,-1-1 0,0 1-1,1-1 1,-1 0 0,0 1 0,0-1 0,0 0 0,0-1 0,0 1 0,-1-1-1,1 1 1,-1-1 0,1 0 0,-1 0 0,0 0 0,0 0 0,0 0 0,-1 0-1,1-1 1,-1 1 0,2-7 0,2-6 83,0 0 0,-1 0 0,-1-1-1,2-18 1,-3-81 406,-3 73-104,2 34-268,-4-12 273,1 19-361,0-1-1,0 1 1,0-1 0,0 1-1,-1 0 1,1 0 0,0 0 0,-6-3-1,6 4-242,1 7-2466,1-6 2513,0 1 0,1-1 1,-1 1-1,0-1 0,0 1 1,0-1-1,1 1 1,-1-1-1,0 0 0,0 1 1,1-1-1,-1 1 0,1-1 1,15 14-2798,6-8-2125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56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0 4865,'0'0'8199,"-4"35"-8095,-27 407 315,30-40 334,1-373-708,1-1-1,1 1 0,2 0 1,0-1-1,10 30 0,-11-48-44,1-1 0,0 0-1,0 0 1,1 0-1,0 0 1,0-1-1,1 0 1,8 8-1,-10-11-16,2 0 1,-1-1-1,0 1 0,1-1 0,0-1 0,0 1 0,0-1 0,1 0 1,-1 0-1,0-1 0,1 0 0,13 3 0,-11-4-174,1 0 1,-1-1-1,1 0 0,-1 0 1,0-1-1,1 0 0,-1 0 0,0-1 1,0-1-1,0 0 0,0 0 1,0 0-1,13-9 0,38-29-2528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57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0 302 3609,'0'0'5265,"374"-31"-5265,-262 11-2425</inkml:trace>
  <inkml:trace contextRef="#ctx0" brushRef="#br0" timeOffset="1">990 1 2833,'0'0'6769,"-6"254"-5609,6-151-224,0 4-455,0-8-273,0-11-104,0-21-104,0-31-1089,0-20-935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57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5521,'0'0'4209,"296"-31"-7114,-201 11 1065,-18 4-3145</inkml:trace>
  <inkml:trace contextRef="#ctx0" brushRef="#br0" timeOffset="1">581 35 1216,'0'0'6614,"5"35"-5929,21 114-34,-24-140-579,0 0 1,0-1-1,1 0 0,0 0 0,1 0 1,0 0-1,0 0 0,0-1 0,1 1 1,0-1-1,1-1 0,0 1 1,0-1-1,0 0 0,10 8 0,-10-10-17,6 6 13,1-2 0,0 0 0,1 0 0,0-1 0,0-1 0,0 0-1,0-1 1,1-1 0,0 0 0,0-1 0,1 0 0,-1-2 0,0 0 0,1 0 0,-1-1 0,18-3 0,-26 2-52,1 0 1,0-1 0,-1 0 0,1 0-1,-1-1 1,0 0 0,0 0-1,0-1 1,0 0 0,0 0 0,-1 0-1,0-1 1,0 0 0,0 0-1,0-1 1,-1 1 0,0-1-1,0 0 1,-1-1 0,0 1 0,0-1-1,0 0 1,4-10 0,-1-3 60,0-1-1,-1 1 1,-1-1 0,-1 0 0,-1 0 0,0 0 0,-2-29 0,0 46-33,-1 0 0,-1 0 0,1 0 0,-1 0 0,1 0 0,-1 1 0,0-1 0,0 0 0,-1 1 0,1-1 0,-1 0 0,0 1 0,0 0 0,0-1 0,0 1 0,0 0 0,-1 0 0,-3-3 0,1 2 9,-1 0 1,1 1-1,-1-1 0,0 1 1,0 1-1,0-1 0,0 1 1,-1 0-1,1 1 1,-9-2-1,-5-1-11,0 1 0,0 2 0,0 0 0,0 0 0,0 2 0,1 1 0,-32 6 0,37-4-72,0 0 1,0 1-1,1 0 1,0 1 0,-1 1-1,2 0 1,-1 1-1,1 1 1,1-1-1,-21 21 1,24-21-248,0 0-1,0 0 1,1 1-1,1 0 1,-1 1 0,1-1-1,1 1 1,0 0-1,0 1 1,1-1 0,0 1-1,1 0 1,0 0-1,1 0 1,0 0 0,1 0-1,0 16 1,1-4-3352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57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0 3329,'0'0'4505,"-77"215"-3025,53-73-240,7 17-184,5 16-319,6-1 55,-6-3-144,12-8-224,-6-16-272,0-12-96,6-28-56,0-20-328,0-31-1152,0-44-865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58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0 3409,'0'0'10285,"-15"22"-10117,-8 9-138,2 1 0,2 1 1,0 0-1,-21 59 1,7 12 110,4 2-1,-25 189 1,39-156-35,6 258 0,10-356-120,10 71 0,-7-94-27,0 0 0,1 0 0,1 0 1,1-1-1,0 0 0,16 27 0,1-10-567,1-1 0,1-1 1,2-1-1,1-1 0,36 28 1,24 7-4216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0:59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0 4793,'0'0'6449,"113"354"-6113,-36-120 81,-18 55 223,-23 13-48,-36-16-64,-12-36-200,-53-72-152,6-39-72,5-39-104,7-33-88,-1-3-368,-11-21-904,6-11-1545,11-32-5433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0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29 3793,'0'0'6314,"-1"-7"-6217,-3-13-19,3 19-10,1 4 13,0 37 322,0-10-161,0 30 112,-1 36-181,13 99 0,-7-142-745,-3 59 1,-2-85-244,0 12-1881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0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5209,'0'0'2777,"320"-71"-3497,-237 51-1569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1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259 870 3537,'0'0'1064,"5"39"-150,-4-27-843,51 278 1128,-36-218-700,-3 1 1,-3 0-1,-4 0 0,-3 113 0,-4-180-460,1 0 0,-1 1 0,0-1 0,0 0 0,-1 0 0,1 0 0,-1-1 0,-1 1 0,1 0 0,-1-1 0,0 1 0,0-1 0,-1 0 0,1 0 0,-1 0 0,0-1 0,-1 1 0,1-1 0,-1 0 0,0 0 0,0-1 0,0 1 0,0-1 0,0 0 0,-1 0 0,0-1 0,1 0 0,-1 0 0,0 0 0,0-1 0,0 0 0,-12 1 0,-5 1 184,-1-1 0,-36-3 0,51 1-131,1-1 0,-1-1 0,0 1-1,0-1 1,1-1 0,-1 0-1,1 0 1,0 0 0,-12-8 0,18 10-79,0-1 1,0 1 0,0-1 0,1 0-1,-1 0 1,0 0 0,1 1 0,0-1 0,-1-1-1,1 1 1,0 0 0,0 0 0,0 0-1,0-1 1,1 1 0,-1 0 0,1-1 0,-1 1-1,1-1 1,0 1 0,0-1 0,0 1-1,0 0 1,0-1 0,1-3 0,0 1-237,0-1 0,1 1 0,0 0 0,0 0-1,0 0 1,1 0 0,-1 0 0,1 0 0,6-7 0,19-22-2353</inkml:trace>
  <inkml:trace contextRef="#ctx0" brushRef="#br0" timeOffset="1">330 1 7138,'0'0'7857,"-42"206"-17163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1445 3385,'0'0'5272,"23"-49"-5115,81-168-97,-46 99-165,75-218 1,-122 298 230,-2 0 0,8-73 1,-11-18 3112,-5 121-3265,0-1 1,1 1-1,0 0 1,0-1 0,1 1-1,0 0 1,0 0 0,1 1-1,0-1 1,5-7-1,15-32-106,-16 26 130,-2 1 1,0-1-1,-1 0 1,1-24-1,0-92 83,-6 136-212,0 4-512,0-1 627,-1 54 4,3 0 0,16 97 0,93 627 2921,-95-654-2933,32 128 0,-45-240-2088,-7-32-553,-11-18-1728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3913,'0'0'4073,"391"-28"-4073,-290 20-1313,-24 8-1207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2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 5009,'0'0'11094,"-23"1"-10930,3-1-233,-1 1 0,-29 6-1,49-6 64,0-1-1,-1 1 0,1-1 0,0 1 0,-1 0 0,1-1 0,0 1 0,0 0 0,0 0 0,-1 0 0,1 0 0,0 0 0,0 0 1,1 0-1,-1 1 0,0-1 0,0 0 0,0 0 0,1 1 0,-1-1 0,1 1 0,-1-1 0,1 0 0,0 1 0,-1 1 0,2 37-85,0-27 66,1 15 19,1 0 0,1-1 1,2 1-1,1-1 0,12 33 0,-9-34 14,-2 1-1,-1 0 0,-1 1 0,-2-1 1,3 36-1,-7 23-158,-1-83 138,1-1 1,0 0-1,0 1 1,-1-1-1,0 0 1,1 0-1,-1 0 1,0 1-1,0-1 1,0 0-1,0 0 1,-1 0-1,1-1 1,0 1-1,-1 0 1,1 0-1,-1-1 1,0 1-1,0-1 1,1 1-1,-1-1 0,0 0 1,0 0-1,0 0 1,-1 0-1,1 0 1,0 0-1,0 0 1,0-1-1,-1 1 1,-2-1-1,-4 2-22,0-1 0,0 0-1,0 0 1,0-1 0,-1-1-1,-16-2 1,24 2 19,-1 1-1,1-1 1,-1 0 0,1 0-1,-1 0 1,1 0 0,0 0-1,-1-1 1,1 1-1,0-1 1,0 1 0,0-1-1,0 0 1,1 0-1,-1 0 1,0 0 0,1 0-1,-1 0 1,1-1 0,0 1-1,0 0 1,0-1-1,0 1 1,0-1 0,-1-3-1,0-6-127,0 0 0,1 0 0,0 0-1,1-15 1,0 17 59,0 1-14,0 0 1,1-1-1,0 1 0,1 0 0,0 0 1,0 0-1,1 0 0,0 1 1,0-1-1,9-13 0,-4 10-92,1 0 0,0 0 0,1 1-1,1 0 1,20-16 0,-18 16 87,1 0 0,1 1 0,0 0 0,28-12-1,-36 19 26,0 0-1,0 1 0,0 0 0,0 0 0,0 1 0,0-1 0,0 2 0,1-1 0,-1 1 1,0 0-1,1 0 0,-1 1 0,0 0 0,12 3 0,-15-2 30,0 0 0,1 1 0,-1-1 0,0 1 0,0-1 0,-1 1 0,1 1 0,-1-1 0,1 0 0,-1 1 0,4 6 1,28 47-72,-31-50 106,6 16 41,-1 1 0,-1-1 1,-1 2-1,-1-1 1,5 44-1,-2-12 68,-2-32-336,4-14-1010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3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4017,'0'0'3689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3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2481,'89'59'1928,"-87"-59"-1865,-1 1-1,1 0 1,-1 0 0,1 1-1,-1-1 1,0 0 0,0 0-1,1 1 1,-1-1-1,0 0 1,0 1 0,0-1-1,-1 1 1,1 0 0,0-1-1,-1 1 1,1 0 0,0-1-1,-1 1 1,0 0 0,1-1-1,-1 1 1,0 0 0,0 0-1,0 0 1,0-1 0,-1 3-1,1 10 491,14 32 1174,38 82 0,-20-54-932,-28-65-754,0 0 0,1 0 1,0 0-1,0-1 0,1 0 0,0 0 0,8 9 1,-12-16-58,-1 1 1,1 0 0,0-1 0,-1 1-1,1-1 1,0 0 0,0 1 0,0-1-1,0 0 1,0 0 0,0-1 0,0 1 0,1 0-1,-1-1 1,0 1 0,0-1 0,1 0-1,-1 1 1,0-1 0,1 0 0,-1 0-1,0-1 1,0 1 0,1 0 0,-1-1-1,0 0 1,0 1 0,0-1 0,0 0 0,0 0-1,0 0 1,0 0 0,0-1 0,0 1-1,0 0 1,0-1 0,2-2 0,13-18 108,-14 16-44,1 1-1,0 0 0,0 0 1,0 0-1,7-5 1,-9 9-53,-1 0-1,0 0 1,1 0 0,-1 0 0,1 1 0,0-1-1,-1 0 1,1 1 0,-1-1 0,1 1 0,0 0-1,0-1 1,-1 1 0,1 0 0,0 0-1,-1 0 1,1 0 0,0 1 0,0-1 0,-1 0-1,1 1 1,0-1 0,-1 1 0,1-1 0,1 2-1,6 4 22,0 0 0,0 0 0,0 1 0,12 12 0,10 9 77,-16-15-333,0-1 0,1 0 0,1-1 0,0-1 0,0-1 0,1 0 0,0-1 0,38 10 0,-20-13-3466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3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1 368,'0'0'10842,"-22"45"-10683,-73 152 213,83-169-191,1 1-1,1 0 1,2 0-1,1 1 1,-4 32-1,5-19 49,-13 106 248,1 282-1,17-416-542,2 0 0,-1 0 0,2 0 0,0-1 1,0 1-1,2-1 0,0 0 0,6 15 1,-9-26-41,0 0 0,1 1 0,-1-1 0,1 0 1,0-1-1,0 1 0,0 0 0,0 0 0,1-1 1,-1 1-1,1-1 0,-1 0 0,1 0 0,0 0 1,0 0-1,0 0 0,4 1 0,-3-2-441,1 0-1,-1 0 0,1 0 1,-1-1-1,1 1 0,0-1 1,7-1-1,12-2-5540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4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67 3569,'0'0'6017,"-7"40"-5018,-21 126-392,25-147-532,1 0 1,0 0-1,2 19 1,0-19-52,0-18-25,0 0-1,0 0 0,-1 0 0,1 1 1,0-1-1,1 0 0,-1 0 0,0 1 1,0-1-1,0 0 0,1 0 0,-1 0 1,0 1-1,1-1 0,-1 0 0,1 0 1,0 0-1,-1 0 0,1 0 0,0 0 1,0 0-1,-1 0 0,1 0 0,0-1 0,0 1 1,0 0-1,0 0 0,0-1 0,0 1 1,0-1-1,1 1 0,-1-1 0,0 1 1,0-1-1,0 0 0,0 1 0,1-1 1,-1 0-1,0 0 0,0 0 0,1 0 1,-1 0-1,0 0 0,3-1 0,-1 1-12,0-1 0,0 0 0,0 0 0,0-1 0,-1 1 0,1 0 0,0-1 0,0 0 1,-1 0-1,1 0 0,-1 0 0,0 0 0,0 0 0,1 0 0,-1-1 0,-1 1 0,3-4 0,5-11-15,-1 0-1,0 0 1,-1-1 0,-1 0 0,-1 0 0,-1 0 0,3-29-1,-7 45-143,12 24-176,-7-11 313,0 2 32,0-1 0,1 0-1,0 0 1,1 0-1,11 13 1,-15-22-7,0 1-1,0-1 1,1 0-1,-1-1 1,1 1 0,0-1-1,0 1 1,0-1-1,0 0 1,0 0-1,0-1 1,1 0 0,-1 1-1,0-1 1,1-1-1,-1 1 1,1 0-1,-1-1 1,1 0 0,6-1-1,-8 0-17,1 0-1,-1 0 1,1 0-1,-1 0 1,1-1-1,-1 0 1,0 1-1,0-1 0,1-1 1,-1 1-1,-1 0 1,1-1-1,0 1 1,-1-1-1,1 0 1,-1 0-1,0 0 1,0 0-1,0 0 1,0 0-1,0-1 1,-1 1-1,2-6 1,4-10 40,-1-1-1,7-37 1,-13 57-11,5-33 60,-2 1 0,-2-64 0,-2 47 300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4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0 5961,'0'0'6082,"-24"266"-5626,24-163-184,0-3-8,0-1 120,0-16-136,0-7-136,0-25-112,0-19-488,6-32-1169,12-20-2423,-6-32 63</inkml:trace>
  <inkml:trace contextRef="#ctx0" brushRef="#br0" timeOffset="1">0 322 696,'0'0'7994,"243"0"-11723</inkml:trace>
  <inkml:trace contextRef="#ctx0" brushRef="#br0" timeOffset="2">486 226 4369,'0'0'6689,"30"270"-6409,-25-186 0,-5-9-143,0-11-57,0-17-80,0-19-425,6-28-1199,-6-8-1072,0-28-57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4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2969,'0'0'5921,"107"36"-6089,-36-36-512,-18 0-937,0-16-551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5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1 715 3145,'320'-84'1668,"-314"82"-1597,0 0 0,0 1-1,1 0 1,-1 1 0,0 0 0,11 0 0,-17 0-62,0 0 0,1 0 0,-1 1 0,1-1 1,-1 0-1,0 0 0,1 0 0,-1 1 0,0-1 1,1 0-1,-1 0 0,0 1 0,0-1 0,1 0 1,-1 1-1,0-1 0,0 0 0,1 1 0,-1-1 1,0 0-1,0 1 0,0-1 0,0 1 0,1-1 1,-1 0-1,0 1 0,0-1 0,0 1 0,0-1 1,0 0-1,0 1 0,0-1 0,0 1 0,0-1 0,0 0 1,-1 1-1,1 0 0,0-1 4,-2 22 376,1-1 1,0 1 0,2 0 0,6 39-1,-6-55-358,1 0 0,-1 0 0,1 0 0,1 0 0,-1-1 0,1 1 0,-1-1 0,2 1 0,-1-1 0,0 0 0,1-1 0,0 1 0,0-1 0,1 1 0,-1-1 0,1 0-1,0-1 1,0 1 0,0-1 0,0 0 0,1 0 0,7 2 0,-3-2-20,1 0-1,-1-1 1,1 0-1,17 1 1,-22-3-19,-1 0-1,1 0 1,-1 0 0,1-1 0,-1 0 0,1 0-1,-1 0 1,1-1 0,-1 1 0,9-6 0,-7 2-6,-1 0 1,0 0 0,0-1 0,-1 0-1,1-1 1,-1 1 0,0-1 0,-1 0-1,6-11 1,-2 1 25,0-1 0,-1 0 0,5-20-1,-6 9 49,0 0-1,-2 0 0,0-55 1,-4 82-20,0 1 0,0-1-1,0 1 1,0-1 0,0 1 0,0-1 0,0 1 0,0-1 0,0 1 0,-1 0 0,1-1 0,-1 1-1,1-1 1,-1 1 0,1 0 0,-1-1 0,0 1 0,0 0 0,0 0 0,0-1 0,0 1-1,0 0 1,0 0 0,0 0 0,0 0 0,0 0 0,0 1 0,-1-1 0,1 0 0,0 1-1,-1-1 1,1 0 0,-1 1 0,1-1 0,0 1 0,-1 0 0,1 0 0,-1-1 0,1 1-1,-1 0 1,1 0 0,-1 1 0,1-1 0,-1 0 0,1 0 0,-1 1 0,1-1 0,-2 1 0,-6 2-10,1 0 1,-1 0 0,1 1 0,0 0 0,0 0 0,-15 12 0,2 1-183,1 1-1,1 1 1,1 0-1,0 2 1,-26 40-1,32-43-416,2 0 0,0 1 0,1 1 0,1-1 0,0 2 0,2-1 0,-7 38 0,11-23-4349</inkml:trace>
  <inkml:trace contextRef="#ctx0" brushRef="#br0" timeOffset="1">605 1 4121,'0'0'5929,"-100"222"-5633,82-91 80,6 20 32,-6 8 128,6-5-23,0-11-185,1-20-192,5-27-128,6-29-8,0-35-384,0-40-1089,6-44-2520,17-19 1001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5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 6889,'0'0'2289,"60"202"-345,-37-19-359,-11 67-417,-12 51-624,-23 13-344,-49-60-16,7-68-184,-24-31 0,18-52-872,0-27-3113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5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711 32 4281,'0'0'10878,"-17"-8"-10395,5 1-493,8 5-10,1-1 0,-1 1 0,0 1-1,1-1 1,-1 0 0,0 1 0,0 0-1,0 0 1,-5-1 0,8 2 17,1 1 0,0-1 0,-1 0 0,1 0 0,0 1 0,-1-1 0,1 0 0,0 1 0,0-1 0,-1 0 0,1 0 0,0 1 0,0-1 0,0 1 0,-1-1 0,1 0 0,0 1 0,0-1 0,0 0 1,0 1-1,0-1 0,0 1 0,0-1 0,0 0 0,0 1 0,0-1 0,0 1 0,0-1 0,0 0 0,0 1 0,0-1 0,0 1 0,0-1 0,1 0 0,-1 1 0,0-1 0,0 1 0,20 39-52,28 44 42,64 157 0,-89-179 25,-3 0 0,-3 1 1,17 116-1,-19 155 49,-15-208 40,-15 125-1,-2-145-35,-5-1-1,-4-1 1,-43 110-1,-142 292 74,4-81-222,158-340-799,-3-2 0,-108 132-1,64-116-3051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7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8754,'0'0'6321,"344"68"-6393,-196-48 72,59-8-64,-35-4-1920,-30-8-3513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08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1 128 4761,'0'0'6978,"509"-72"-7155,-272 40-175,-29 9-2000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10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1036 4689,'0'0'11161,"-18"-14"-10678,1 2-603,1 0 1,-25-12-1,40 24 113,1 0 0,0-1 0,-1 1 0,1 0 0,0 0 0,0 0 0,-1-1 0,1 1 1,0 0-1,-1 0 0,1 0 0,0 0 0,-1 0 0,1 0 0,0 0 0,-1 0 0,1 0 0,-1 0 0,1 0 0,0 0 0,-1 0 0,1 0 0,0 0 0,-1 0 0,1 0 0,0 0 0,-1 0 1,1 0-1,0 1 0,-1-1 0,1 0 0,0 0 0,0 0 0,-1 1 0,1-1 0,0 0 0,0 0 0,-1 1 0,1-1 0,0 0 0,0 1 0,0-1 0,-1 0 0,1 1 0,0-1 0,0 1 1,6 21-272,5 0 210,2-1 1,28 36-1,-12-16 66,58 88 68,39 57 62,-90-139-71,70 74 0,-99-115-77,0 1 0,0-1 0,0-1-1,1 1 1,0-1 0,10 5 0,-16-9-3,0 0-1,-1-1 0,1 1 0,0 0 1,0-1-1,0 1 0,0-1 0,0 0 1,0 0-1,0 1 0,-1-1 0,1 0 1,0-1-1,0 1 0,0 0 0,0-1 1,0 1-1,0-1 0,0 1 0,0-1 1,-1 0-1,1 0 0,0 0 0,-1 0 1,1 0-1,0 0 0,-1 0 0,1 0 1,-1-1-1,0 1 0,1-1 0,-1 1 1,0-1-1,0 1 0,0-1 0,1-3 1,7-14-11,-1 0 0,-1-1 0,-1 0 0,-1 0 0,5-29 0,3-114 19,-13 149 8,5-230-264,-7 194 170,-2 0 0,-19-93 0,3 79 33,-3 0 1,-2 2 0,-35-60-1,28 60 232,-2 2 0,-2 2 0,-3 1 0,-78-86 0,114 140-123,-41-37 630,41 38-628,0 0 0,0 0 0,0 0 1,-1 0-1,1 1 0,-1 0 0,1-1 0,-1 1 0,1 1 0,-1-1 0,0 0 1,-5 1-1,8 0-237,2 1 123,0 0 0,0 0 0,0 0 0,0 0 0,0 0 0,0 0 0,0 0 0,1 0 0,-1 0 0,0-1 0,0 1 0,3 0-1,-2 1 1,15 6-8,0-1 0,1-1 0,0 0 0,1-1 0,-1-1 0,36 3-1,124-1-180,-177-6 260,39 0-76,42 1-105,0-3-1,141-23 0,88-59-670,-221 57 582,-82 25 232,-1 0 1,1 0 0,0 1 0,-1 0 0,12-1 0,-18 2-14,-1 99 52,-6 197-3471,0-234-629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10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6913,'0'0'7442,"17"-22"-7707,-3 3 108,1 1 1,0 0 0,20-17-1,-31 32 118,-1 1-1,1-1 1,0 1-1,0 0 1,0 0-1,0 1 1,0-1-1,0 1 1,1 0-1,-1 0 1,0 0-1,1 0 1,-1 1-1,0 0 1,1 0-1,6 1 1,-2 0-45,0 1 1,-1 0 0,1 1 0,-1 0 0,0 1 0,9 4 0,-8-3 38,0 0 1,0 1 0,-1 1-1,0-1 1,-1 1 0,1 0-1,-1 1 1,0 0 0,-1 0-1,0 1 1,0-1 0,-1 1-1,0 0 1,-1 1 0,0-1 0,0 1-1,3 17 1,0 8 68,-1-1 0,-2 1 0,-1 67 0,-3-75 97,-1 0 0,-1-1 0,-1 1 0,-2-1 0,0 0 0,-2 0 0,-16 41 0,9-36 55,7-16 8,0 1 0,1 0-1,-8 33 1,14-48-179,-1-1-1,1 0 1,0 1-1,0-1 1,0 0-1,0 1 1,0-1-1,0 1 1,0-1-1,0 0 1,0 1-1,0-1 1,0 1-1,0-1 1,0 0-1,0 1 1,0-1-1,0 0 1,0 1-1,1-1 1,-1 0-1,0 1 1,0-1-1,0 0 1,1 1-1,-1-1 1,0 0-1,0 1 1,1-1-1,-1 0 1,0 0-1,1 1 1,-1-1-1,1 0 1,6 2 15,0-1 1,0 0 0,0 0-1,0 0 1,0-1 0,1 0 0,-1-1-1,8-1 1,11 0 73,20-3 48,-2-1 1,54-16-1,15-2-315,95-3-4373,-133 25-1899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11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1635 4417,'0'0'8166,"-1"-49"-7988,1 20-157,-2-19-1,2 0-1,2 0 0,2 0 1,3 0-1,21-81 1,58-147 52,114-428 120,-191 666 358,-3 0-1,0 0 1,-1-56 0,-5 102-789,1-1 0,0 0 0,0 0 0,1 0 0,3 10 0,4 14-21,88 616 262,-5-18-40,-78-569-1723,29 81 0,-24-90-2684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11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6465,'0'0'4233,"438"-8"-4601,-278-16-1072,-29 4-1609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12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0 808,'0'0'12412,"-51"17"-12186,-10 2-164,-91 43 0,146-59-58,0 1 1,0-1-1,0 1 1,1 0 0,-1 0-1,1 1 1,0-1-1,0 1 1,1 0 0,-1 1-1,1-1 1,0 1-1,1 0 1,-1 0-1,1 0 1,1 0 0,-4 8-1,-7 27 21,2 0 1,1 1-1,2 0 0,2 1 0,2 0 0,2 58 0,2-83-14,0 0 1,2 1-1,0-1 0,1 0 0,1 0 0,11 33 0,-10-41-14,0 1 0,1 0 1,0-1-1,0 0 0,1-1 0,1 0 0,0 0 1,0 0-1,0-1 0,1 0 0,16 11 0,-10-10-123,0 0 0,1-1 0,0 0 0,0-2 0,0 0 0,1 0 0,0-2 0,0 0 0,0-1 0,0 0 0,1-2 0,-1 0 0,1-1 0,-1-1 0,1 0 0,-1-1 0,21-6 0,-24 5 36,-1-1 0,0-1 0,0 0 0,0 0 0,0-1 0,-1-1 0,0 0 0,0-1 0,-1 0 0,0-1 0,-1 0 0,0-1 0,0 0 0,-1 0 0,0-1 0,-1-1 0,0 1 0,-1-1-1,0 0 1,-1-1 0,8-23 0,-9 19 133,-1 0 0,-2 0-1,1 0 1,-2 0-1,-1-28 1,0 37 36,0 7-61,0 0 0,0 0 0,0 1 0,0-1 0,0 0 0,0 0 0,0 0 0,-1 0 0,1 1 1,0-1-1,0 0 0,-1 0 0,1 1 0,-1-1 0,1 0 0,-1 1 0,1-1 0,-1 0 0,1 1 0,-1-1 0,1 1 0,-1-1 0,0 1 0,1-1 0,-1 1 0,0-1 0,0 1 0,1 0 0,-1-1 0,0 1 0,0 0 0,1 0 0,-1-1 0,0 1 0,0 0 1,0 0-1,0 0 0,1 0 0,-1 0 0,0 0 0,0 0 0,0 1 0,0-1 0,1 0 0,-1 0 0,0 1 0,0-1 0,1 0 0,-1 1 0,0-1 0,0 0 0,1 1 0,-1-1 0,1 1 0,-1 0 0,0 0 0,-1 3-36,0 0 0,1 1 0,-1-1 0,1 1 0,0-1-1,1 1 1,-1-1 0,1 1 0,0-1 0,0 1 0,0-1 0,1 6-1,0 8-75,-1 5 19,-1 8 10,6 42-1,-3-62 62,0 0 0,0-1 0,1 0 0,1 1-1,0-1 1,0 0 0,10 17 0,-4-14-4,0 0 1,1 0-1,1-1 1,0 0-1,0-1 1,1-1-1,0 0 0,1 0 1,0-1-1,1-1 1,0-1-1,0 0 1,0-1-1,24 7 1,-27-10-29,0 0 0,1 0 0,-1-1 0,0 0 1,1-2-1,-1 1 0,1-1 0,-1-1 0,0 0 0,1-1 1,-1 0-1,0-1 0,0-1 0,0 1 0,0-2 1,-1 0-1,0 0 0,0-1 0,20-14 0,-19 10 25,-1-1-1,0 0 1,-1 0-1,-1-1 1,0-1-1,0 1 1,-1-1-1,-1-1 1,0 1-1,-1-1 1,6-20-1,-4 7 26,-2-2 0,0 1-1,-3 0 1,0-1 0,-1-32-1,-2 51 39,0 1 0,0-1 0,0 1 0,-1-1 0,-1 1 0,0 0 0,0-1 0,-1 1 0,0 0 0,0 0 0,-1 1 0,0-1 0,-1 1-1,1 0 1,-2 0 0,1 0 0,-8-7 0,-4-3 173,-2 1 0,0 1 1,0 0-1,-2 2 0,0 0 0,0 1 0,-1 1 0,-1 1 0,-34-11 0,28 13-111,0 0 0,-1 2 0,0 2 0,-1 0 0,1 2 0,-1 2 1,-41 2-1,68-1-119,-1 1 0,1-1 1,0 1-1,0 0 1,0 0-1,0 1 1,0-1-1,0 1 1,0 0-1,1 0 0,-1 0 1,1 0-1,-1 1 1,1-1-1,0 1 1,0 0-1,0 0 1,0 0-1,0 0 0,1 1 1,-1-1-1,1 1 1,0 0-1,-3 6 1,1 2-23,1 0 0,0 0 0,0 0 0,1 0 0,1 1 0,0 23 0,1-34 9,0 0 1,0 0-1,0 1 0,1-1 1,-1 0-1,1 0 0,-1-1 1,1 1-1,-1 0 0,1 0 1,0 0-1,0 0 0,0 0 1,0-1-1,1 1 0,-1 0 1,0-1-1,1 1 0,-1-1 1,1 0-1,-1 1 0,1-1 1,-1 0-1,1 0 0,0 0 1,0 0-1,0 0 0,0 0 1,0-1-1,3 2 0,6 0-92,0 0-1,0-1 0,0 0 0,18-2 1,-13 1-29,37-2-253,-1-2 1,-1-2-1,1-2 1,-1-3-1,51-18 1,-23 6-183,1 3-1,1 3 1,1 4-1,158-4 0,-224 17 492,0 1 0,0 1 0,0 0-1,-1 2 1,1-1 0,-1 2-1,25 10 1,-33-12 111,-1 0 1,0 1-1,0 0 1,0 0-1,0 0 0,-1 0 1,0 1-1,1 0 1,-2 0-1,1 1 0,-1-1 1,0 1-1,0 0 0,0 0 1,-1 0-1,0 1 1,0-1-1,0 1 0,1 7 1,-2-6 132,0 0 0,-1 0-1,0 0 1,-1 0 0,1 0 0,-2 0 0,1 0 0,-1 1 0,0-1 0,-1 0 0,0-1 0,0 1 0,-5 12-1,2-11-18,0 0-1,-1-1 0,1 0 0,-2 0 1,1-1-1,-1 0 0,0 0 0,-1 0 0,1-1 1,-14 8-1,-14 9 297,-2-3 1,0-1 0,-1-1-1,-63 19 1,28-17-243,-121 18-1,180-35-1197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13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4993,'0'0'7423,"-6"39"-7206,-21 139-118,25-160-96,1 0 0,1 0 1,0 0-1,1 0 0,2 1 0,-1-1 0,2-1 0,0 1 1,10 22-1,-2-13-3,1-1-1,2-1 1,1 0 0,20 26 0,-19-30-8,0 0 0,1 0 0,1-2 0,1 0 0,27 19 0,-35-30-93,1 0 0,0 0-1,0-1 1,0-1 0,1-1 0,0 0-1,0 0 1,1-1 0,-1-1-1,29 2 1,-37-4 34,0-1 0,0 0 0,-1 0-1,1-1 1,0 1 0,-1-1 0,1-1-1,0 1 1,-1-1 0,1 0 0,-1 0 0,0 0-1,0-1 1,10-6 0,-10 4 59,0 0 1,0 0-1,0 0 0,-1-1 1,0 0-1,0 0 0,0 0 1,-1 0-1,0-1 0,0 1 1,3-11-1,2-19 326,-1-1 0,-2 0 0,0-75 0,-5 122-370,-1 2 33,1-1 0,0 1 0,1 0-1,0-1 1,1 1 0,0-1 0,1 1-1,0-1 1,1 0 0,0 0 0,9 17-1,-7-19 13,0 0-1,0 0 0,1-1 1,1 0-1,-1 0 0,1-1 0,0 0 1,1 0-1,0-1 0,0 0 0,0 0 1,1-1-1,0-1 0,0 0 0,0 0 1,0-1-1,1 0 0,-1 0 0,1-1 1,0-1-1,-1 0 0,1 0 1,0-1-1,17-2 0,-24 1 22,1 1 1,-1-1-1,1 0 0,-1 0 0,0-1 0,0 1 1,0-1-1,0 0 0,0 0 0,0 0 0,0-1 1,0 1-1,-1-1 0,7-6 0,-5 3 39,0 0 0,-1 0-1,1 0 1,-2-1 0,1 0-1,0 0 1,-1 0 0,2-8-1,1-6 59,-1 0-1,-1 0 1,-1-1-1,-1 0 0,-1-24 1,0 13-87,0 13 115,0-1 0,-2 0 0,-3-24 0,3 41-98,1 1-1,-1-1 0,1 1 1,-1 0-1,0 0 0,0 0 0,0-1 1,-1 1-1,1 0 0,-1 0 1,0 1-1,0-1 0,0 0 0,0 0 1,0 1-1,-1 0 0,1-1 1,-1 1-1,1 0 0,-1 0 1,0 0-1,0 0 0,0 1 0,0-1 1,-6-1-1,8 3-89,1 0 0,-1 0 0,1 0 0,-1 0 0,0 0 0,1 0 0,-1 0 0,0 0 0,1 0 0,-1 0 0,1 1 0,-1-1 0,1 0-1,-1 0 1,1 1 0,-1-1 0,1 0 0,-1 1 0,1-1 0,-1 1 0,1-1 0,-1 0 0,1 1 0,-1-1 0,1 1 0,0-1 0,-1 1 0,1 0 0,0-1 0,0 1 0,-1-1 0,1 1 0,0-1 0,0 1 0,0 0 0,0-1 0,0 1-1,0-1 1,0 1 0,0 0 0,0-1 0,0 1 0,0 0 0,0-1 0,1 2 0,5 28-3587,-4-27 2738,1 0 0,-1 1 1,1-1-1,0-1 0,0 1 0,6 4 0,-9-7 872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14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1296,'0'0'10891,"30"321"-10651,5-170 184,-5 16 32,-1 0-144,-11-5-88,6-15-216,12-28-8,-1-43-1048,1-45-3345</inkml:trace>
  <inkml:trace contextRef="#ctx0" brushRef="#br0" timeOffset="1">0 648 4113,'0'0'2112,"356"4"-2168,-226-16-1832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14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2881,'0'0'5217,"0"278"-3545,6-120-216,6 21-335,-6 4-561,5-13-168,1-15-160,12-32-232,6-52-896,-1-31-1833,1-40-4568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14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1 251 1800,'0'0'9885,"32"-1"-10044,-25 1 151,65-2-312,139-21 0,-122 4-715,0-5-1,-1-3 0,-1-5 1,103-52-1,-144 58 1186,-27 14 5121,-19 18-3797,-3 126-507,2 94-646,2-217-308,0 1-1,0 0 1,1-1-1,0 1 1,1-1-1,0 0 1,1 0 0,0 0-1,0 0 1,1-1-1,0 1 1,0-1-1,1-1 1,0 1-1,1-1 1,-1 0 0,1 0-1,1-1 1,-1 0-1,1 0 1,0 0-1,0-1 1,1-1 0,0 1-1,10 2 1,-4-1-24,0 0-1,0-2 1,0 0 0,1-1 0,0 0 0,-1-1 0,1-1 0,0 0-1,20-3 1,-27 2 2,0-1 0,0-1 0,0 0-1,1 0 1,-2-1 0,1 0 0,0-1 0,-1 1-1,1-2 1,-1 1 0,0-1 0,-1 0 0,1-1-1,-1 0 1,0 0 0,10-12 0,-8 5 18,0 0 1,-1 0 0,0-1 0,-1 0 0,-1 0 0,0 0-1,6-26 1,-7 14 25,0-1 0,-2 1-1,0-45 1,-3 59 39,0-1-1,0 1 1,-2-1-1,0 1 1,0 0-1,-1-1 1,0 1-1,-6-13 1,6 19 4,-1 0-1,1 1 1,-1-1 0,0 1 0,-1 0 0,1 0-1,-1 0 1,0 1 0,0 0 0,0 0-1,0 0 1,-1 0 0,0 1 0,0 0-1,0 0 1,0 1 0,-7-3 0,-8 0-26,1 0 1,-1 1-1,1 1 1,-1 1 0,0 1-1,0 1 1,0 0-1,0 2 1,0 0-1,1 2 1,-1 0-1,1 1 1,0 1-1,0 1 1,1 1 0,0 1-1,0 0 1,1 2-1,-25 17 1,15-7-159,2 1 1,1 1 0,0 2 0,-27 35 0,44-51-82,1 1 1,0 0 0,0 1-1,1 0 1,0 0 0,1 1-1,0-1 1,1 1 0,0 0 0,1 0-1,1 0 1,0 1 0,0-1-1,1 24 1,1-33-10,0 0 0,0 0 0,0 0 0,1 0 0,0-1 0,-1 1 0,1 0 0,0 0 0,0-1 0,1 1 0,-1-1 0,0 1 1,1-1-1,-1 0 0,3 3 0,0-2-351,0-2 1,-1 1 0,1 0 0,0-1-1,0 1 1,0-1 0,0 0 0,0 0-1,8 0 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15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0 5401,'0'0'11043,"-53"235"-11027,59 50-16,12 65 224,-6 27-120,-12-20 48,0-48-56,0-67-96,0-59-56,-6-64-617,6-16-615,-6-23-1640,-6-29-4754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15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1 4177,'0'0'4713,"-260"305"-3401,165-55-560,59 76-208,36 39-31,65-16 47,89-47-192,6-84-224,0-59-72,-5-56-72,129-27-688,-29-25-1817,-12-27-4096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1:15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712 0 4561,'0'0'2913,"207"397"-185,-118-32-671,-53 72-713,-48 27-592,-148-4-56,-59-23-240,-42-12-456,53-116-760,25-83-4697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09:02:14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107 401 104,'0'0'295,"-25"-24"1170,16 15-1323,8 8-130,-1 0 0,0-1 0,1 1 0,0 0-1,-1-1 1,1 1 0,0-1 0,-1 0 0,1 1 0,0-1-1,0 0 1,1 0 0,-1 0 0,0 0 0,1 0-1,-1-3 603,-23 5-361,23 0-248,0 0 0,0 0-1,0 0 1,1 0 0,-1 0 0,0 0 0,0 0 0,0-1 0,0 1-1,1 0 1,-1-1 0,0 1 0,0 0 0,1-1 0,-1 1-1,0-1 1,1 1 0,-1-1 0,0 0 0,1 1 0,-1-1-1,0-1 1,1 2 6,-1-1-1,1 1 1,0-1-1,-1 1 1,1-1-1,0 1 0,-1 0 1,1-1-1,-1 1 1,1 0-1,-1-1 1,1 1-1,-1 0 1,1 0-1,-1-1 1,1 1-1,-1 0 1,1 0-1,-1 0 0,1 0 1,-2 0-1,1 0-106,5-1 185,-3 2-63,-1-1-1,1 0 0,-1 0 0,1 0 0,-1 0 1,0 0-1,1 1 0,-1-1 0,1 0 0,-1 0 0,1 0 1,-1 0-1,1-1 0,-1 1 0,0 0 0,1 0 1,-1 0-1,1 0 0,-1 0 0,1 0 0,-1-1 1,0 1-1,1 0 0,-1 0 0,0-1 0,1 1 0,-1 0 1,0 0-1,1-1 0,-1 1 0,0 0 0,1-1 1,-1-4-16,0 1-21,0 0 0,0 0 1,0 0-1,0 0 1,1 0-1,0 1 0,2-8 1,-2 7 13,-1 3 42,1-16-45,3 7-83,1-1 1,0 1-1,0 0 1,1 0-1,0 1 1,11-13 0,-8 10 44,0-2-119,-1 0 0,0 0 0,-2-1 0,1 0 0,-2-1 0,5-19 0,-3-1-1322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A3E7F-C219-4EA8-8A46-13229DC6D69B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C7E72-3818-43EE-8521-704BF6206F08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5157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855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62214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75552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74839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18223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1128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46067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FC030-9C9D-4A1B-AF04-118D995F6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DB6EE-B50E-4890-8A1A-5A69F75CD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7CE56-81C1-4527-9060-B7BDF828A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6321F-8770-481B-BBF1-EBACE0A5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9C6C5-5DB8-442D-A9F0-B118D914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8240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DC6A-FE3A-4AD3-A428-4820A3C1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78683-108D-44DB-B17F-590B23CE9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70A5A-FF60-41A3-9143-B5AE0C5D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243DE-2742-472B-B45E-EFCFF08B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AF0DB-1213-4113-9C94-472F5AE0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7593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543A-347E-426D-93CE-0AEDC1C88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A9C51-26B9-489F-BF25-FB68A1AE7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94102-ADE3-43BA-822F-D10A8FF0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9F35F-0385-41F7-8F05-0683DBA1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B9C74-51DD-4D4C-A2B0-E1B6169D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2172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F3A3-C268-478E-AFAF-FEA7671C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089EC-A5EB-4B19-B436-D980A948F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D7E97-BA9B-4760-9CE1-5B81EF63B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C6602-660B-4C53-A2BA-87F6D1859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3E97B-6327-4562-A970-E726A749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6ED8A-D4E5-42D5-AE2E-56DAE431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93311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D9B01-43FE-4BA1-A9AB-1AD00254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42F93-73A1-450D-A4FF-0B7A82B15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79711-CE24-418B-BB35-2639654F2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717AC-B1D8-4560-96C8-E43D94A27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46B6A-67A5-448A-B41E-A2EB43BCE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F5645-9F3F-4DFE-B095-1122335D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D88FC-128C-4FD5-8760-CFECFA1F8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3E2FF-F81C-44B8-9328-70F4186E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4269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5596B-E8F8-470D-B9F0-0825DEB0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EBE8C2-8F91-4368-9572-CC9A4395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07E81-4485-4D8F-9030-198CD3F98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A1C19-3DE3-4502-B650-B7AB3F15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A8908A-F17F-4D18-9C3D-92B6477FC956}"/>
              </a:ext>
            </a:extLst>
          </p:cNvPr>
          <p:cNvCxnSpPr>
            <a:cxnSpLocks/>
          </p:cNvCxnSpPr>
          <p:nvPr userDrawn="1"/>
        </p:nvCxnSpPr>
        <p:spPr>
          <a:xfrm>
            <a:off x="0" y="1695864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090BB8-811D-4E1A-BC05-3D79E3F8383C}"/>
              </a:ext>
            </a:extLst>
          </p:cNvPr>
          <p:cNvCxnSpPr>
            <a:cxnSpLocks/>
          </p:cNvCxnSpPr>
          <p:nvPr userDrawn="1"/>
        </p:nvCxnSpPr>
        <p:spPr>
          <a:xfrm>
            <a:off x="0" y="2281799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9B8371-AFD1-4712-BAB9-8FD50EA2B383}"/>
              </a:ext>
            </a:extLst>
          </p:cNvPr>
          <p:cNvCxnSpPr>
            <a:cxnSpLocks/>
          </p:cNvCxnSpPr>
          <p:nvPr userDrawn="1"/>
        </p:nvCxnSpPr>
        <p:spPr>
          <a:xfrm>
            <a:off x="0" y="2867734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D6CCF9-85C2-41B6-8B30-B2545341E42B}"/>
              </a:ext>
            </a:extLst>
          </p:cNvPr>
          <p:cNvCxnSpPr>
            <a:cxnSpLocks/>
          </p:cNvCxnSpPr>
          <p:nvPr userDrawn="1"/>
        </p:nvCxnSpPr>
        <p:spPr>
          <a:xfrm>
            <a:off x="1555" y="2865301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4349A1-8298-4B88-9C35-97AE1624E2F6}"/>
              </a:ext>
            </a:extLst>
          </p:cNvPr>
          <p:cNvCxnSpPr>
            <a:cxnSpLocks/>
          </p:cNvCxnSpPr>
          <p:nvPr userDrawn="1"/>
        </p:nvCxnSpPr>
        <p:spPr>
          <a:xfrm>
            <a:off x="1555" y="3451236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107E33-D5AE-481B-BF20-69A55BD7BCDB}"/>
              </a:ext>
            </a:extLst>
          </p:cNvPr>
          <p:cNvCxnSpPr>
            <a:cxnSpLocks/>
          </p:cNvCxnSpPr>
          <p:nvPr userDrawn="1"/>
        </p:nvCxnSpPr>
        <p:spPr>
          <a:xfrm>
            <a:off x="1555" y="4037171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FA7DA5-F338-46D5-9411-76FB03B66561}"/>
              </a:ext>
            </a:extLst>
          </p:cNvPr>
          <p:cNvCxnSpPr>
            <a:cxnSpLocks/>
          </p:cNvCxnSpPr>
          <p:nvPr userDrawn="1"/>
        </p:nvCxnSpPr>
        <p:spPr>
          <a:xfrm>
            <a:off x="0" y="4036921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66803A-27E9-4122-BCAA-7A7B0D71799A}"/>
              </a:ext>
            </a:extLst>
          </p:cNvPr>
          <p:cNvCxnSpPr>
            <a:cxnSpLocks/>
          </p:cNvCxnSpPr>
          <p:nvPr userDrawn="1"/>
        </p:nvCxnSpPr>
        <p:spPr>
          <a:xfrm>
            <a:off x="0" y="4622856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DC7BD-6629-473D-83DF-5211968F0805}"/>
              </a:ext>
            </a:extLst>
          </p:cNvPr>
          <p:cNvCxnSpPr>
            <a:cxnSpLocks/>
          </p:cNvCxnSpPr>
          <p:nvPr userDrawn="1"/>
        </p:nvCxnSpPr>
        <p:spPr>
          <a:xfrm>
            <a:off x="0" y="5208791"/>
            <a:ext cx="894805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5672D2-FE3B-4213-8897-5E36F8DF4D6D}"/>
              </a:ext>
            </a:extLst>
          </p:cNvPr>
          <p:cNvCxnSpPr>
            <a:cxnSpLocks/>
          </p:cNvCxnSpPr>
          <p:nvPr userDrawn="1"/>
        </p:nvCxnSpPr>
        <p:spPr>
          <a:xfrm>
            <a:off x="0" y="5790400"/>
            <a:ext cx="894805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67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BC84F7-25FF-447E-85F6-2EC03D3F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BF7B1C-9994-497F-A71F-510DB3813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0BA9-DABD-4D38-993D-519B8208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7860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AF9D9-EB1E-477F-B986-06BDC4361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18B0-767A-4DEE-A978-C2B9432A3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A1F38-458B-4F39-A6DB-54B869FD8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C0563-6A37-479B-B815-8596035E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AE8BF-7C06-4C78-B81D-95603A974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67694-2143-4953-BDB1-D84B95BB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3571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164E2-6FB7-4E4E-B307-D7BD323B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3B4D66-764E-4A23-8CDB-151D3C90E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D46C6-A975-484A-927D-FED222FD3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2A254-EABD-4C9D-84F2-1D19EDBE2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C4F37-5BD0-4899-8178-203D32CC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F72E2-0CD8-465F-A547-ADEE6753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35266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6117-DF76-4002-9B0E-075C5B3C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04BB7-9752-4E24-9CB3-F94D5C355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0DFF4-B8D9-4AD9-B593-691CE00D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811B6-9C82-4C85-9F4E-F21AD846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A67CF-DA9F-43CA-8545-2F42E05A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95853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4E1043-2C2F-4277-9C5F-CE202F10C2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6EA1E-BA96-4BF9-A1F5-15F69FD13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8E36E-0D05-4D7A-842D-D46341D55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D6C9D-F860-4E09-9BFF-BED3FBCC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34685-9882-4778-98C9-1E428E914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0353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BFC3C-E1EA-4901-86D5-59B03042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254AE-6D74-4469-B986-C119A3F45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2DC76-5092-4D97-AAAD-235CCB8FF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9345-A9D5-499B-8BB9-D1CE55E07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305A1-EBB8-4C35-BC17-6AED415F9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4456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0.png"/><Relationship Id="rId63" Type="http://schemas.openxmlformats.org/officeDocument/2006/relationships/customXml" Target="../ink/ink31.xml"/><Relationship Id="rId84" Type="http://schemas.openxmlformats.org/officeDocument/2006/relationships/image" Target="../media/image41.png"/><Relationship Id="rId138" Type="http://schemas.openxmlformats.org/officeDocument/2006/relationships/image" Target="../media/image68.png"/><Relationship Id="rId159" Type="http://schemas.openxmlformats.org/officeDocument/2006/relationships/customXml" Target="../ink/ink79.xml"/><Relationship Id="rId170" Type="http://schemas.openxmlformats.org/officeDocument/2006/relationships/image" Target="../media/image84.png"/><Relationship Id="rId191" Type="http://schemas.openxmlformats.org/officeDocument/2006/relationships/customXml" Target="../ink/ink95.xml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5.png"/><Relationship Id="rId53" Type="http://schemas.openxmlformats.org/officeDocument/2006/relationships/customXml" Target="../ink/ink26.xml"/><Relationship Id="rId74" Type="http://schemas.openxmlformats.org/officeDocument/2006/relationships/image" Target="../media/image36.png"/><Relationship Id="rId128" Type="http://schemas.openxmlformats.org/officeDocument/2006/relationships/image" Target="../media/image63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79.png"/><Relationship Id="rId181" Type="http://schemas.openxmlformats.org/officeDocument/2006/relationships/customXml" Target="../ink/ink90.xml"/><Relationship Id="rId22" Type="http://schemas.openxmlformats.org/officeDocument/2006/relationships/image" Target="../media/image10.png"/><Relationship Id="rId43" Type="http://schemas.openxmlformats.org/officeDocument/2006/relationships/customXml" Target="../ink/ink21.xml"/><Relationship Id="rId64" Type="http://schemas.openxmlformats.org/officeDocument/2006/relationships/image" Target="../media/image31.png"/><Relationship Id="rId118" Type="http://schemas.openxmlformats.org/officeDocument/2006/relationships/image" Target="../media/image58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4.png"/><Relationship Id="rId171" Type="http://schemas.openxmlformats.org/officeDocument/2006/relationships/customXml" Target="../ink/ink85.xml"/><Relationship Id="rId192" Type="http://schemas.openxmlformats.org/officeDocument/2006/relationships/image" Target="../media/image95.png"/><Relationship Id="rId12" Type="http://schemas.openxmlformats.org/officeDocument/2006/relationships/image" Target="../media/image5.png"/><Relationship Id="rId33" Type="http://schemas.openxmlformats.org/officeDocument/2006/relationships/customXml" Target="../ink/ink16.xml"/><Relationship Id="rId108" Type="http://schemas.openxmlformats.org/officeDocument/2006/relationships/image" Target="../media/image53.png"/><Relationship Id="rId129" Type="http://schemas.openxmlformats.org/officeDocument/2006/relationships/customXml" Target="../ink/ink64.xml"/><Relationship Id="rId54" Type="http://schemas.openxmlformats.org/officeDocument/2006/relationships/image" Target="../media/image26.png"/><Relationship Id="rId75" Type="http://schemas.openxmlformats.org/officeDocument/2006/relationships/customXml" Target="../ink/ink37.xml"/><Relationship Id="rId96" Type="http://schemas.openxmlformats.org/officeDocument/2006/relationships/image" Target="../media/image47.png"/><Relationship Id="rId140" Type="http://schemas.openxmlformats.org/officeDocument/2006/relationships/image" Target="../media/image69.png"/><Relationship Id="rId161" Type="http://schemas.openxmlformats.org/officeDocument/2006/relationships/customXml" Target="../ink/ink80.xml"/><Relationship Id="rId182" Type="http://schemas.openxmlformats.org/officeDocument/2006/relationships/image" Target="../media/image90.png"/><Relationship Id="rId6" Type="http://schemas.openxmlformats.org/officeDocument/2006/relationships/image" Target="../media/image2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44" Type="http://schemas.openxmlformats.org/officeDocument/2006/relationships/image" Target="../media/image21.png"/><Relationship Id="rId65" Type="http://schemas.openxmlformats.org/officeDocument/2006/relationships/customXml" Target="../ink/ink32.xml"/><Relationship Id="rId86" Type="http://schemas.openxmlformats.org/officeDocument/2006/relationships/image" Target="../media/image42.png"/><Relationship Id="rId130" Type="http://schemas.openxmlformats.org/officeDocument/2006/relationships/image" Target="../media/image64.png"/><Relationship Id="rId151" Type="http://schemas.openxmlformats.org/officeDocument/2006/relationships/customXml" Target="../ink/ink75.xml"/><Relationship Id="rId172" Type="http://schemas.openxmlformats.org/officeDocument/2006/relationships/image" Target="../media/image85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6.png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76" Type="http://schemas.openxmlformats.org/officeDocument/2006/relationships/image" Target="../media/image37.png"/><Relationship Id="rId97" Type="http://schemas.openxmlformats.org/officeDocument/2006/relationships/customXml" Target="../ink/ink48.xml"/><Relationship Id="rId104" Type="http://schemas.openxmlformats.org/officeDocument/2006/relationships/image" Target="../media/image51.png"/><Relationship Id="rId120" Type="http://schemas.openxmlformats.org/officeDocument/2006/relationships/image" Target="../media/image59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72.png"/><Relationship Id="rId167" Type="http://schemas.openxmlformats.org/officeDocument/2006/relationships/customXml" Target="../ink/ink83.xml"/><Relationship Id="rId188" Type="http://schemas.openxmlformats.org/officeDocument/2006/relationships/image" Target="../media/image93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5.png"/><Relationship Id="rId162" Type="http://schemas.openxmlformats.org/officeDocument/2006/relationships/image" Target="../media/image80.png"/><Relationship Id="rId183" Type="http://schemas.openxmlformats.org/officeDocument/2006/relationships/customXml" Target="../ink/ink91.xml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14.xml"/><Relationship Id="rId24" Type="http://schemas.openxmlformats.org/officeDocument/2006/relationships/image" Target="../media/image11.png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66" Type="http://schemas.openxmlformats.org/officeDocument/2006/relationships/image" Target="../media/image32.png"/><Relationship Id="rId87" Type="http://schemas.openxmlformats.org/officeDocument/2006/relationships/customXml" Target="../ink/ink43.xml"/><Relationship Id="rId110" Type="http://schemas.openxmlformats.org/officeDocument/2006/relationships/image" Target="../media/image54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67.png"/><Relationship Id="rId157" Type="http://schemas.openxmlformats.org/officeDocument/2006/relationships/customXml" Target="../ink/ink78.xml"/><Relationship Id="rId178" Type="http://schemas.openxmlformats.org/officeDocument/2006/relationships/image" Target="../media/image88.png"/><Relationship Id="rId61" Type="http://schemas.openxmlformats.org/officeDocument/2006/relationships/customXml" Target="../ink/ink30.xml"/><Relationship Id="rId82" Type="http://schemas.openxmlformats.org/officeDocument/2006/relationships/image" Target="../media/image40.png"/><Relationship Id="rId152" Type="http://schemas.openxmlformats.org/officeDocument/2006/relationships/image" Target="../media/image75.png"/><Relationship Id="rId173" Type="http://schemas.openxmlformats.org/officeDocument/2006/relationships/customXml" Target="../ink/ink86.xml"/><Relationship Id="rId19" Type="http://schemas.openxmlformats.org/officeDocument/2006/relationships/customXml" Target="../ink/ink9.xml"/><Relationship Id="rId14" Type="http://schemas.openxmlformats.org/officeDocument/2006/relationships/image" Target="../media/image6.png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56" Type="http://schemas.openxmlformats.org/officeDocument/2006/relationships/image" Target="../media/image27.png"/><Relationship Id="rId77" Type="http://schemas.openxmlformats.org/officeDocument/2006/relationships/customXml" Target="../ink/ink38.xml"/><Relationship Id="rId100" Type="http://schemas.openxmlformats.org/officeDocument/2006/relationships/image" Target="../media/image49.png"/><Relationship Id="rId105" Type="http://schemas.openxmlformats.org/officeDocument/2006/relationships/customXml" Target="../ink/ink52.xml"/><Relationship Id="rId126" Type="http://schemas.openxmlformats.org/officeDocument/2006/relationships/image" Target="../media/image62.png"/><Relationship Id="rId147" Type="http://schemas.openxmlformats.org/officeDocument/2006/relationships/customXml" Target="../ink/ink73.xml"/><Relationship Id="rId168" Type="http://schemas.openxmlformats.org/officeDocument/2006/relationships/image" Target="../media/image83.png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72" Type="http://schemas.openxmlformats.org/officeDocument/2006/relationships/image" Target="../media/image35.png"/><Relationship Id="rId93" Type="http://schemas.openxmlformats.org/officeDocument/2006/relationships/customXml" Target="../ink/ink46.xml"/><Relationship Id="rId98" Type="http://schemas.openxmlformats.org/officeDocument/2006/relationships/image" Target="../media/image48.png"/><Relationship Id="rId121" Type="http://schemas.openxmlformats.org/officeDocument/2006/relationships/customXml" Target="../ink/ink60.xml"/><Relationship Id="rId142" Type="http://schemas.openxmlformats.org/officeDocument/2006/relationships/image" Target="../media/image70.png"/><Relationship Id="rId163" Type="http://schemas.openxmlformats.org/officeDocument/2006/relationships/customXml" Target="../ink/ink81.xml"/><Relationship Id="rId184" Type="http://schemas.openxmlformats.org/officeDocument/2006/relationships/image" Target="../media/image91.png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2.png"/><Relationship Id="rId67" Type="http://schemas.openxmlformats.org/officeDocument/2006/relationships/customXml" Target="../ink/ink33.xml"/><Relationship Id="rId116" Type="http://schemas.openxmlformats.org/officeDocument/2006/relationships/image" Target="../media/image57.png"/><Relationship Id="rId137" Type="http://schemas.openxmlformats.org/officeDocument/2006/relationships/customXml" Target="../ink/ink68.xml"/><Relationship Id="rId158" Type="http://schemas.openxmlformats.org/officeDocument/2006/relationships/image" Target="../media/image78.png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62" Type="http://schemas.openxmlformats.org/officeDocument/2006/relationships/image" Target="../media/image30.png"/><Relationship Id="rId83" Type="http://schemas.openxmlformats.org/officeDocument/2006/relationships/customXml" Target="../ink/ink41.xml"/><Relationship Id="rId88" Type="http://schemas.openxmlformats.org/officeDocument/2006/relationships/image" Target="../media/image43.png"/><Relationship Id="rId111" Type="http://schemas.openxmlformats.org/officeDocument/2006/relationships/customXml" Target="../ink/ink55.xml"/><Relationship Id="rId132" Type="http://schemas.openxmlformats.org/officeDocument/2006/relationships/image" Target="../media/image65.png"/><Relationship Id="rId153" Type="http://schemas.openxmlformats.org/officeDocument/2006/relationships/customXml" Target="../ink/ink76.xml"/><Relationship Id="rId174" Type="http://schemas.openxmlformats.org/officeDocument/2006/relationships/image" Target="../media/image86.png"/><Relationship Id="rId179" Type="http://schemas.openxmlformats.org/officeDocument/2006/relationships/customXml" Target="../ink/ink89.xml"/><Relationship Id="rId190" Type="http://schemas.openxmlformats.org/officeDocument/2006/relationships/image" Target="../media/image94.png"/><Relationship Id="rId15" Type="http://schemas.openxmlformats.org/officeDocument/2006/relationships/customXml" Target="../ink/ink7.xml"/><Relationship Id="rId36" Type="http://schemas.openxmlformats.org/officeDocument/2006/relationships/image" Target="../media/image17.png"/><Relationship Id="rId57" Type="http://schemas.openxmlformats.org/officeDocument/2006/relationships/customXml" Target="../ink/ink28.xml"/><Relationship Id="rId106" Type="http://schemas.openxmlformats.org/officeDocument/2006/relationships/image" Target="../media/image52.png"/><Relationship Id="rId127" Type="http://schemas.openxmlformats.org/officeDocument/2006/relationships/customXml" Target="../ink/ink63.xml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52" Type="http://schemas.openxmlformats.org/officeDocument/2006/relationships/image" Target="../media/image25.png"/><Relationship Id="rId73" Type="http://schemas.openxmlformats.org/officeDocument/2006/relationships/customXml" Target="../ink/ink36.xml"/><Relationship Id="rId78" Type="http://schemas.openxmlformats.org/officeDocument/2006/relationships/image" Target="../media/image38.png"/><Relationship Id="rId94" Type="http://schemas.openxmlformats.org/officeDocument/2006/relationships/image" Target="../media/image46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0.png"/><Relationship Id="rId143" Type="http://schemas.openxmlformats.org/officeDocument/2006/relationships/customXml" Target="../ink/ink71.xml"/><Relationship Id="rId148" Type="http://schemas.openxmlformats.org/officeDocument/2006/relationships/image" Target="../media/image73.png"/><Relationship Id="rId164" Type="http://schemas.openxmlformats.org/officeDocument/2006/relationships/image" Target="../media/image81.png"/><Relationship Id="rId169" Type="http://schemas.openxmlformats.org/officeDocument/2006/relationships/customXml" Target="../ink/ink84.xml"/><Relationship Id="rId185" Type="http://schemas.openxmlformats.org/officeDocument/2006/relationships/customXml" Target="../ink/ink92.xml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80" Type="http://schemas.openxmlformats.org/officeDocument/2006/relationships/image" Target="../media/image89.png"/><Relationship Id="rId26" Type="http://schemas.openxmlformats.org/officeDocument/2006/relationships/image" Target="../media/image12.png"/><Relationship Id="rId47" Type="http://schemas.openxmlformats.org/officeDocument/2006/relationships/customXml" Target="../ink/ink23.xml"/><Relationship Id="rId68" Type="http://schemas.openxmlformats.org/officeDocument/2006/relationships/image" Target="../media/image33.png"/><Relationship Id="rId89" Type="http://schemas.openxmlformats.org/officeDocument/2006/relationships/customXml" Target="../ink/ink44.xml"/><Relationship Id="rId112" Type="http://schemas.openxmlformats.org/officeDocument/2006/relationships/image" Target="../media/image55.png"/><Relationship Id="rId133" Type="http://schemas.openxmlformats.org/officeDocument/2006/relationships/customXml" Target="../ink/ink66.xml"/><Relationship Id="rId154" Type="http://schemas.openxmlformats.org/officeDocument/2006/relationships/image" Target="../media/image76.png"/><Relationship Id="rId175" Type="http://schemas.openxmlformats.org/officeDocument/2006/relationships/customXml" Target="../ink/ink87.xml"/><Relationship Id="rId16" Type="http://schemas.openxmlformats.org/officeDocument/2006/relationships/image" Target="../media/image7.png"/><Relationship Id="rId37" Type="http://schemas.openxmlformats.org/officeDocument/2006/relationships/customXml" Target="../ink/ink18.xml"/><Relationship Id="rId58" Type="http://schemas.openxmlformats.org/officeDocument/2006/relationships/image" Target="../media/image28.png"/><Relationship Id="rId79" Type="http://schemas.openxmlformats.org/officeDocument/2006/relationships/customXml" Target="../ink/ink39.xml"/><Relationship Id="rId102" Type="http://schemas.openxmlformats.org/officeDocument/2006/relationships/image" Target="../media/image50.png"/><Relationship Id="rId123" Type="http://schemas.openxmlformats.org/officeDocument/2006/relationships/customXml" Target="../ink/ink61.xml"/><Relationship Id="rId144" Type="http://schemas.openxmlformats.org/officeDocument/2006/relationships/image" Target="../media/image71.png"/><Relationship Id="rId90" Type="http://schemas.openxmlformats.org/officeDocument/2006/relationships/image" Target="../media/image44.png"/><Relationship Id="rId165" Type="http://schemas.openxmlformats.org/officeDocument/2006/relationships/customXml" Target="../ink/ink82.xml"/><Relationship Id="rId186" Type="http://schemas.openxmlformats.org/officeDocument/2006/relationships/image" Target="../media/image92.png"/><Relationship Id="rId27" Type="http://schemas.openxmlformats.org/officeDocument/2006/relationships/customXml" Target="../ink/ink13.xml"/><Relationship Id="rId48" Type="http://schemas.openxmlformats.org/officeDocument/2006/relationships/image" Target="../media/image23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6.png"/><Relationship Id="rId80" Type="http://schemas.openxmlformats.org/officeDocument/2006/relationships/image" Target="../media/image39.png"/><Relationship Id="rId155" Type="http://schemas.openxmlformats.org/officeDocument/2006/relationships/customXml" Target="../ink/ink77.xml"/><Relationship Id="rId176" Type="http://schemas.openxmlformats.org/officeDocument/2006/relationships/image" Target="../media/image87.png"/><Relationship Id="rId17" Type="http://schemas.openxmlformats.org/officeDocument/2006/relationships/customXml" Target="../ink/ink8.xml"/><Relationship Id="rId38" Type="http://schemas.openxmlformats.org/officeDocument/2006/relationships/image" Target="../media/image18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1.png"/><Relationship Id="rId70" Type="http://schemas.openxmlformats.org/officeDocument/2006/relationships/image" Target="../media/image34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2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6.xml"/><Relationship Id="rId28" Type="http://schemas.openxmlformats.org/officeDocument/2006/relationships/image" Target="../media/image13.png"/><Relationship Id="rId49" Type="http://schemas.openxmlformats.org/officeDocument/2006/relationships/customXml" Target="../ink/ink24.xml"/><Relationship Id="rId114" Type="http://schemas.openxmlformats.org/officeDocument/2006/relationships/image" Target="../media/image56.png"/><Relationship Id="rId60" Type="http://schemas.openxmlformats.org/officeDocument/2006/relationships/image" Target="../media/image29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7.png"/><Relationship Id="rId177" Type="http://schemas.openxmlformats.org/officeDocument/2006/relationships/customXml" Target="../ink/ink88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2.png"/><Relationship Id="rId21" Type="http://schemas.openxmlformats.org/officeDocument/2006/relationships/image" Target="../media/image105.png"/><Relationship Id="rId42" Type="http://schemas.openxmlformats.org/officeDocument/2006/relationships/customXml" Target="../ink/ink116.xml"/><Relationship Id="rId63" Type="http://schemas.openxmlformats.org/officeDocument/2006/relationships/image" Target="../media/image125.png"/><Relationship Id="rId84" Type="http://schemas.openxmlformats.org/officeDocument/2006/relationships/customXml" Target="../ink/ink137.xml"/><Relationship Id="rId138" Type="http://schemas.openxmlformats.org/officeDocument/2006/relationships/customXml" Target="../ink/ink164.xml"/><Relationship Id="rId159" Type="http://schemas.openxmlformats.org/officeDocument/2006/relationships/customXml" Target="../ink/ink175.xml"/><Relationship Id="rId170" Type="http://schemas.openxmlformats.org/officeDocument/2006/relationships/image" Target="../media/image178.png"/><Relationship Id="rId191" Type="http://schemas.openxmlformats.org/officeDocument/2006/relationships/customXml" Target="../ink/ink191.xml"/><Relationship Id="rId107" Type="http://schemas.openxmlformats.org/officeDocument/2006/relationships/image" Target="../media/image147.png"/><Relationship Id="rId11" Type="http://schemas.openxmlformats.org/officeDocument/2006/relationships/image" Target="../media/image100.png"/><Relationship Id="rId32" Type="http://schemas.openxmlformats.org/officeDocument/2006/relationships/customXml" Target="../ink/ink111.xml"/><Relationship Id="rId53" Type="http://schemas.openxmlformats.org/officeDocument/2006/relationships/image" Target="../media/image120.png"/><Relationship Id="rId74" Type="http://schemas.openxmlformats.org/officeDocument/2006/relationships/customXml" Target="../ink/ink132.xml"/><Relationship Id="rId128" Type="http://schemas.openxmlformats.org/officeDocument/2006/relationships/customXml" Target="../ink/ink159.xml"/><Relationship Id="rId149" Type="http://schemas.openxmlformats.org/officeDocument/2006/relationships/customXml" Target="../ink/ink170.xml"/><Relationship Id="rId5" Type="http://schemas.openxmlformats.org/officeDocument/2006/relationships/image" Target="../media/image97.png"/><Relationship Id="rId95" Type="http://schemas.openxmlformats.org/officeDocument/2006/relationships/image" Target="../media/image141.png"/><Relationship Id="rId160" Type="http://schemas.openxmlformats.org/officeDocument/2006/relationships/image" Target="../media/image173.png"/><Relationship Id="rId181" Type="http://schemas.openxmlformats.org/officeDocument/2006/relationships/customXml" Target="../ink/ink186.xml"/><Relationship Id="rId22" Type="http://schemas.openxmlformats.org/officeDocument/2006/relationships/customXml" Target="../ink/ink106.xml"/><Relationship Id="rId43" Type="http://schemas.openxmlformats.org/officeDocument/2006/relationships/image" Target="../media/image116.png"/><Relationship Id="rId64" Type="http://schemas.openxmlformats.org/officeDocument/2006/relationships/customXml" Target="../ink/ink127.xml"/><Relationship Id="rId118" Type="http://schemas.openxmlformats.org/officeDocument/2006/relationships/customXml" Target="../ink/ink154.xml"/><Relationship Id="rId139" Type="http://schemas.openxmlformats.org/officeDocument/2006/relationships/customXml" Target="../ink/ink165.xml"/><Relationship Id="rId85" Type="http://schemas.openxmlformats.org/officeDocument/2006/relationships/image" Target="../media/image136.png"/><Relationship Id="rId150" Type="http://schemas.openxmlformats.org/officeDocument/2006/relationships/image" Target="../media/image168.png"/><Relationship Id="rId171" Type="http://schemas.openxmlformats.org/officeDocument/2006/relationships/customXml" Target="../ink/ink181.xml"/><Relationship Id="rId192" Type="http://schemas.openxmlformats.org/officeDocument/2006/relationships/image" Target="../media/image189.png"/><Relationship Id="rId12" Type="http://schemas.openxmlformats.org/officeDocument/2006/relationships/customXml" Target="../ink/ink101.xml"/><Relationship Id="rId33" Type="http://schemas.openxmlformats.org/officeDocument/2006/relationships/image" Target="../media/image111.png"/><Relationship Id="rId108" Type="http://schemas.openxmlformats.org/officeDocument/2006/relationships/customXml" Target="../ink/ink149.xml"/><Relationship Id="rId129" Type="http://schemas.openxmlformats.org/officeDocument/2006/relationships/image" Target="../media/image158.png"/><Relationship Id="rId54" Type="http://schemas.openxmlformats.org/officeDocument/2006/relationships/customXml" Target="../ink/ink122.xml"/><Relationship Id="rId75" Type="http://schemas.openxmlformats.org/officeDocument/2006/relationships/image" Target="../media/image131.png"/><Relationship Id="rId96" Type="http://schemas.openxmlformats.org/officeDocument/2006/relationships/customXml" Target="../ink/ink143.xml"/><Relationship Id="rId140" Type="http://schemas.openxmlformats.org/officeDocument/2006/relationships/image" Target="../media/image163.png"/><Relationship Id="rId161" Type="http://schemas.openxmlformats.org/officeDocument/2006/relationships/customXml" Target="../ink/ink176.xml"/><Relationship Id="rId182" Type="http://schemas.openxmlformats.org/officeDocument/2006/relationships/image" Target="../media/image184.png"/><Relationship Id="rId6" Type="http://schemas.openxmlformats.org/officeDocument/2006/relationships/customXml" Target="../ink/ink98.xml"/><Relationship Id="rId23" Type="http://schemas.openxmlformats.org/officeDocument/2006/relationships/image" Target="../media/image106.png"/><Relationship Id="rId119" Type="http://schemas.openxmlformats.org/officeDocument/2006/relationships/image" Target="../media/image153.png"/><Relationship Id="rId44" Type="http://schemas.openxmlformats.org/officeDocument/2006/relationships/customXml" Target="../ink/ink117.xml"/><Relationship Id="rId65" Type="http://schemas.openxmlformats.org/officeDocument/2006/relationships/image" Target="../media/image126.png"/><Relationship Id="rId86" Type="http://schemas.openxmlformats.org/officeDocument/2006/relationships/customXml" Target="../ink/ink138.xml"/><Relationship Id="rId130" Type="http://schemas.openxmlformats.org/officeDocument/2006/relationships/customXml" Target="../ink/ink160.xml"/><Relationship Id="rId151" Type="http://schemas.openxmlformats.org/officeDocument/2006/relationships/customXml" Target="../ink/ink171.xml"/><Relationship Id="rId172" Type="http://schemas.openxmlformats.org/officeDocument/2006/relationships/image" Target="../media/image179.png"/><Relationship Id="rId193" Type="http://schemas.openxmlformats.org/officeDocument/2006/relationships/customXml" Target="../ink/ink192.xml"/><Relationship Id="rId13" Type="http://schemas.openxmlformats.org/officeDocument/2006/relationships/image" Target="../media/image101.png"/><Relationship Id="rId109" Type="http://schemas.openxmlformats.org/officeDocument/2006/relationships/image" Target="../media/image148.png"/><Relationship Id="rId34" Type="http://schemas.openxmlformats.org/officeDocument/2006/relationships/customXml" Target="../ink/ink112.xml"/><Relationship Id="rId50" Type="http://schemas.openxmlformats.org/officeDocument/2006/relationships/customXml" Target="../ink/ink120.xml"/><Relationship Id="rId55" Type="http://schemas.openxmlformats.org/officeDocument/2006/relationships/image" Target="../media/image121.png"/><Relationship Id="rId76" Type="http://schemas.openxmlformats.org/officeDocument/2006/relationships/customXml" Target="../ink/ink133.xml"/><Relationship Id="rId97" Type="http://schemas.openxmlformats.org/officeDocument/2006/relationships/image" Target="../media/image142.png"/><Relationship Id="rId104" Type="http://schemas.openxmlformats.org/officeDocument/2006/relationships/customXml" Target="../ink/ink147.xml"/><Relationship Id="rId120" Type="http://schemas.openxmlformats.org/officeDocument/2006/relationships/customXml" Target="../ink/ink155.xml"/><Relationship Id="rId125" Type="http://schemas.openxmlformats.org/officeDocument/2006/relationships/image" Target="../media/image156.png"/><Relationship Id="rId141" Type="http://schemas.openxmlformats.org/officeDocument/2006/relationships/customXml" Target="../ink/ink166.xml"/><Relationship Id="rId146" Type="http://schemas.openxmlformats.org/officeDocument/2006/relationships/image" Target="../media/image166.png"/><Relationship Id="rId167" Type="http://schemas.openxmlformats.org/officeDocument/2006/relationships/customXml" Target="../ink/ink179.xml"/><Relationship Id="rId188" Type="http://schemas.openxmlformats.org/officeDocument/2006/relationships/image" Target="../media/image187.png"/><Relationship Id="rId7" Type="http://schemas.openxmlformats.org/officeDocument/2006/relationships/image" Target="../media/image98.png"/><Relationship Id="rId71" Type="http://schemas.openxmlformats.org/officeDocument/2006/relationships/image" Target="../media/image129.png"/><Relationship Id="rId92" Type="http://schemas.openxmlformats.org/officeDocument/2006/relationships/customXml" Target="../ink/ink141.xml"/><Relationship Id="rId162" Type="http://schemas.openxmlformats.org/officeDocument/2006/relationships/image" Target="../media/image174.png"/><Relationship Id="rId183" Type="http://schemas.openxmlformats.org/officeDocument/2006/relationships/customXml" Target="../ink/ink187.xml"/><Relationship Id="rId2" Type="http://schemas.openxmlformats.org/officeDocument/2006/relationships/customXml" Target="../ink/ink96.xml"/><Relationship Id="rId29" Type="http://schemas.openxmlformats.org/officeDocument/2006/relationships/image" Target="../media/image109.png"/><Relationship Id="rId24" Type="http://schemas.openxmlformats.org/officeDocument/2006/relationships/customXml" Target="../ink/ink107.xml"/><Relationship Id="rId40" Type="http://schemas.openxmlformats.org/officeDocument/2006/relationships/customXml" Target="../ink/ink115.xml"/><Relationship Id="rId45" Type="http://schemas.openxmlformats.org/officeDocument/2006/relationships/image" Target="../media/image117.png"/><Relationship Id="rId66" Type="http://schemas.openxmlformats.org/officeDocument/2006/relationships/customXml" Target="../ink/ink128.xml"/><Relationship Id="rId87" Type="http://schemas.openxmlformats.org/officeDocument/2006/relationships/image" Target="../media/image137.png"/><Relationship Id="rId110" Type="http://schemas.openxmlformats.org/officeDocument/2006/relationships/customXml" Target="../ink/ink150.xml"/><Relationship Id="rId115" Type="http://schemas.openxmlformats.org/officeDocument/2006/relationships/image" Target="../media/image151.png"/><Relationship Id="rId131" Type="http://schemas.openxmlformats.org/officeDocument/2006/relationships/image" Target="../media/image159.png"/><Relationship Id="rId136" Type="http://schemas.openxmlformats.org/officeDocument/2006/relationships/customXml" Target="../ink/ink163.xml"/><Relationship Id="rId157" Type="http://schemas.openxmlformats.org/officeDocument/2006/relationships/customXml" Target="../ink/ink174.xml"/><Relationship Id="rId178" Type="http://schemas.openxmlformats.org/officeDocument/2006/relationships/image" Target="../media/image182.png"/><Relationship Id="rId61" Type="http://schemas.openxmlformats.org/officeDocument/2006/relationships/image" Target="../media/image124.png"/><Relationship Id="rId82" Type="http://schemas.openxmlformats.org/officeDocument/2006/relationships/customXml" Target="../ink/ink136.xml"/><Relationship Id="rId152" Type="http://schemas.openxmlformats.org/officeDocument/2006/relationships/image" Target="../media/image169.png"/><Relationship Id="rId173" Type="http://schemas.openxmlformats.org/officeDocument/2006/relationships/customXml" Target="../ink/ink182.xml"/><Relationship Id="rId194" Type="http://schemas.openxmlformats.org/officeDocument/2006/relationships/image" Target="../media/image190.png"/><Relationship Id="rId19" Type="http://schemas.openxmlformats.org/officeDocument/2006/relationships/image" Target="../media/image104.png"/><Relationship Id="rId14" Type="http://schemas.openxmlformats.org/officeDocument/2006/relationships/customXml" Target="../ink/ink102.xml"/><Relationship Id="rId30" Type="http://schemas.openxmlformats.org/officeDocument/2006/relationships/customXml" Target="../ink/ink110.xml"/><Relationship Id="rId35" Type="http://schemas.openxmlformats.org/officeDocument/2006/relationships/image" Target="../media/image112.png"/><Relationship Id="rId56" Type="http://schemas.openxmlformats.org/officeDocument/2006/relationships/customXml" Target="../ink/ink123.xml"/><Relationship Id="rId77" Type="http://schemas.openxmlformats.org/officeDocument/2006/relationships/image" Target="../media/image132.png"/><Relationship Id="rId100" Type="http://schemas.openxmlformats.org/officeDocument/2006/relationships/customXml" Target="../ink/ink145.xml"/><Relationship Id="rId105" Type="http://schemas.openxmlformats.org/officeDocument/2006/relationships/image" Target="../media/image146.png"/><Relationship Id="rId126" Type="http://schemas.openxmlformats.org/officeDocument/2006/relationships/customXml" Target="../ink/ink158.xml"/><Relationship Id="rId147" Type="http://schemas.openxmlformats.org/officeDocument/2006/relationships/customXml" Target="../ink/ink169.xml"/><Relationship Id="rId168" Type="http://schemas.openxmlformats.org/officeDocument/2006/relationships/image" Target="../media/image177.png"/><Relationship Id="rId8" Type="http://schemas.openxmlformats.org/officeDocument/2006/relationships/customXml" Target="../ink/ink99.xml"/><Relationship Id="rId51" Type="http://schemas.openxmlformats.org/officeDocument/2006/relationships/image" Target="../media/image119.png"/><Relationship Id="rId72" Type="http://schemas.openxmlformats.org/officeDocument/2006/relationships/customXml" Target="../ink/ink131.xml"/><Relationship Id="rId93" Type="http://schemas.openxmlformats.org/officeDocument/2006/relationships/image" Target="../media/image140.png"/><Relationship Id="rId98" Type="http://schemas.openxmlformats.org/officeDocument/2006/relationships/customXml" Target="../ink/ink144.xml"/><Relationship Id="rId121" Type="http://schemas.openxmlformats.org/officeDocument/2006/relationships/image" Target="../media/image154.png"/><Relationship Id="rId142" Type="http://schemas.openxmlformats.org/officeDocument/2006/relationships/image" Target="../media/image164.png"/><Relationship Id="rId163" Type="http://schemas.openxmlformats.org/officeDocument/2006/relationships/customXml" Target="../ink/ink177.xml"/><Relationship Id="rId184" Type="http://schemas.openxmlformats.org/officeDocument/2006/relationships/image" Target="../media/image185.png"/><Relationship Id="rId189" Type="http://schemas.openxmlformats.org/officeDocument/2006/relationships/customXml" Target="../ink/ink190.xml"/><Relationship Id="rId3" Type="http://schemas.openxmlformats.org/officeDocument/2006/relationships/image" Target="../media/image96.png"/><Relationship Id="rId25" Type="http://schemas.openxmlformats.org/officeDocument/2006/relationships/image" Target="../media/image107.png"/><Relationship Id="rId46" Type="http://schemas.openxmlformats.org/officeDocument/2006/relationships/customXml" Target="../ink/ink118.xml"/><Relationship Id="rId67" Type="http://schemas.openxmlformats.org/officeDocument/2006/relationships/image" Target="../media/image127.png"/><Relationship Id="rId116" Type="http://schemas.openxmlformats.org/officeDocument/2006/relationships/customXml" Target="../ink/ink153.xml"/><Relationship Id="rId137" Type="http://schemas.openxmlformats.org/officeDocument/2006/relationships/image" Target="../media/image162.png"/><Relationship Id="rId158" Type="http://schemas.openxmlformats.org/officeDocument/2006/relationships/image" Target="../media/image172.png"/><Relationship Id="rId20" Type="http://schemas.openxmlformats.org/officeDocument/2006/relationships/customXml" Target="../ink/ink105.xml"/><Relationship Id="rId41" Type="http://schemas.openxmlformats.org/officeDocument/2006/relationships/image" Target="../media/image115.png"/><Relationship Id="rId62" Type="http://schemas.openxmlformats.org/officeDocument/2006/relationships/customXml" Target="../ink/ink126.xml"/><Relationship Id="rId83" Type="http://schemas.openxmlformats.org/officeDocument/2006/relationships/image" Target="../media/image135.png"/><Relationship Id="rId88" Type="http://schemas.openxmlformats.org/officeDocument/2006/relationships/customXml" Target="../ink/ink139.xml"/><Relationship Id="rId111" Type="http://schemas.openxmlformats.org/officeDocument/2006/relationships/image" Target="../media/image149.png"/><Relationship Id="rId132" Type="http://schemas.openxmlformats.org/officeDocument/2006/relationships/customXml" Target="../ink/ink161.xml"/><Relationship Id="rId153" Type="http://schemas.openxmlformats.org/officeDocument/2006/relationships/customXml" Target="../ink/ink172.xml"/><Relationship Id="rId174" Type="http://schemas.openxmlformats.org/officeDocument/2006/relationships/image" Target="../media/image180.png"/><Relationship Id="rId179" Type="http://schemas.openxmlformats.org/officeDocument/2006/relationships/customXml" Target="../ink/ink185.xml"/><Relationship Id="rId195" Type="http://schemas.openxmlformats.org/officeDocument/2006/relationships/customXml" Target="../ink/ink193.xml"/><Relationship Id="rId190" Type="http://schemas.openxmlformats.org/officeDocument/2006/relationships/image" Target="../media/image188.png"/><Relationship Id="rId15" Type="http://schemas.openxmlformats.org/officeDocument/2006/relationships/image" Target="../media/image102.png"/><Relationship Id="rId36" Type="http://schemas.openxmlformats.org/officeDocument/2006/relationships/customXml" Target="../ink/ink113.xml"/><Relationship Id="rId57" Type="http://schemas.openxmlformats.org/officeDocument/2006/relationships/image" Target="../media/image122.png"/><Relationship Id="rId106" Type="http://schemas.openxmlformats.org/officeDocument/2006/relationships/customXml" Target="../ink/ink148.xml"/><Relationship Id="rId127" Type="http://schemas.openxmlformats.org/officeDocument/2006/relationships/image" Target="../media/image157.png"/><Relationship Id="rId10" Type="http://schemas.openxmlformats.org/officeDocument/2006/relationships/customXml" Target="../ink/ink100.xml"/><Relationship Id="rId31" Type="http://schemas.openxmlformats.org/officeDocument/2006/relationships/image" Target="../media/image110.png"/><Relationship Id="rId52" Type="http://schemas.openxmlformats.org/officeDocument/2006/relationships/customXml" Target="../ink/ink121.xml"/><Relationship Id="rId73" Type="http://schemas.openxmlformats.org/officeDocument/2006/relationships/image" Target="../media/image130.png"/><Relationship Id="rId78" Type="http://schemas.openxmlformats.org/officeDocument/2006/relationships/customXml" Target="../ink/ink134.xml"/><Relationship Id="rId94" Type="http://schemas.openxmlformats.org/officeDocument/2006/relationships/customXml" Target="../ink/ink142.xml"/><Relationship Id="rId99" Type="http://schemas.openxmlformats.org/officeDocument/2006/relationships/image" Target="../media/image143.png"/><Relationship Id="rId101" Type="http://schemas.openxmlformats.org/officeDocument/2006/relationships/image" Target="../media/image144.png"/><Relationship Id="rId122" Type="http://schemas.openxmlformats.org/officeDocument/2006/relationships/customXml" Target="../ink/ink156.xml"/><Relationship Id="rId143" Type="http://schemas.openxmlformats.org/officeDocument/2006/relationships/customXml" Target="../ink/ink167.xml"/><Relationship Id="rId148" Type="http://schemas.openxmlformats.org/officeDocument/2006/relationships/image" Target="../media/image167.png"/><Relationship Id="rId164" Type="http://schemas.openxmlformats.org/officeDocument/2006/relationships/image" Target="../media/image175.png"/><Relationship Id="rId169" Type="http://schemas.openxmlformats.org/officeDocument/2006/relationships/customXml" Target="../ink/ink180.xml"/><Relationship Id="rId185" Type="http://schemas.openxmlformats.org/officeDocument/2006/relationships/customXml" Target="../ink/ink188.xml"/><Relationship Id="rId4" Type="http://schemas.openxmlformats.org/officeDocument/2006/relationships/customXml" Target="../ink/ink97.xml"/><Relationship Id="rId9" Type="http://schemas.openxmlformats.org/officeDocument/2006/relationships/image" Target="../media/image99.png"/><Relationship Id="rId180" Type="http://schemas.openxmlformats.org/officeDocument/2006/relationships/image" Target="../media/image183.png"/><Relationship Id="rId26" Type="http://schemas.openxmlformats.org/officeDocument/2006/relationships/customXml" Target="../ink/ink108.xml"/><Relationship Id="rId47" Type="http://schemas.openxmlformats.org/officeDocument/2006/relationships/image" Target="../media/image16.png"/><Relationship Id="rId68" Type="http://schemas.openxmlformats.org/officeDocument/2006/relationships/customXml" Target="../ink/ink129.xml"/><Relationship Id="rId89" Type="http://schemas.openxmlformats.org/officeDocument/2006/relationships/image" Target="../media/image138.png"/><Relationship Id="rId112" Type="http://schemas.openxmlformats.org/officeDocument/2006/relationships/customXml" Target="../ink/ink151.xml"/><Relationship Id="rId133" Type="http://schemas.openxmlformats.org/officeDocument/2006/relationships/image" Target="../media/image160.png"/><Relationship Id="rId154" Type="http://schemas.openxmlformats.org/officeDocument/2006/relationships/image" Target="../media/image170.png"/><Relationship Id="rId175" Type="http://schemas.openxmlformats.org/officeDocument/2006/relationships/customXml" Target="../ink/ink183.xml"/><Relationship Id="rId196" Type="http://schemas.openxmlformats.org/officeDocument/2006/relationships/image" Target="../media/image191.png"/><Relationship Id="rId16" Type="http://schemas.openxmlformats.org/officeDocument/2006/relationships/customXml" Target="../ink/ink103.xml"/><Relationship Id="rId37" Type="http://schemas.openxmlformats.org/officeDocument/2006/relationships/image" Target="../media/image113.png"/><Relationship Id="rId58" Type="http://schemas.openxmlformats.org/officeDocument/2006/relationships/customXml" Target="../ink/ink124.xml"/><Relationship Id="rId79" Type="http://schemas.openxmlformats.org/officeDocument/2006/relationships/image" Target="../media/image133.png"/><Relationship Id="rId102" Type="http://schemas.openxmlformats.org/officeDocument/2006/relationships/customXml" Target="../ink/ink146.xml"/><Relationship Id="rId123" Type="http://schemas.openxmlformats.org/officeDocument/2006/relationships/image" Target="../media/image155.png"/><Relationship Id="rId144" Type="http://schemas.openxmlformats.org/officeDocument/2006/relationships/image" Target="../media/image165.png"/><Relationship Id="rId90" Type="http://schemas.openxmlformats.org/officeDocument/2006/relationships/customXml" Target="../ink/ink140.xml"/><Relationship Id="rId165" Type="http://schemas.openxmlformats.org/officeDocument/2006/relationships/customXml" Target="../ink/ink178.xml"/><Relationship Id="rId186" Type="http://schemas.openxmlformats.org/officeDocument/2006/relationships/image" Target="../media/image186.png"/><Relationship Id="rId27" Type="http://schemas.openxmlformats.org/officeDocument/2006/relationships/image" Target="../media/image108.png"/><Relationship Id="rId48" Type="http://schemas.openxmlformats.org/officeDocument/2006/relationships/customXml" Target="../ink/ink119.xml"/><Relationship Id="rId69" Type="http://schemas.openxmlformats.org/officeDocument/2006/relationships/image" Target="../media/image128.png"/><Relationship Id="rId113" Type="http://schemas.openxmlformats.org/officeDocument/2006/relationships/image" Target="../media/image150.png"/><Relationship Id="rId134" Type="http://schemas.openxmlformats.org/officeDocument/2006/relationships/customXml" Target="../ink/ink162.xml"/><Relationship Id="rId80" Type="http://schemas.openxmlformats.org/officeDocument/2006/relationships/customXml" Target="../ink/ink135.xml"/><Relationship Id="rId155" Type="http://schemas.openxmlformats.org/officeDocument/2006/relationships/customXml" Target="../ink/ink173.xml"/><Relationship Id="rId176" Type="http://schemas.openxmlformats.org/officeDocument/2006/relationships/image" Target="../media/image181.png"/><Relationship Id="rId17" Type="http://schemas.openxmlformats.org/officeDocument/2006/relationships/image" Target="../media/image103.png"/><Relationship Id="rId38" Type="http://schemas.openxmlformats.org/officeDocument/2006/relationships/customXml" Target="../ink/ink114.xml"/><Relationship Id="rId59" Type="http://schemas.openxmlformats.org/officeDocument/2006/relationships/image" Target="../media/image123.png"/><Relationship Id="rId103" Type="http://schemas.openxmlformats.org/officeDocument/2006/relationships/image" Target="../media/image145.png"/><Relationship Id="rId124" Type="http://schemas.openxmlformats.org/officeDocument/2006/relationships/customXml" Target="../ink/ink157.xml"/><Relationship Id="rId70" Type="http://schemas.openxmlformats.org/officeDocument/2006/relationships/customXml" Target="../ink/ink130.xml"/><Relationship Id="rId91" Type="http://schemas.openxmlformats.org/officeDocument/2006/relationships/image" Target="../media/image139.png"/><Relationship Id="rId145" Type="http://schemas.openxmlformats.org/officeDocument/2006/relationships/customXml" Target="../ink/ink168.xml"/><Relationship Id="rId166" Type="http://schemas.openxmlformats.org/officeDocument/2006/relationships/image" Target="../media/image176.png"/><Relationship Id="rId187" Type="http://schemas.openxmlformats.org/officeDocument/2006/relationships/customXml" Target="../ink/ink189.xml"/><Relationship Id="rId1" Type="http://schemas.openxmlformats.org/officeDocument/2006/relationships/slideLayout" Target="../slideLayouts/slideLayout6.xml"/><Relationship Id="rId28" Type="http://schemas.openxmlformats.org/officeDocument/2006/relationships/customXml" Target="../ink/ink109.xml"/><Relationship Id="rId49" Type="http://schemas.openxmlformats.org/officeDocument/2006/relationships/image" Target="../media/image118.png"/><Relationship Id="rId114" Type="http://schemas.openxmlformats.org/officeDocument/2006/relationships/customXml" Target="../ink/ink152.xml"/><Relationship Id="rId60" Type="http://schemas.openxmlformats.org/officeDocument/2006/relationships/customXml" Target="../ink/ink125.xml"/><Relationship Id="rId81" Type="http://schemas.openxmlformats.org/officeDocument/2006/relationships/image" Target="../media/image134.png"/><Relationship Id="rId135" Type="http://schemas.openxmlformats.org/officeDocument/2006/relationships/image" Target="../media/image161.png"/><Relationship Id="rId156" Type="http://schemas.openxmlformats.org/officeDocument/2006/relationships/image" Target="../media/image171.png"/><Relationship Id="rId177" Type="http://schemas.openxmlformats.org/officeDocument/2006/relationships/customXml" Target="../ink/ink184.xml"/><Relationship Id="rId18" Type="http://schemas.openxmlformats.org/officeDocument/2006/relationships/customXml" Target="../ink/ink104.xml"/><Relationship Id="rId39" Type="http://schemas.openxmlformats.org/officeDocument/2006/relationships/image" Target="../media/image114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3.png"/><Relationship Id="rId21" Type="http://schemas.openxmlformats.org/officeDocument/2006/relationships/customXml" Target="../ink/ink203.xml"/><Relationship Id="rId42" Type="http://schemas.openxmlformats.org/officeDocument/2006/relationships/image" Target="../media/image211.png"/><Relationship Id="rId47" Type="http://schemas.openxmlformats.org/officeDocument/2006/relationships/customXml" Target="../ink/ink216.xml"/><Relationship Id="rId63" Type="http://schemas.openxmlformats.org/officeDocument/2006/relationships/customXml" Target="../ink/ink224.xml"/><Relationship Id="rId68" Type="http://schemas.openxmlformats.org/officeDocument/2006/relationships/image" Target="../media/image223.png"/><Relationship Id="rId84" Type="http://schemas.openxmlformats.org/officeDocument/2006/relationships/image" Target="../media/image231.png"/><Relationship Id="rId89" Type="http://schemas.openxmlformats.org/officeDocument/2006/relationships/customXml" Target="../ink/ink237.xml"/><Relationship Id="rId16" Type="http://schemas.openxmlformats.org/officeDocument/2006/relationships/image" Target="../media/image198.png"/><Relationship Id="rId11" Type="http://schemas.openxmlformats.org/officeDocument/2006/relationships/customXml" Target="../ink/ink198.xml"/><Relationship Id="rId32" Type="http://schemas.openxmlformats.org/officeDocument/2006/relationships/image" Target="../media/image206.png"/><Relationship Id="rId37" Type="http://schemas.openxmlformats.org/officeDocument/2006/relationships/customXml" Target="../ink/ink211.xml"/><Relationship Id="rId53" Type="http://schemas.openxmlformats.org/officeDocument/2006/relationships/customXml" Target="../ink/ink219.xml"/><Relationship Id="rId58" Type="http://schemas.openxmlformats.org/officeDocument/2006/relationships/image" Target="../media/image219.png"/><Relationship Id="rId74" Type="http://schemas.openxmlformats.org/officeDocument/2006/relationships/image" Target="../media/image226.png"/><Relationship Id="rId79" Type="http://schemas.openxmlformats.org/officeDocument/2006/relationships/customXml" Target="../ink/ink232.xml"/><Relationship Id="rId5" Type="http://schemas.openxmlformats.org/officeDocument/2006/relationships/customXml" Target="../ink/ink195.xml"/><Relationship Id="rId90" Type="http://schemas.openxmlformats.org/officeDocument/2006/relationships/image" Target="../media/image234.png"/><Relationship Id="rId95" Type="http://schemas.openxmlformats.org/officeDocument/2006/relationships/customXml" Target="../ink/ink240.xml"/><Relationship Id="rId22" Type="http://schemas.openxmlformats.org/officeDocument/2006/relationships/image" Target="../media/image201.png"/><Relationship Id="rId27" Type="http://schemas.openxmlformats.org/officeDocument/2006/relationships/customXml" Target="../ink/ink206.xml"/><Relationship Id="rId43" Type="http://schemas.openxmlformats.org/officeDocument/2006/relationships/customXml" Target="../ink/ink214.xml"/><Relationship Id="rId48" Type="http://schemas.openxmlformats.org/officeDocument/2006/relationships/image" Target="../media/image214.png"/><Relationship Id="rId64" Type="http://schemas.openxmlformats.org/officeDocument/2006/relationships/image" Target="../media/image221.png"/><Relationship Id="rId69" Type="http://schemas.openxmlformats.org/officeDocument/2006/relationships/customXml" Target="../ink/ink227.xml"/><Relationship Id="rId8" Type="http://schemas.openxmlformats.org/officeDocument/2006/relationships/image" Target="../media/image194.png"/><Relationship Id="rId51" Type="http://schemas.openxmlformats.org/officeDocument/2006/relationships/customXml" Target="../ink/ink218.xml"/><Relationship Id="rId72" Type="http://schemas.openxmlformats.org/officeDocument/2006/relationships/image" Target="../media/image225.png"/><Relationship Id="rId80" Type="http://schemas.openxmlformats.org/officeDocument/2006/relationships/image" Target="../media/image229.png"/><Relationship Id="rId85" Type="http://schemas.openxmlformats.org/officeDocument/2006/relationships/customXml" Target="../ink/ink235.xml"/><Relationship Id="rId93" Type="http://schemas.openxmlformats.org/officeDocument/2006/relationships/customXml" Target="../ink/ink239.xml"/><Relationship Id="rId3" Type="http://schemas.openxmlformats.org/officeDocument/2006/relationships/customXml" Target="../ink/ink194.xml"/><Relationship Id="rId12" Type="http://schemas.openxmlformats.org/officeDocument/2006/relationships/image" Target="../media/image196.png"/><Relationship Id="rId17" Type="http://schemas.openxmlformats.org/officeDocument/2006/relationships/customXml" Target="../ink/ink201.xml"/><Relationship Id="rId25" Type="http://schemas.openxmlformats.org/officeDocument/2006/relationships/customXml" Target="../ink/ink205.xml"/><Relationship Id="rId33" Type="http://schemas.openxmlformats.org/officeDocument/2006/relationships/customXml" Target="../ink/ink209.xml"/><Relationship Id="rId38" Type="http://schemas.openxmlformats.org/officeDocument/2006/relationships/image" Target="../media/image209.png"/><Relationship Id="rId46" Type="http://schemas.openxmlformats.org/officeDocument/2006/relationships/image" Target="../media/image213.png"/><Relationship Id="rId59" Type="http://schemas.openxmlformats.org/officeDocument/2006/relationships/customXml" Target="../ink/ink222.xml"/><Relationship Id="rId67" Type="http://schemas.openxmlformats.org/officeDocument/2006/relationships/customXml" Target="../ink/ink226.xml"/><Relationship Id="rId20" Type="http://schemas.openxmlformats.org/officeDocument/2006/relationships/image" Target="../media/image200.png"/><Relationship Id="rId41" Type="http://schemas.openxmlformats.org/officeDocument/2006/relationships/customXml" Target="../ink/ink213.xml"/><Relationship Id="rId54" Type="http://schemas.openxmlformats.org/officeDocument/2006/relationships/image" Target="../media/image217.png"/><Relationship Id="rId62" Type="http://schemas.openxmlformats.org/officeDocument/2006/relationships/image" Target="../media/image220.png"/><Relationship Id="rId70" Type="http://schemas.openxmlformats.org/officeDocument/2006/relationships/image" Target="../media/image224.png"/><Relationship Id="rId75" Type="http://schemas.openxmlformats.org/officeDocument/2006/relationships/customXml" Target="../ink/ink230.xml"/><Relationship Id="rId83" Type="http://schemas.openxmlformats.org/officeDocument/2006/relationships/customXml" Target="../ink/ink234.xml"/><Relationship Id="rId88" Type="http://schemas.openxmlformats.org/officeDocument/2006/relationships/image" Target="../media/image233.png"/><Relationship Id="rId91" Type="http://schemas.openxmlformats.org/officeDocument/2006/relationships/customXml" Target="../ink/ink238.xml"/><Relationship Id="rId96" Type="http://schemas.openxmlformats.org/officeDocument/2006/relationships/image" Target="../media/image23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3.png"/><Relationship Id="rId15" Type="http://schemas.openxmlformats.org/officeDocument/2006/relationships/customXml" Target="../ink/ink200.xml"/><Relationship Id="rId23" Type="http://schemas.openxmlformats.org/officeDocument/2006/relationships/customXml" Target="../ink/ink204.xml"/><Relationship Id="rId28" Type="http://schemas.openxmlformats.org/officeDocument/2006/relationships/image" Target="../media/image204.png"/><Relationship Id="rId36" Type="http://schemas.openxmlformats.org/officeDocument/2006/relationships/image" Target="../media/image208.png"/><Relationship Id="rId49" Type="http://schemas.openxmlformats.org/officeDocument/2006/relationships/customXml" Target="../ink/ink217.xml"/><Relationship Id="rId57" Type="http://schemas.openxmlformats.org/officeDocument/2006/relationships/customXml" Target="../ink/ink221.xml"/><Relationship Id="rId10" Type="http://schemas.openxmlformats.org/officeDocument/2006/relationships/image" Target="../media/image195.png"/><Relationship Id="rId31" Type="http://schemas.openxmlformats.org/officeDocument/2006/relationships/customXml" Target="../ink/ink208.xml"/><Relationship Id="rId44" Type="http://schemas.openxmlformats.org/officeDocument/2006/relationships/image" Target="../media/image212.png"/><Relationship Id="rId52" Type="http://schemas.openxmlformats.org/officeDocument/2006/relationships/image" Target="../media/image216.png"/><Relationship Id="rId60" Type="http://schemas.openxmlformats.org/officeDocument/2006/relationships/image" Target="../media/image16.png"/><Relationship Id="rId65" Type="http://schemas.openxmlformats.org/officeDocument/2006/relationships/customXml" Target="../ink/ink225.xml"/><Relationship Id="rId73" Type="http://schemas.openxmlformats.org/officeDocument/2006/relationships/customXml" Target="../ink/ink229.xml"/><Relationship Id="rId78" Type="http://schemas.openxmlformats.org/officeDocument/2006/relationships/image" Target="../media/image228.png"/><Relationship Id="rId81" Type="http://schemas.openxmlformats.org/officeDocument/2006/relationships/customXml" Target="../ink/ink233.xml"/><Relationship Id="rId86" Type="http://schemas.openxmlformats.org/officeDocument/2006/relationships/image" Target="../media/image232.png"/><Relationship Id="rId94" Type="http://schemas.openxmlformats.org/officeDocument/2006/relationships/image" Target="../media/image236.png"/><Relationship Id="rId4" Type="http://schemas.openxmlformats.org/officeDocument/2006/relationships/image" Target="../media/image192.png"/><Relationship Id="rId9" Type="http://schemas.openxmlformats.org/officeDocument/2006/relationships/customXml" Target="../ink/ink197.xml"/><Relationship Id="rId13" Type="http://schemas.openxmlformats.org/officeDocument/2006/relationships/customXml" Target="../ink/ink199.xml"/><Relationship Id="rId18" Type="http://schemas.openxmlformats.org/officeDocument/2006/relationships/image" Target="../media/image199.png"/><Relationship Id="rId39" Type="http://schemas.openxmlformats.org/officeDocument/2006/relationships/customXml" Target="../ink/ink212.xml"/><Relationship Id="rId34" Type="http://schemas.openxmlformats.org/officeDocument/2006/relationships/image" Target="../media/image207.png"/><Relationship Id="rId50" Type="http://schemas.openxmlformats.org/officeDocument/2006/relationships/image" Target="../media/image215.png"/><Relationship Id="rId55" Type="http://schemas.openxmlformats.org/officeDocument/2006/relationships/customXml" Target="../ink/ink220.xml"/><Relationship Id="rId76" Type="http://schemas.openxmlformats.org/officeDocument/2006/relationships/image" Target="../media/image227.png"/><Relationship Id="rId7" Type="http://schemas.openxmlformats.org/officeDocument/2006/relationships/customXml" Target="../ink/ink196.xml"/><Relationship Id="rId71" Type="http://schemas.openxmlformats.org/officeDocument/2006/relationships/customXml" Target="../ink/ink228.xml"/><Relationship Id="rId92" Type="http://schemas.openxmlformats.org/officeDocument/2006/relationships/image" Target="../media/image235.png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207.xml"/><Relationship Id="rId24" Type="http://schemas.openxmlformats.org/officeDocument/2006/relationships/image" Target="../media/image202.png"/><Relationship Id="rId40" Type="http://schemas.openxmlformats.org/officeDocument/2006/relationships/image" Target="../media/image210.png"/><Relationship Id="rId45" Type="http://schemas.openxmlformats.org/officeDocument/2006/relationships/customXml" Target="../ink/ink215.xml"/><Relationship Id="rId66" Type="http://schemas.openxmlformats.org/officeDocument/2006/relationships/image" Target="../media/image222.png"/><Relationship Id="rId87" Type="http://schemas.openxmlformats.org/officeDocument/2006/relationships/customXml" Target="../ink/ink236.xml"/><Relationship Id="rId61" Type="http://schemas.openxmlformats.org/officeDocument/2006/relationships/customXml" Target="../ink/ink223.xml"/><Relationship Id="rId82" Type="http://schemas.openxmlformats.org/officeDocument/2006/relationships/image" Target="../media/image230.png"/><Relationship Id="rId19" Type="http://schemas.openxmlformats.org/officeDocument/2006/relationships/customXml" Target="../ink/ink202.xml"/><Relationship Id="rId14" Type="http://schemas.openxmlformats.org/officeDocument/2006/relationships/image" Target="../media/image197.png"/><Relationship Id="rId30" Type="http://schemas.openxmlformats.org/officeDocument/2006/relationships/image" Target="../media/image205.png"/><Relationship Id="rId35" Type="http://schemas.openxmlformats.org/officeDocument/2006/relationships/customXml" Target="../ink/ink210.xml"/><Relationship Id="rId56" Type="http://schemas.openxmlformats.org/officeDocument/2006/relationships/image" Target="../media/image218.png"/><Relationship Id="rId77" Type="http://schemas.openxmlformats.org/officeDocument/2006/relationships/customXml" Target="../ink/ink23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46.xml"/><Relationship Id="rId18" Type="http://schemas.openxmlformats.org/officeDocument/2006/relationships/image" Target="../media/image245.png"/><Relationship Id="rId26" Type="http://schemas.openxmlformats.org/officeDocument/2006/relationships/image" Target="../media/image167.png"/><Relationship Id="rId39" Type="http://schemas.openxmlformats.org/officeDocument/2006/relationships/customXml" Target="../ink/ink260.xml"/><Relationship Id="rId21" Type="http://schemas.openxmlformats.org/officeDocument/2006/relationships/customXml" Target="../ink/ink250.xml"/><Relationship Id="rId34" Type="http://schemas.openxmlformats.org/officeDocument/2006/relationships/customXml" Target="../ink/ink257.xml"/><Relationship Id="rId42" Type="http://schemas.openxmlformats.org/officeDocument/2006/relationships/image" Target="../media/image254.png"/><Relationship Id="rId47" Type="http://schemas.openxmlformats.org/officeDocument/2006/relationships/customXml" Target="../ink/ink264.xml"/><Relationship Id="rId7" Type="http://schemas.openxmlformats.org/officeDocument/2006/relationships/customXml" Target="../ink/ink243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44.png"/><Relationship Id="rId29" Type="http://schemas.openxmlformats.org/officeDocument/2006/relationships/customXml" Target="../ink/ink25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9.png"/><Relationship Id="rId11" Type="http://schemas.openxmlformats.org/officeDocument/2006/relationships/customXml" Target="../ink/ink245.xml"/><Relationship Id="rId24" Type="http://schemas.openxmlformats.org/officeDocument/2006/relationships/image" Target="../media/image16.png"/><Relationship Id="rId32" Type="http://schemas.openxmlformats.org/officeDocument/2006/relationships/customXml" Target="../ink/ink256.xml"/><Relationship Id="rId37" Type="http://schemas.openxmlformats.org/officeDocument/2006/relationships/customXml" Target="../ink/ink259.xml"/><Relationship Id="rId40" Type="http://schemas.openxmlformats.org/officeDocument/2006/relationships/image" Target="../media/image253.png"/><Relationship Id="rId45" Type="http://schemas.openxmlformats.org/officeDocument/2006/relationships/customXml" Target="../ink/ink263.xml"/><Relationship Id="rId5" Type="http://schemas.openxmlformats.org/officeDocument/2006/relationships/customXml" Target="../ink/ink242.xml"/><Relationship Id="rId15" Type="http://schemas.openxmlformats.org/officeDocument/2006/relationships/customXml" Target="../ink/ink247.xml"/><Relationship Id="rId23" Type="http://schemas.openxmlformats.org/officeDocument/2006/relationships/customXml" Target="../ink/ink251.xml"/><Relationship Id="rId28" Type="http://schemas.openxmlformats.org/officeDocument/2006/relationships/image" Target="../media/image248.png"/><Relationship Id="rId36" Type="http://schemas.openxmlformats.org/officeDocument/2006/relationships/customXml" Target="../ink/ink258.xml"/><Relationship Id="rId10" Type="http://schemas.openxmlformats.org/officeDocument/2006/relationships/image" Target="../media/image241.png"/><Relationship Id="rId19" Type="http://schemas.openxmlformats.org/officeDocument/2006/relationships/customXml" Target="../ink/ink249.xml"/><Relationship Id="rId31" Type="http://schemas.openxmlformats.org/officeDocument/2006/relationships/image" Target="../media/image249.png"/><Relationship Id="rId44" Type="http://schemas.openxmlformats.org/officeDocument/2006/relationships/image" Target="../media/image255.png"/><Relationship Id="rId4" Type="http://schemas.openxmlformats.org/officeDocument/2006/relationships/image" Target="../media/image238.png"/><Relationship Id="rId9" Type="http://schemas.openxmlformats.org/officeDocument/2006/relationships/customXml" Target="../ink/ink244.xml"/><Relationship Id="rId14" Type="http://schemas.openxmlformats.org/officeDocument/2006/relationships/image" Target="../media/image243.png"/><Relationship Id="rId22" Type="http://schemas.openxmlformats.org/officeDocument/2006/relationships/image" Target="../media/image247.png"/><Relationship Id="rId27" Type="http://schemas.openxmlformats.org/officeDocument/2006/relationships/customXml" Target="../ink/ink253.xml"/><Relationship Id="rId30" Type="http://schemas.openxmlformats.org/officeDocument/2006/relationships/customXml" Target="../ink/ink255.xml"/><Relationship Id="rId35" Type="http://schemas.openxmlformats.org/officeDocument/2006/relationships/image" Target="../media/image251.png"/><Relationship Id="rId43" Type="http://schemas.openxmlformats.org/officeDocument/2006/relationships/customXml" Target="../ink/ink262.xml"/><Relationship Id="rId8" Type="http://schemas.openxmlformats.org/officeDocument/2006/relationships/image" Target="../media/image240.png"/><Relationship Id="rId3" Type="http://schemas.openxmlformats.org/officeDocument/2006/relationships/customXml" Target="../ink/ink241.xml"/><Relationship Id="rId12" Type="http://schemas.openxmlformats.org/officeDocument/2006/relationships/image" Target="../media/image242.png"/><Relationship Id="rId17" Type="http://schemas.openxmlformats.org/officeDocument/2006/relationships/customXml" Target="../ink/ink248.xml"/><Relationship Id="rId25" Type="http://schemas.openxmlformats.org/officeDocument/2006/relationships/customXml" Target="../ink/ink252.xml"/><Relationship Id="rId33" Type="http://schemas.openxmlformats.org/officeDocument/2006/relationships/image" Target="../media/image250.png"/><Relationship Id="rId38" Type="http://schemas.openxmlformats.org/officeDocument/2006/relationships/image" Target="../media/image252.png"/><Relationship Id="rId46" Type="http://schemas.openxmlformats.org/officeDocument/2006/relationships/image" Target="../media/image256.png"/><Relationship Id="rId20" Type="http://schemas.openxmlformats.org/officeDocument/2006/relationships/image" Target="../media/image246.png"/><Relationship Id="rId41" Type="http://schemas.openxmlformats.org/officeDocument/2006/relationships/customXml" Target="../ink/ink261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8.png"/><Relationship Id="rId21" Type="http://schemas.openxmlformats.org/officeDocument/2006/relationships/customXml" Target="../ink/ink274.xml"/><Relationship Id="rId42" Type="http://schemas.openxmlformats.org/officeDocument/2006/relationships/image" Target="../media/image276.png"/><Relationship Id="rId47" Type="http://schemas.openxmlformats.org/officeDocument/2006/relationships/customXml" Target="../ink/ink287.xml"/><Relationship Id="rId63" Type="http://schemas.openxmlformats.org/officeDocument/2006/relationships/image" Target="../media/image285.png"/><Relationship Id="rId68" Type="http://schemas.openxmlformats.org/officeDocument/2006/relationships/image" Target="../media/image287.png"/><Relationship Id="rId84" Type="http://schemas.openxmlformats.org/officeDocument/2006/relationships/image" Target="../media/image295.png"/><Relationship Id="rId89" Type="http://schemas.openxmlformats.org/officeDocument/2006/relationships/customXml" Target="../ink/ink309.xml"/><Relationship Id="rId112" Type="http://schemas.openxmlformats.org/officeDocument/2006/relationships/image" Target="../media/image309.png"/><Relationship Id="rId16" Type="http://schemas.openxmlformats.org/officeDocument/2006/relationships/image" Target="../media/image263.png"/><Relationship Id="rId107" Type="http://schemas.openxmlformats.org/officeDocument/2006/relationships/customXml" Target="../ink/ink318.xml"/><Relationship Id="rId11" Type="http://schemas.openxmlformats.org/officeDocument/2006/relationships/customXml" Target="../ink/ink269.xml"/><Relationship Id="rId32" Type="http://schemas.openxmlformats.org/officeDocument/2006/relationships/image" Target="../media/image271.png"/><Relationship Id="rId37" Type="http://schemas.openxmlformats.org/officeDocument/2006/relationships/customXml" Target="../ink/ink282.xml"/><Relationship Id="rId53" Type="http://schemas.openxmlformats.org/officeDocument/2006/relationships/customXml" Target="../ink/ink290.xml"/><Relationship Id="rId58" Type="http://schemas.openxmlformats.org/officeDocument/2006/relationships/customXml" Target="../ink/ink293.xml"/><Relationship Id="rId74" Type="http://schemas.openxmlformats.org/officeDocument/2006/relationships/image" Target="../media/image290.png"/><Relationship Id="rId79" Type="http://schemas.openxmlformats.org/officeDocument/2006/relationships/customXml" Target="../ink/ink304.xml"/><Relationship Id="rId102" Type="http://schemas.openxmlformats.org/officeDocument/2006/relationships/image" Target="../media/image304.png"/><Relationship Id="rId5" Type="http://schemas.openxmlformats.org/officeDocument/2006/relationships/customXml" Target="../ink/ink266.xml"/><Relationship Id="rId90" Type="http://schemas.openxmlformats.org/officeDocument/2006/relationships/image" Target="../media/image298.png"/><Relationship Id="rId95" Type="http://schemas.openxmlformats.org/officeDocument/2006/relationships/customXml" Target="../ink/ink312.xml"/><Relationship Id="rId22" Type="http://schemas.openxmlformats.org/officeDocument/2006/relationships/image" Target="../media/image266.png"/><Relationship Id="rId27" Type="http://schemas.openxmlformats.org/officeDocument/2006/relationships/customXml" Target="../ink/ink277.xml"/><Relationship Id="rId43" Type="http://schemas.openxmlformats.org/officeDocument/2006/relationships/customXml" Target="../ink/ink285.xml"/><Relationship Id="rId48" Type="http://schemas.openxmlformats.org/officeDocument/2006/relationships/image" Target="../media/image278.png"/><Relationship Id="rId64" Type="http://schemas.openxmlformats.org/officeDocument/2006/relationships/customXml" Target="../ink/ink296.xml"/><Relationship Id="rId69" Type="http://schemas.openxmlformats.org/officeDocument/2006/relationships/customXml" Target="../ink/ink299.xml"/><Relationship Id="rId113" Type="http://schemas.openxmlformats.org/officeDocument/2006/relationships/customXml" Target="../ink/ink321.xml"/><Relationship Id="rId80" Type="http://schemas.openxmlformats.org/officeDocument/2006/relationships/image" Target="../media/image293.png"/><Relationship Id="rId85" Type="http://schemas.openxmlformats.org/officeDocument/2006/relationships/customXml" Target="../ink/ink307.xml"/><Relationship Id="rId12" Type="http://schemas.openxmlformats.org/officeDocument/2006/relationships/image" Target="../media/image261.png"/><Relationship Id="rId17" Type="http://schemas.openxmlformats.org/officeDocument/2006/relationships/customXml" Target="../ink/ink272.xml"/><Relationship Id="rId33" Type="http://schemas.openxmlformats.org/officeDocument/2006/relationships/customXml" Target="../ink/ink280.xml"/><Relationship Id="rId38" Type="http://schemas.openxmlformats.org/officeDocument/2006/relationships/image" Target="../media/image274.png"/><Relationship Id="rId59" Type="http://schemas.openxmlformats.org/officeDocument/2006/relationships/image" Target="../media/image283.png"/><Relationship Id="rId103" Type="http://schemas.openxmlformats.org/officeDocument/2006/relationships/customXml" Target="../ink/ink316.xml"/><Relationship Id="rId108" Type="http://schemas.openxmlformats.org/officeDocument/2006/relationships/image" Target="../media/image307.png"/><Relationship Id="rId54" Type="http://schemas.openxmlformats.org/officeDocument/2006/relationships/image" Target="../media/image281.png"/><Relationship Id="rId70" Type="http://schemas.openxmlformats.org/officeDocument/2006/relationships/image" Target="../media/image288.png"/><Relationship Id="rId75" Type="http://schemas.openxmlformats.org/officeDocument/2006/relationships/customXml" Target="../ink/ink302.xml"/><Relationship Id="rId91" Type="http://schemas.openxmlformats.org/officeDocument/2006/relationships/customXml" Target="../ink/ink310.xml"/><Relationship Id="rId96" Type="http://schemas.openxmlformats.org/officeDocument/2006/relationships/image" Target="../media/image30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8.png"/><Relationship Id="rId15" Type="http://schemas.openxmlformats.org/officeDocument/2006/relationships/customXml" Target="../ink/ink271.xml"/><Relationship Id="rId23" Type="http://schemas.openxmlformats.org/officeDocument/2006/relationships/customXml" Target="../ink/ink275.xml"/><Relationship Id="rId28" Type="http://schemas.openxmlformats.org/officeDocument/2006/relationships/image" Target="../media/image269.png"/><Relationship Id="rId36" Type="http://schemas.openxmlformats.org/officeDocument/2006/relationships/image" Target="../media/image273.png"/><Relationship Id="rId49" Type="http://schemas.openxmlformats.org/officeDocument/2006/relationships/customXml" Target="../ink/ink288.xml"/><Relationship Id="rId57" Type="http://schemas.openxmlformats.org/officeDocument/2006/relationships/customXml" Target="../ink/ink292.xml"/><Relationship Id="rId106" Type="http://schemas.openxmlformats.org/officeDocument/2006/relationships/image" Target="../media/image306.png"/><Relationship Id="rId114" Type="http://schemas.openxmlformats.org/officeDocument/2006/relationships/image" Target="../media/image310.png"/><Relationship Id="rId10" Type="http://schemas.openxmlformats.org/officeDocument/2006/relationships/image" Target="../media/image260.png"/><Relationship Id="rId31" Type="http://schemas.openxmlformats.org/officeDocument/2006/relationships/customXml" Target="../ink/ink279.xml"/><Relationship Id="rId44" Type="http://schemas.openxmlformats.org/officeDocument/2006/relationships/image" Target="../media/image277.png"/><Relationship Id="rId52" Type="http://schemas.openxmlformats.org/officeDocument/2006/relationships/image" Target="../media/image280.png"/><Relationship Id="rId60" Type="http://schemas.openxmlformats.org/officeDocument/2006/relationships/customXml" Target="../ink/ink294.xml"/><Relationship Id="rId65" Type="http://schemas.openxmlformats.org/officeDocument/2006/relationships/image" Target="../media/image286.png"/><Relationship Id="rId73" Type="http://schemas.openxmlformats.org/officeDocument/2006/relationships/customXml" Target="../ink/ink301.xml"/><Relationship Id="rId78" Type="http://schemas.openxmlformats.org/officeDocument/2006/relationships/image" Target="../media/image292.png"/><Relationship Id="rId81" Type="http://schemas.openxmlformats.org/officeDocument/2006/relationships/customXml" Target="../ink/ink305.xml"/><Relationship Id="rId86" Type="http://schemas.openxmlformats.org/officeDocument/2006/relationships/image" Target="../media/image296.png"/><Relationship Id="rId94" Type="http://schemas.openxmlformats.org/officeDocument/2006/relationships/image" Target="../media/image300.png"/><Relationship Id="rId99" Type="http://schemas.openxmlformats.org/officeDocument/2006/relationships/customXml" Target="../ink/ink314.xml"/><Relationship Id="rId101" Type="http://schemas.openxmlformats.org/officeDocument/2006/relationships/customXml" Target="../ink/ink315.xml"/><Relationship Id="rId4" Type="http://schemas.openxmlformats.org/officeDocument/2006/relationships/image" Target="../media/image257.png"/><Relationship Id="rId9" Type="http://schemas.openxmlformats.org/officeDocument/2006/relationships/customXml" Target="../ink/ink268.xml"/><Relationship Id="rId13" Type="http://schemas.openxmlformats.org/officeDocument/2006/relationships/customXml" Target="../ink/ink270.xml"/><Relationship Id="rId18" Type="http://schemas.openxmlformats.org/officeDocument/2006/relationships/image" Target="../media/image264.png"/><Relationship Id="rId39" Type="http://schemas.openxmlformats.org/officeDocument/2006/relationships/customXml" Target="../ink/ink283.xml"/><Relationship Id="rId109" Type="http://schemas.openxmlformats.org/officeDocument/2006/relationships/customXml" Target="../ink/ink319.xml"/><Relationship Id="rId34" Type="http://schemas.openxmlformats.org/officeDocument/2006/relationships/image" Target="../media/image272.png"/><Relationship Id="rId50" Type="http://schemas.openxmlformats.org/officeDocument/2006/relationships/image" Target="../media/image279.png"/><Relationship Id="rId55" Type="http://schemas.openxmlformats.org/officeDocument/2006/relationships/customXml" Target="../ink/ink291.xml"/><Relationship Id="rId76" Type="http://schemas.openxmlformats.org/officeDocument/2006/relationships/image" Target="../media/image291.png"/><Relationship Id="rId97" Type="http://schemas.openxmlformats.org/officeDocument/2006/relationships/customXml" Target="../ink/ink313.xml"/><Relationship Id="rId104" Type="http://schemas.openxmlformats.org/officeDocument/2006/relationships/image" Target="../media/image305.png"/><Relationship Id="rId7" Type="http://schemas.openxmlformats.org/officeDocument/2006/relationships/customXml" Target="../ink/ink267.xml"/><Relationship Id="rId71" Type="http://schemas.openxmlformats.org/officeDocument/2006/relationships/customXml" Target="../ink/ink300.xml"/><Relationship Id="rId92" Type="http://schemas.openxmlformats.org/officeDocument/2006/relationships/image" Target="../media/image299.png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278.xml"/><Relationship Id="rId24" Type="http://schemas.openxmlformats.org/officeDocument/2006/relationships/image" Target="../media/image267.png"/><Relationship Id="rId40" Type="http://schemas.openxmlformats.org/officeDocument/2006/relationships/image" Target="../media/image275.png"/><Relationship Id="rId45" Type="http://schemas.openxmlformats.org/officeDocument/2006/relationships/customXml" Target="../ink/ink286.xml"/><Relationship Id="rId66" Type="http://schemas.openxmlformats.org/officeDocument/2006/relationships/customXml" Target="../ink/ink297.xml"/><Relationship Id="rId87" Type="http://schemas.openxmlformats.org/officeDocument/2006/relationships/customXml" Target="../ink/ink308.xml"/><Relationship Id="rId110" Type="http://schemas.openxmlformats.org/officeDocument/2006/relationships/image" Target="../media/image308.png"/><Relationship Id="rId115" Type="http://schemas.openxmlformats.org/officeDocument/2006/relationships/customXml" Target="../ink/ink322.xml"/><Relationship Id="rId61" Type="http://schemas.openxmlformats.org/officeDocument/2006/relationships/image" Target="../media/image284.png"/><Relationship Id="rId82" Type="http://schemas.openxmlformats.org/officeDocument/2006/relationships/image" Target="../media/image294.png"/><Relationship Id="rId19" Type="http://schemas.openxmlformats.org/officeDocument/2006/relationships/customXml" Target="../ink/ink273.xml"/><Relationship Id="rId14" Type="http://schemas.openxmlformats.org/officeDocument/2006/relationships/image" Target="../media/image262.png"/><Relationship Id="rId30" Type="http://schemas.openxmlformats.org/officeDocument/2006/relationships/image" Target="../media/image270.png"/><Relationship Id="rId35" Type="http://schemas.openxmlformats.org/officeDocument/2006/relationships/customXml" Target="../ink/ink281.xml"/><Relationship Id="rId56" Type="http://schemas.openxmlformats.org/officeDocument/2006/relationships/image" Target="../media/image282.png"/><Relationship Id="rId77" Type="http://schemas.openxmlformats.org/officeDocument/2006/relationships/customXml" Target="../ink/ink303.xml"/><Relationship Id="rId100" Type="http://schemas.openxmlformats.org/officeDocument/2006/relationships/image" Target="../media/image303.png"/><Relationship Id="rId105" Type="http://schemas.openxmlformats.org/officeDocument/2006/relationships/customXml" Target="../ink/ink317.xml"/><Relationship Id="rId8" Type="http://schemas.openxmlformats.org/officeDocument/2006/relationships/image" Target="../media/image259.png"/><Relationship Id="rId51" Type="http://schemas.openxmlformats.org/officeDocument/2006/relationships/customXml" Target="../ink/ink289.xml"/><Relationship Id="rId72" Type="http://schemas.openxmlformats.org/officeDocument/2006/relationships/image" Target="../media/image289.png"/><Relationship Id="rId93" Type="http://schemas.openxmlformats.org/officeDocument/2006/relationships/customXml" Target="../ink/ink311.xml"/><Relationship Id="rId98" Type="http://schemas.openxmlformats.org/officeDocument/2006/relationships/image" Target="../media/image302.png"/><Relationship Id="rId3" Type="http://schemas.openxmlformats.org/officeDocument/2006/relationships/customXml" Target="../ink/ink265.xml"/><Relationship Id="rId25" Type="http://schemas.openxmlformats.org/officeDocument/2006/relationships/customXml" Target="../ink/ink276.xml"/><Relationship Id="rId46" Type="http://schemas.openxmlformats.org/officeDocument/2006/relationships/image" Target="../media/image16.png"/><Relationship Id="rId67" Type="http://schemas.openxmlformats.org/officeDocument/2006/relationships/customXml" Target="../ink/ink298.xml"/><Relationship Id="rId116" Type="http://schemas.openxmlformats.org/officeDocument/2006/relationships/image" Target="../media/image311.png"/><Relationship Id="rId20" Type="http://schemas.openxmlformats.org/officeDocument/2006/relationships/image" Target="../media/image265.png"/><Relationship Id="rId41" Type="http://schemas.openxmlformats.org/officeDocument/2006/relationships/customXml" Target="../ink/ink284.xml"/><Relationship Id="rId62" Type="http://schemas.openxmlformats.org/officeDocument/2006/relationships/customXml" Target="../ink/ink295.xml"/><Relationship Id="rId83" Type="http://schemas.openxmlformats.org/officeDocument/2006/relationships/customXml" Target="../ink/ink306.xml"/><Relationship Id="rId88" Type="http://schemas.openxmlformats.org/officeDocument/2006/relationships/image" Target="../media/image297.png"/><Relationship Id="rId111" Type="http://schemas.openxmlformats.org/officeDocument/2006/relationships/customXml" Target="../ink/ink320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8.png"/><Relationship Id="rId21" Type="http://schemas.openxmlformats.org/officeDocument/2006/relationships/image" Target="../media/image321.png"/><Relationship Id="rId42" Type="http://schemas.openxmlformats.org/officeDocument/2006/relationships/customXml" Target="../ink/ink343.xml"/><Relationship Id="rId63" Type="http://schemas.openxmlformats.org/officeDocument/2006/relationships/image" Target="../media/image341.png"/><Relationship Id="rId84" Type="http://schemas.openxmlformats.org/officeDocument/2006/relationships/customXml" Target="../ink/ink364.xml"/><Relationship Id="rId138" Type="http://schemas.openxmlformats.org/officeDocument/2006/relationships/customXml" Target="../ink/ink391.xml"/><Relationship Id="rId159" Type="http://schemas.openxmlformats.org/officeDocument/2006/relationships/image" Target="../media/image389.png"/><Relationship Id="rId170" Type="http://schemas.openxmlformats.org/officeDocument/2006/relationships/customXml" Target="../ink/ink407.xml"/><Relationship Id="rId107" Type="http://schemas.openxmlformats.org/officeDocument/2006/relationships/image" Target="../media/image363.png"/><Relationship Id="rId11" Type="http://schemas.openxmlformats.org/officeDocument/2006/relationships/image" Target="../media/image316.png"/><Relationship Id="rId32" Type="http://schemas.openxmlformats.org/officeDocument/2006/relationships/customXml" Target="../ink/ink338.xml"/><Relationship Id="rId53" Type="http://schemas.openxmlformats.org/officeDocument/2006/relationships/image" Target="../media/image337.png"/><Relationship Id="rId74" Type="http://schemas.openxmlformats.org/officeDocument/2006/relationships/customXml" Target="../ink/ink359.xml"/><Relationship Id="rId128" Type="http://schemas.openxmlformats.org/officeDocument/2006/relationships/customXml" Target="../ink/ink386.xml"/><Relationship Id="rId149" Type="http://schemas.openxmlformats.org/officeDocument/2006/relationships/image" Target="../media/image384.png"/><Relationship Id="rId5" Type="http://schemas.openxmlformats.org/officeDocument/2006/relationships/image" Target="../media/image313.png"/><Relationship Id="rId95" Type="http://schemas.openxmlformats.org/officeDocument/2006/relationships/image" Target="../media/image357.png"/><Relationship Id="rId160" Type="http://schemas.openxmlformats.org/officeDocument/2006/relationships/customXml" Target="../ink/ink402.xml"/><Relationship Id="rId22" Type="http://schemas.openxmlformats.org/officeDocument/2006/relationships/customXml" Target="../ink/ink333.xml"/><Relationship Id="rId43" Type="http://schemas.openxmlformats.org/officeDocument/2006/relationships/image" Target="../media/image332.png"/><Relationship Id="rId64" Type="http://schemas.openxmlformats.org/officeDocument/2006/relationships/customXml" Target="../ink/ink354.xml"/><Relationship Id="rId118" Type="http://schemas.openxmlformats.org/officeDocument/2006/relationships/customXml" Target="../ink/ink381.xml"/><Relationship Id="rId139" Type="http://schemas.openxmlformats.org/officeDocument/2006/relationships/image" Target="../media/image379.png"/><Relationship Id="rId85" Type="http://schemas.openxmlformats.org/officeDocument/2006/relationships/image" Target="../media/image352.png"/><Relationship Id="rId150" Type="http://schemas.openxmlformats.org/officeDocument/2006/relationships/customXml" Target="../ink/ink397.xml"/><Relationship Id="rId171" Type="http://schemas.openxmlformats.org/officeDocument/2006/relationships/image" Target="../media/image395.png"/><Relationship Id="rId12" Type="http://schemas.openxmlformats.org/officeDocument/2006/relationships/customXml" Target="../ink/ink328.xml"/><Relationship Id="rId33" Type="http://schemas.openxmlformats.org/officeDocument/2006/relationships/image" Target="../media/image327.png"/><Relationship Id="rId108" Type="http://schemas.openxmlformats.org/officeDocument/2006/relationships/customXml" Target="../ink/ink376.xml"/><Relationship Id="rId129" Type="http://schemas.openxmlformats.org/officeDocument/2006/relationships/image" Target="../media/image374.png"/><Relationship Id="rId54" Type="http://schemas.openxmlformats.org/officeDocument/2006/relationships/customXml" Target="../ink/ink349.xml"/><Relationship Id="rId75" Type="http://schemas.openxmlformats.org/officeDocument/2006/relationships/image" Target="../media/image347.png"/><Relationship Id="rId96" Type="http://schemas.openxmlformats.org/officeDocument/2006/relationships/customXml" Target="../ink/ink370.xml"/><Relationship Id="rId140" Type="http://schemas.openxmlformats.org/officeDocument/2006/relationships/customXml" Target="../ink/ink392.xml"/><Relationship Id="rId161" Type="http://schemas.openxmlformats.org/officeDocument/2006/relationships/image" Target="../media/image390.png"/><Relationship Id="rId6" Type="http://schemas.openxmlformats.org/officeDocument/2006/relationships/customXml" Target="../ink/ink325.xml"/><Relationship Id="rId23" Type="http://schemas.openxmlformats.org/officeDocument/2006/relationships/image" Target="../media/image322.png"/><Relationship Id="rId28" Type="http://schemas.openxmlformats.org/officeDocument/2006/relationships/customXml" Target="../ink/ink336.xml"/><Relationship Id="rId49" Type="http://schemas.openxmlformats.org/officeDocument/2006/relationships/image" Target="../media/image335.png"/><Relationship Id="rId114" Type="http://schemas.openxmlformats.org/officeDocument/2006/relationships/customXml" Target="../ink/ink379.xml"/><Relationship Id="rId119" Type="http://schemas.openxmlformats.org/officeDocument/2006/relationships/image" Target="../media/image369.png"/><Relationship Id="rId44" Type="http://schemas.openxmlformats.org/officeDocument/2006/relationships/customXml" Target="../ink/ink344.xml"/><Relationship Id="rId60" Type="http://schemas.openxmlformats.org/officeDocument/2006/relationships/customXml" Target="../ink/ink352.xml"/><Relationship Id="rId65" Type="http://schemas.openxmlformats.org/officeDocument/2006/relationships/image" Target="../media/image342.png"/><Relationship Id="rId81" Type="http://schemas.openxmlformats.org/officeDocument/2006/relationships/image" Target="../media/image350.png"/><Relationship Id="rId86" Type="http://schemas.openxmlformats.org/officeDocument/2006/relationships/customXml" Target="../ink/ink365.xml"/><Relationship Id="rId130" Type="http://schemas.openxmlformats.org/officeDocument/2006/relationships/customXml" Target="../ink/ink387.xml"/><Relationship Id="rId135" Type="http://schemas.openxmlformats.org/officeDocument/2006/relationships/image" Target="../media/image377.png"/><Relationship Id="rId151" Type="http://schemas.openxmlformats.org/officeDocument/2006/relationships/image" Target="../media/image385.png"/><Relationship Id="rId156" Type="http://schemas.openxmlformats.org/officeDocument/2006/relationships/customXml" Target="../ink/ink400.xml"/><Relationship Id="rId177" Type="http://schemas.openxmlformats.org/officeDocument/2006/relationships/image" Target="../media/image398.png"/><Relationship Id="rId172" Type="http://schemas.openxmlformats.org/officeDocument/2006/relationships/customXml" Target="../ink/ink408.xml"/><Relationship Id="rId13" Type="http://schemas.openxmlformats.org/officeDocument/2006/relationships/image" Target="../media/image317.png"/><Relationship Id="rId18" Type="http://schemas.openxmlformats.org/officeDocument/2006/relationships/customXml" Target="../ink/ink331.xml"/><Relationship Id="rId39" Type="http://schemas.openxmlformats.org/officeDocument/2006/relationships/image" Target="../media/image330.png"/><Relationship Id="rId109" Type="http://schemas.openxmlformats.org/officeDocument/2006/relationships/image" Target="../media/image364.png"/><Relationship Id="rId34" Type="http://schemas.openxmlformats.org/officeDocument/2006/relationships/customXml" Target="../ink/ink339.xml"/><Relationship Id="rId50" Type="http://schemas.openxmlformats.org/officeDocument/2006/relationships/customXml" Target="../ink/ink347.xml"/><Relationship Id="rId55" Type="http://schemas.openxmlformats.org/officeDocument/2006/relationships/image" Target="../media/image16.png"/><Relationship Id="rId76" Type="http://schemas.openxmlformats.org/officeDocument/2006/relationships/customXml" Target="../ink/ink360.xml"/><Relationship Id="rId97" Type="http://schemas.openxmlformats.org/officeDocument/2006/relationships/image" Target="../media/image358.png"/><Relationship Id="rId104" Type="http://schemas.openxmlformats.org/officeDocument/2006/relationships/customXml" Target="../ink/ink374.xml"/><Relationship Id="rId120" Type="http://schemas.openxmlformats.org/officeDocument/2006/relationships/customXml" Target="../ink/ink382.xml"/><Relationship Id="rId125" Type="http://schemas.openxmlformats.org/officeDocument/2006/relationships/image" Target="../media/image372.png"/><Relationship Id="rId141" Type="http://schemas.openxmlformats.org/officeDocument/2006/relationships/image" Target="../media/image380.png"/><Relationship Id="rId146" Type="http://schemas.openxmlformats.org/officeDocument/2006/relationships/customXml" Target="../ink/ink395.xml"/><Relationship Id="rId167" Type="http://schemas.openxmlformats.org/officeDocument/2006/relationships/image" Target="../media/image393.png"/><Relationship Id="rId7" Type="http://schemas.openxmlformats.org/officeDocument/2006/relationships/image" Target="../media/image314.png"/><Relationship Id="rId71" Type="http://schemas.openxmlformats.org/officeDocument/2006/relationships/image" Target="../media/image345.png"/><Relationship Id="rId92" Type="http://schemas.openxmlformats.org/officeDocument/2006/relationships/customXml" Target="../ink/ink368.xml"/><Relationship Id="rId162" Type="http://schemas.openxmlformats.org/officeDocument/2006/relationships/customXml" Target="../ink/ink403.xml"/><Relationship Id="rId2" Type="http://schemas.openxmlformats.org/officeDocument/2006/relationships/customXml" Target="../ink/ink323.xml"/><Relationship Id="rId29" Type="http://schemas.openxmlformats.org/officeDocument/2006/relationships/image" Target="../media/image325.png"/><Relationship Id="rId24" Type="http://schemas.openxmlformats.org/officeDocument/2006/relationships/customXml" Target="../ink/ink334.xml"/><Relationship Id="rId40" Type="http://schemas.openxmlformats.org/officeDocument/2006/relationships/customXml" Target="../ink/ink342.xml"/><Relationship Id="rId45" Type="http://schemas.openxmlformats.org/officeDocument/2006/relationships/image" Target="../media/image333.png"/><Relationship Id="rId66" Type="http://schemas.openxmlformats.org/officeDocument/2006/relationships/customXml" Target="../ink/ink355.xml"/><Relationship Id="rId87" Type="http://schemas.openxmlformats.org/officeDocument/2006/relationships/image" Target="../media/image353.png"/><Relationship Id="rId110" Type="http://schemas.openxmlformats.org/officeDocument/2006/relationships/customXml" Target="../ink/ink377.xml"/><Relationship Id="rId115" Type="http://schemas.openxmlformats.org/officeDocument/2006/relationships/image" Target="../media/image367.png"/><Relationship Id="rId131" Type="http://schemas.openxmlformats.org/officeDocument/2006/relationships/image" Target="../media/image375.png"/><Relationship Id="rId136" Type="http://schemas.openxmlformats.org/officeDocument/2006/relationships/customXml" Target="../ink/ink390.xml"/><Relationship Id="rId157" Type="http://schemas.openxmlformats.org/officeDocument/2006/relationships/image" Target="../media/image388.png"/><Relationship Id="rId178" Type="http://schemas.openxmlformats.org/officeDocument/2006/relationships/customXml" Target="../ink/ink411.xml"/><Relationship Id="rId61" Type="http://schemas.openxmlformats.org/officeDocument/2006/relationships/image" Target="../media/image340.png"/><Relationship Id="rId82" Type="http://schemas.openxmlformats.org/officeDocument/2006/relationships/customXml" Target="../ink/ink363.xml"/><Relationship Id="rId152" Type="http://schemas.openxmlformats.org/officeDocument/2006/relationships/customXml" Target="../ink/ink398.xml"/><Relationship Id="rId173" Type="http://schemas.openxmlformats.org/officeDocument/2006/relationships/image" Target="../media/image396.png"/><Relationship Id="rId19" Type="http://schemas.openxmlformats.org/officeDocument/2006/relationships/image" Target="../media/image320.png"/><Relationship Id="rId14" Type="http://schemas.openxmlformats.org/officeDocument/2006/relationships/customXml" Target="../ink/ink329.xml"/><Relationship Id="rId30" Type="http://schemas.openxmlformats.org/officeDocument/2006/relationships/customXml" Target="../ink/ink337.xml"/><Relationship Id="rId35" Type="http://schemas.openxmlformats.org/officeDocument/2006/relationships/image" Target="../media/image328.png"/><Relationship Id="rId56" Type="http://schemas.openxmlformats.org/officeDocument/2006/relationships/customXml" Target="../ink/ink350.xml"/><Relationship Id="rId77" Type="http://schemas.openxmlformats.org/officeDocument/2006/relationships/image" Target="../media/image348.png"/><Relationship Id="rId100" Type="http://schemas.openxmlformats.org/officeDocument/2006/relationships/customXml" Target="../ink/ink372.xml"/><Relationship Id="rId105" Type="http://schemas.openxmlformats.org/officeDocument/2006/relationships/image" Target="../media/image362.png"/><Relationship Id="rId126" Type="http://schemas.openxmlformats.org/officeDocument/2006/relationships/customXml" Target="../ink/ink385.xml"/><Relationship Id="rId147" Type="http://schemas.openxmlformats.org/officeDocument/2006/relationships/image" Target="../media/image383.png"/><Relationship Id="rId168" Type="http://schemas.openxmlformats.org/officeDocument/2006/relationships/customXml" Target="../ink/ink406.xml"/><Relationship Id="rId8" Type="http://schemas.openxmlformats.org/officeDocument/2006/relationships/customXml" Target="../ink/ink326.xml"/><Relationship Id="rId51" Type="http://schemas.openxmlformats.org/officeDocument/2006/relationships/image" Target="../media/image336.png"/><Relationship Id="rId72" Type="http://schemas.openxmlformats.org/officeDocument/2006/relationships/customXml" Target="../ink/ink358.xml"/><Relationship Id="rId93" Type="http://schemas.openxmlformats.org/officeDocument/2006/relationships/image" Target="../media/image356.png"/><Relationship Id="rId98" Type="http://schemas.openxmlformats.org/officeDocument/2006/relationships/customXml" Target="../ink/ink371.xml"/><Relationship Id="rId121" Type="http://schemas.openxmlformats.org/officeDocument/2006/relationships/image" Target="../media/image370.png"/><Relationship Id="rId142" Type="http://schemas.openxmlformats.org/officeDocument/2006/relationships/customXml" Target="../ink/ink393.xml"/><Relationship Id="rId163" Type="http://schemas.openxmlformats.org/officeDocument/2006/relationships/image" Target="../media/image391.png"/><Relationship Id="rId3" Type="http://schemas.openxmlformats.org/officeDocument/2006/relationships/image" Target="../media/image312.png"/><Relationship Id="rId25" Type="http://schemas.openxmlformats.org/officeDocument/2006/relationships/image" Target="../media/image323.png"/><Relationship Id="rId46" Type="http://schemas.openxmlformats.org/officeDocument/2006/relationships/customXml" Target="../ink/ink345.xml"/><Relationship Id="rId67" Type="http://schemas.openxmlformats.org/officeDocument/2006/relationships/image" Target="../media/image343.png"/><Relationship Id="rId116" Type="http://schemas.openxmlformats.org/officeDocument/2006/relationships/customXml" Target="../ink/ink380.xml"/><Relationship Id="rId137" Type="http://schemas.openxmlformats.org/officeDocument/2006/relationships/image" Target="../media/image378.png"/><Relationship Id="rId158" Type="http://schemas.openxmlformats.org/officeDocument/2006/relationships/customXml" Target="../ink/ink401.xml"/><Relationship Id="rId20" Type="http://schemas.openxmlformats.org/officeDocument/2006/relationships/customXml" Target="../ink/ink332.xml"/><Relationship Id="rId41" Type="http://schemas.openxmlformats.org/officeDocument/2006/relationships/image" Target="../media/image331.png"/><Relationship Id="rId62" Type="http://schemas.openxmlformats.org/officeDocument/2006/relationships/customXml" Target="../ink/ink353.xml"/><Relationship Id="rId83" Type="http://schemas.openxmlformats.org/officeDocument/2006/relationships/image" Target="../media/image351.png"/><Relationship Id="rId88" Type="http://schemas.openxmlformats.org/officeDocument/2006/relationships/customXml" Target="../ink/ink366.xml"/><Relationship Id="rId111" Type="http://schemas.openxmlformats.org/officeDocument/2006/relationships/image" Target="../media/image365.png"/><Relationship Id="rId132" Type="http://schemas.openxmlformats.org/officeDocument/2006/relationships/customXml" Target="../ink/ink388.xml"/><Relationship Id="rId153" Type="http://schemas.openxmlformats.org/officeDocument/2006/relationships/image" Target="../media/image386.png"/><Relationship Id="rId174" Type="http://schemas.openxmlformats.org/officeDocument/2006/relationships/customXml" Target="../ink/ink409.xml"/><Relationship Id="rId179" Type="http://schemas.openxmlformats.org/officeDocument/2006/relationships/image" Target="../media/image399.png"/><Relationship Id="rId15" Type="http://schemas.openxmlformats.org/officeDocument/2006/relationships/image" Target="../media/image318.png"/><Relationship Id="rId36" Type="http://schemas.openxmlformats.org/officeDocument/2006/relationships/customXml" Target="../ink/ink340.xml"/><Relationship Id="rId57" Type="http://schemas.openxmlformats.org/officeDocument/2006/relationships/image" Target="../media/image338.png"/><Relationship Id="rId106" Type="http://schemas.openxmlformats.org/officeDocument/2006/relationships/customXml" Target="../ink/ink375.xml"/><Relationship Id="rId127" Type="http://schemas.openxmlformats.org/officeDocument/2006/relationships/image" Target="../media/image373.png"/><Relationship Id="rId10" Type="http://schemas.openxmlformats.org/officeDocument/2006/relationships/customXml" Target="../ink/ink327.xml"/><Relationship Id="rId31" Type="http://schemas.openxmlformats.org/officeDocument/2006/relationships/image" Target="../media/image326.png"/><Relationship Id="rId52" Type="http://schemas.openxmlformats.org/officeDocument/2006/relationships/customXml" Target="../ink/ink348.xml"/><Relationship Id="rId73" Type="http://schemas.openxmlformats.org/officeDocument/2006/relationships/image" Target="../media/image346.png"/><Relationship Id="rId78" Type="http://schemas.openxmlformats.org/officeDocument/2006/relationships/customXml" Target="../ink/ink361.xml"/><Relationship Id="rId94" Type="http://schemas.openxmlformats.org/officeDocument/2006/relationships/customXml" Target="../ink/ink369.xml"/><Relationship Id="rId99" Type="http://schemas.openxmlformats.org/officeDocument/2006/relationships/image" Target="../media/image359.png"/><Relationship Id="rId101" Type="http://schemas.openxmlformats.org/officeDocument/2006/relationships/image" Target="../media/image360.png"/><Relationship Id="rId122" Type="http://schemas.openxmlformats.org/officeDocument/2006/relationships/customXml" Target="../ink/ink383.xml"/><Relationship Id="rId143" Type="http://schemas.openxmlformats.org/officeDocument/2006/relationships/image" Target="../media/image381.png"/><Relationship Id="rId148" Type="http://schemas.openxmlformats.org/officeDocument/2006/relationships/customXml" Target="../ink/ink396.xml"/><Relationship Id="rId164" Type="http://schemas.openxmlformats.org/officeDocument/2006/relationships/customXml" Target="../ink/ink404.xml"/><Relationship Id="rId169" Type="http://schemas.openxmlformats.org/officeDocument/2006/relationships/image" Target="../media/image394.png"/><Relationship Id="rId4" Type="http://schemas.openxmlformats.org/officeDocument/2006/relationships/customXml" Target="../ink/ink324.xml"/><Relationship Id="rId9" Type="http://schemas.openxmlformats.org/officeDocument/2006/relationships/image" Target="../media/image315.png"/><Relationship Id="rId26" Type="http://schemas.openxmlformats.org/officeDocument/2006/relationships/customXml" Target="../ink/ink335.xml"/><Relationship Id="rId47" Type="http://schemas.openxmlformats.org/officeDocument/2006/relationships/image" Target="../media/image334.png"/><Relationship Id="rId68" Type="http://schemas.openxmlformats.org/officeDocument/2006/relationships/customXml" Target="../ink/ink356.xml"/><Relationship Id="rId89" Type="http://schemas.openxmlformats.org/officeDocument/2006/relationships/image" Target="../media/image354.png"/><Relationship Id="rId112" Type="http://schemas.openxmlformats.org/officeDocument/2006/relationships/customXml" Target="../ink/ink378.xml"/><Relationship Id="rId133" Type="http://schemas.openxmlformats.org/officeDocument/2006/relationships/image" Target="../media/image376.png"/><Relationship Id="rId154" Type="http://schemas.openxmlformats.org/officeDocument/2006/relationships/customXml" Target="../ink/ink399.xml"/><Relationship Id="rId175" Type="http://schemas.openxmlformats.org/officeDocument/2006/relationships/image" Target="../media/image397.png"/><Relationship Id="rId16" Type="http://schemas.openxmlformats.org/officeDocument/2006/relationships/customXml" Target="../ink/ink330.xml"/><Relationship Id="rId37" Type="http://schemas.openxmlformats.org/officeDocument/2006/relationships/image" Target="../media/image329.png"/><Relationship Id="rId58" Type="http://schemas.openxmlformats.org/officeDocument/2006/relationships/customXml" Target="../ink/ink351.xml"/><Relationship Id="rId79" Type="http://schemas.openxmlformats.org/officeDocument/2006/relationships/image" Target="../media/image349.png"/><Relationship Id="rId102" Type="http://schemas.openxmlformats.org/officeDocument/2006/relationships/customXml" Target="../ink/ink373.xml"/><Relationship Id="rId123" Type="http://schemas.openxmlformats.org/officeDocument/2006/relationships/image" Target="../media/image371.png"/><Relationship Id="rId144" Type="http://schemas.openxmlformats.org/officeDocument/2006/relationships/customXml" Target="../ink/ink394.xml"/><Relationship Id="rId90" Type="http://schemas.openxmlformats.org/officeDocument/2006/relationships/customXml" Target="../ink/ink367.xml"/><Relationship Id="rId165" Type="http://schemas.openxmlformats.org/officeDocument/2006/relationships/image" Target="../media/image392.png"/><Relationship Id="rId27" Type="http://schemas.openxmlformats.org/officeDocument/2006/relationships/image" Target="../media/image324.png"/><Relationship Id="rId48" Type="http://schemas.openxmlformats.org/officeDocument/2006/relationships/customXml" Target="../ink/ink346.xml"/><Relationship Id="rId69" Type="http://schemas.openxmlformats.org/officeDocument/2006/relationships/image" Target="../media/image344.png"/><Relationship Id="rId113" Type="http://schemas.openxmlformats.org/officeDocument/2006/relationships/image" Target="../media/image366.png"/><Relationship Id="rId134" Type="http://schemas.openxmlformats.org/officeDocument/2006/relationships/customXml" Target="../ink/ink389.xml"/><Relationship Id="rId80" Type="http://schemas.openxmlformats.org/officeDocument/2006/relationships/customXml" Target="../ink/ink362.xml"/><Relationship Id="rId155" Type="http://schemas.openxmlformats.org/officeDocument/2006/relationships/image" Target="../media/image387.png"/><Relationship Id="rId176" Type="http://schemas.openxmlformats.org/officeDocument/2006/relationships/customXml" Target="../ink/ink410.xml"/><Relationship Id="rId17" Type="http://schemas.openxmlformats.org/officeDocument/2006/relationships/image" Target="../media/image319.png"/><Relationship Id="rId38" Type="http://schemas.openxmlformats.org/officeDocument/2006/relationships/customXml" Target="../ink/ink341.xml"/><Relationship Id="rId59" Type="http://schemas.openxmlformats.org/officeDocument/2006/relationships/image" Target="../media/image339.png"/><Relationship Id="rId103" Type="http://schemas.openxmlformats.org/officeDocument/2006/relationships/image" Target="../media/image361.png"/><Relationship Id="rId124" Type="http://schemas.openxmlformats.org/officeDocument/2006/relationships/customXml" Target="../ink/ink384.xml"/><Relationship Id="rId70" Type="http://schemas.openxmlformats.org/officeDocument/2006/relationships/customXml" Target="../ink/ink357.xml"/><Relationship Id="rId91" Type="http://schemas.openxmlformats.org/officeDocument/2006/relationships/image" Target="../media/image355.png"/><Relationship Id="rId145" Type="http://schemas.openxmlformats.org/officeDocument/2006/relationships/image" Target="../media/image382.png"/><Relationship Id="rId166" Type="http://schemas.openxmlformats.org/officeDocument/2006/relationships/customXml" Target="../ink/ink40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70.xml"/><Relationship Id="rId299" Type="http://schemas.openxmlformats.org/officeDocument/2006/relationships/image" Target="../media/image545.png"/><Relationship Id="rId21" Type="http://schemas.openxmlformats.org/officeDocument/2006/relationships/image" Target="../media/image409.png"/><Relationship Id="rId63" Type="http://schemas.openxmlformats.org/officeDocument/2006/relationships/image" Target="../media/image429.png"/><Relationship Id="rId159" Type="http://schemas.openxmlformats.org/officeDocument/2006/relationships/customXml" Target="../ink/ink491.xml"/><Relationship Id="rId170" Type="http://schemas.openxmlformats.org/officeDocument/2006/relationships/customXml" Target="../ink/ink497.xml"/><Relationship Id="rId226" Type="http://schemas.openxmlformats.org/officeDocument/2006/relationships/image" Target="../media/image509.png"/><Relationship Id="rId268" Type="http://schemas.openxmlformats.org/officeDocument/2006/relationships/image" Target="../media/image530.png"/><Relationship Id="rId32" Type="http://schemas.openxmlformats.org/officeDocument/2006/relationships/customXml" Target="../ink/ink427.xml"/><Relationship Id="rId74" Type="http://schemas.openxmlformats.org/officeDocument/2006/relationships/image" Target="../media/image434.png"/><Relationship Id="rId128" Type="http://schemas.openxmlformats.org/officeDocument/2006/relationships/image" Target="../media/image461.png"/><Relationship Id="rId5" Type="http://schemas.openxmlformats.org/officeDocument/2006/relationships/image" Target="../media/image401.png"/><Relationship Id="rId181" Type="http://schemas.openxmlformats.org/officeDocument/2006/relationships/image" Target="../media/image487.png"/><Relationship Id="rId237" Type="http://schemas.openxmlformats.org/officeDocument/2006/relationships/customXml" Target="../ink/ink531.xml"/><Relationship Id="rId279" Type="http://schemas.openxmlformats.org/officeDocument/2006/relationships/customXml" Target="../ink/ink552.xml"/><Relationship Id="rId43" Type="http://schemas.openxmlformats.org/officeDocument/2006/relationships/image" Target="../media/image420.png"/><Relationship Id="rId139" Type="http://schemas.openxmlformats.org/officeDocument/2006/relationships/customXml" Target="../ink/ink481.xml"/><Relationship Id="rId290" Type="http://schemas.openxmlformats.org/officeDocument/2006/relationships/customXml" Target="../ink/ink558.xml"/><Relationship Id="rId304" Type="http://schemas.openxmlformats.org/officeDocument/2006/relationships/image" Target="../media/image547.png"/><Relationship Id="rId85" Type="http://schemas.openxmlformats.org/officeDocument/2006/relationships/customXml" Target="../ink/ink454.xml"/><Relationship Id="rId150" Type="http://schemas.openxmlformats.org/officeDocument/2006/relationships/image" Target="../media/image472.png"/><Relationship Id="rId192" Type="http://schemas.openxmlformats.org/officeDocument/2006/relationships/image" Target="../media/image492.png"/><Relationship Id="rId206" Type="http://schemas.openxmlformats.org/officeDocument/2006/relationships/image" Target="../media/image499.png"/><Relationship Id="rId248" Type="http://schemas.openxmlformats.org/officeDocument/2006/relationships/image" Target="../media/image520.png"/><Relationship Id="rId12" Type="http://schemas.openxmlformats.org/officeDocument/2006/relationships/customXml" Target="../ink/ink417.xml"/><Relationship Id="rId108" Type="http://schemas.openxmlformats.org/officeDocument/2006/relationships/image" Target="../media/image451.png"/><Relationship Id="rId315" Type="http://schemas.openxmlformats.org/officeDocument/2006/relationships/customXml" Target="../ink/ink571.xml"/><Relationship Id="rId54" Type="http://schemas.openxmlformats.org/officeDocument/2006/relationships/customXml" Target="../ink/ink438.xml"/><Relationship Id="rId96" Type="http://schemas.openxmlformats.org/officeDocument/2006/relationships/image" Target="../media/image445.png"/><Relationship Id="rId161" Type="http://schemas.openxmlformats.org/officeDocument/2006/relationships/customXml" Target="../ink/ink492.xml"/><Relationship Id="rId217" Type="http://schemas.openxmlformats.org/officeDocument/2006/relationships/customXml" Target="../ink/ink521.xml"/><Relationship Id="rId259" Type="http://schemas.openxmlformats.org/officeDocument/2006/relationships/customXml" Target="../ink/ink542.xml"/><Relationship Id="rId23" Type="http://schemas.openxmlformats.org/officeDocument/2006/relationships/image" Target="../media/image410.png"/><Relationship Id="rId119" Type="http://schemas.openxmlformats.org/officeDocument/2006/relationships/customXml" Target="../ink/ink471.xml"/><Relationship Id="rId270" Type="http://schemas.openxmlformats.org/officeDocument/2006/relationships/image" Target="../media/image531.png"/><Relationship Id="rId65" Type="http://schemas.openxmlformats.org/officeDocument/2006/relationships/image" Target="../media/image430.png"/><Relationship Id="rId130" Type="http://schemas.openxmlformats.org/officeDocument/2006/relationships/image" Target="../media/image462.png"/><Relationship Id="rId172" Type="http://schemas.openxmlformats.org/officeDocument/2006/relationships/customXml" Target="../ink/ink498.xml"/><Relationship Id="rId228" Type="http://schemas.openxmlformats.org/officeDocument/2006/relationships/image" Target="../media/image510.png"/><Relationship Id="rId13" Type="http://schemas.openxmlformats.org/officeDocument/2006/relationships/image" Target="../media/image405.png"/><Relationship Id="rId109" Type="http://schemas.openxmlformats.org/officeDocument/2006/relationships/customXml" Target="../ink/ink466.xml"/><Relationship Id="rId260" Type="http://schemas.openxmlformats.org/officeDocument/2006/relationships/image" Target="../media/image526.png"/><Relationship Id="rId281" Type="http://schemas.openxmlformats.org/officeDocument/2006/relationships/customXml" Target="../ink/ink553.xml"/><Relationship Id="rId316" Type="http://schemas.openxmlformats.org/officeDocument/2006/relationships/image" Target="../media/image553.png"/><Relationship Id="rId34" Type="http://schemas.openxmlformats.org/officeDocument/2006/relationships/customXml" Target="../ink/ink428.xml"/><Relationship Id="rId55" Type="http://schemas.openxmlformats.org/officeDocument/2006/relationships/image" Target="../media/image425.png"/><Relationship Id="rId76" Type="http://schemas.openxmlformats.org/officeDocument/2006/relationships/image" Target="../media/image435.png"/><Relationship Id="rId97" Type="http://schemas.openxmlformats.org/officeDocument/2006/relationships/customXml" Target="../ink/ink460.xml"/><Relationship Id="rId120" Type="http://schemas.openxmlformats.org/officeDocument/2006/relationships/image" Target="../media/image457.png"/><Relationship Id="rId141" Type="http://schemas.openxmlformats.org/officeDocument/2006/relationships/customXml" Target="../ink/ink482.xml"/><Relationship Id="rId7" Type="http://schemas.openxmlformats.org/officeDocument/2006/relationships/image" Target="../media/image402.png"/><Relationship Id="rId162" Type="http://schemas.openxmlformats.org/officeDocument/2006/relationships/image" Target="../media/image478.png"/><Relationship Id="rId183" Type="http://schemas.openxmlformats.org/officeDocument/2006/relationships/image" Target="../media/image488.png"/><Relationship Id="rId218" Type="http://schemas.openxmlformats.org/officeDocument/2006/relationships/image" Target="../media/image505.png"/><Relationship Id="rId239" Type="http://schemas.openxmlformats.org/officeDocument/2006/relationships/customXml" Target="../ink/ink532.xml"/><Relationship Id="rId250" Type="http://schemas.openxmlformats.org/officeDocument/2006/relationships/image" Target="../media/image521.png"/><Relationship Id="rId271" Type="http://schemas.openxmlformats.org/officeDocument/2006/relationships/customXml" Target="../ink/ink548.xml"/><Relationship Id="rId292" Type="http://schemas.openxmlformats.org/officeDocument/2006/relationships/customXml" Target="../ink/ink559.xml"/><Relationship Id="rId306" Type="http://schemas.openxmlformats.org/officeDocument/2006/relationships/image" Target="../media/image548.png"/><Relationship Id="rId24" Type="http://schemas.openxmlformats.org/officeDocument/2006/relationships/customXml" Target="../ink/ink423.xml"/><Relationship Id="rId45" Type="http://schemas.openxmlformats.org/officeDocument/2006/relationships/image" Target="../media/image16.png"/><Relationship Id="rId66" Type="http://schemas.openxmlformats.org/officeDocument/2006/relationships/customXml" Target="../ink/ink444.xml"/><Relationship Id="rId87" Type="http://schemas.openxmlformats.org/officeDocument/2006/relationships/customXml" Target="../ink/ink455.xml"/><Relationship Id="rId110" Type="http://schemas.openxmlformats.org/officeDocument/2006/relationships/image" Target="../media/image452.png"/><Relationship Id="rId131" Type="http://schemas.openxmlformats.org/officeDocument/2006/relationships/customXml" Target="../ink/ink477.xml"/><Relationship Id="rId152" Type="http://schemas.openxmlformats.org/officeDocument/2006/relationships/image" Target="../media/image473.png"/><Relationship Id="rId173" Type="http://schemas.openxmlformats.org/officeDocument/2006/relationships/image" Target="../media/image483.png"/><Relationship Id="rId194" Type="http://schemas.openxmlformats.org/officeDocument/2006/relationships/image" Target="../media/image493.png"/><Relationship Id="rId208" Type="http://schemas.openxmlformats.org/officeDocument/2006/relationships/image" Target="../media/image500.png"/><Relationship Id="rId229" Type="http://schemas.openxmlformats.org/officeDocument/2006/relationships/customXml" Target="../ink/ink527.xml"/><Relationship Id="rId240" Type="http://schemas.openxmlformats.org/officeDocument/2006/relationships/image" Target="../media/image516.png"/><Relationship Id="rId261" Type="http://schemas.openxmlformats.org/officeDocument/2006/relationships/customXml" Target="../ink/ink543.xml"/><Relationship Id="rId14" Type="http://schemas.openxmlformats.org/officeDocument/2006/relationships/customXml" Target="../ink/ink418.xml"/><Relationship Id="rId35" Type="http://schemas.openxmlformats.org/officeDocument/2006/relationships/image" Target="../media/image416.png"/><Relationship Id="rId56" Type="http://schemas.openxmlformats.org/officeDocument/2006/relationships/customXml" Target="../ink/ink439.xml"/><Relationship Id="rId77" Type="http://schemas.openxmlformats.org/officeDocument/2006/relationships/customXml" Target="../ink/ink450.xml"/><Relationship Id="rId100" Type="http://schemas.openxmlformats.org/officeDocument/2006/relationships/image" Target="../media/image447.png"/><Relationship Id="rId282" Type="http://schemas.openxmlformats.org/officeDocument/2006/relationships/image" Target="../media/image537.png"/><Relationship Id="rId317" Type="http://schemas.openxmlformats.org/officeDocument/2006/relationships/customXml" Target="../ink/ink572.xml"/><Relationship Id="rId8" Type="http://schemas.openxmlformats.org/officeDocument/2006/relationships/customXml" Target="../ink/ink415.xml"/><Relationship Id="rId98" Type="http://schemas.openxmlformats.org/officeDocument/2006/relationships/image" Target="../media/image446.png"/><Relationship Id="rId121" Type="http://schemas.openxmlformats.org/officeDocument/2006/relationships/customXml" Target="../ink/ink472.xml"/><Relationship Id="rId142" Type="http://schemas.openxmlformats.org/officeDocument/2006/relationships/image" Target="../media/image468.png"/><Relationship Id="rId163" Type="http://schemas.openxmlformats.org/officeDocument/2006/relationships/customXml" Target="../ink/ink493.xml"/><Relationship Id="rId184" Type="http://schemas.openxmlformats.org/officeDocument/2006/relationships/customXml" Target="../ink/ink504.xml"/><Relationship Id="rId219" Type="http://schemas.openxmlformats.org/officeDocument/2006/relationships/customXml" Target="../ink/ink522.xml"/><Relationship Id="rId230" Type="http://schemas.openxmlformats.org/officeDocument/2006/relationships/image" Target="../media/image511.png"/><Relationship Id="rId251" Type="http://schemas.openxmlformats.org/officeDocument/2006/relationships/customXml" Target="../ink/ink538.xml"/><Relationship Id="rId25" Type="http://schemas.openxmlformats.org/officeDocument/2006/relationships/image" Target="../media/image411.png"/><Relationship Id="rId46" Type="http://schemas.openxmlformats.org/officeDocument/2006/relationships/customXml" Target="../ink/ink434.xml"/><Relationship Id="rId67" Type="http://schemas.openxmlformats.org/officeDocument/2006/relationships/image" Target="../media/image431.png"/><Relationship Id="rId272" Type="http://schemas.openxmlformats.org/officeDocument/2006/relationships/image" Target="../media/image532.png"/><Relationship Id="rId293" Type="http://schemas.openxmlformats.org/officeDocument/2006/relationships/image" Target="../media/image542.png"/><Relationship Id="rId307" Type="http://schemas.openxmlformats.org/officeDocument/2006/relationships/customXml" Target="../ink/ink567.xml"/><Relationship Id="rId88" Type="http://schemas.openxmlformats.org/officeDocument/2006/relationships/image" Target="../media/image441.png"/><Relationship Id="rId111" Type="http://schemas.openxmlformats.org/officeDocument/2006/relationships/customXml" Target="../ink/ink467.xml"/><Relationship Id="rId132" Type="http://schemas.openxmlformats.org/officeDocument/2006/relationships/image" Target="../media/image463.png"/><Relationship Id="rId153" Type="http://schemas.openxmlformats.org/officeDocument/2006/relationships/customXml" Target="../ink/ink488.xml"/><Relationship Id="rId174" Type="http://schemas.openxmlformats.org/officeDocument/2006/relationships/customXml" Target="../ink/ink499.xml"/><Relationship Id="rId195" Type="http://schemas.openxmlformats.org/officeDocument/2006/relationships/customXml" Target="../ink/ink510.xml"/><Relationship Id="rId209" Type="http://schemas.openxmlformats.org/officeDocument/2006/relationships/customXml" Target="../ink/ink517.xml"/><Relationship Id="rId220" Type="http://schemas.openxmlformats.org/officeDocument/2006/relationships/image" Target="../media/image506.png"/><Relationship Id="rId241" Type="http://schemas.openxmlformats.org/officeDocument/2006/relationships/customXml" Target="../ink/ink533.xml"/><Relationship Id="rId15" Type="http://schemas.openxmlformats.org/officeDocument/2006/relationships/image" Target="../media/image406.png"/><Relationship Id="rId36" Type="http://schemas.openxmlformats.org/officeDocument/2006/relationships/customXml" Target="../ink/ink429.xml"/><Relationship Id="rId57" Type="http://schemas.openxmlformats.org/officeDocument/2006/relationships/image" Target="../media/image426.png"/><Relationship Id="rId262" Type="http://schemas.openxmlformats.org/officeDocument/2006/relationships/image" Target="../media/image527.png"/><Relationship Id="rId283" Type="http://schemas.openxmlformats.org/officeDocument/2006/relationships/customXml" Target="../ink/ink554.xml"/><Relationship Id="rId318" Type="http://schemas.openxmlformats.org/officeDocument/2006/relationships/image" Target="../media/image554.png"/><Relationship Id="rId78" Type="http://schemas.openxmlformats.org/officeDocument/2006/relationships/image" Target="../media/image436.png"/><Relationship Id="rId99" Type="http://schemas.openxmlformats.org/officeDocument/2006/relationships/customXml" Target="../ink/ink461.xml"/><Relationship Id="rId101" Type="http://schemas.openxmlformats.org/officeDocument/2006/relationships/customXml" Target="../ink/ink462.xml"/><Relationship Id="rId122" Type="http://schemas.openxmlformats.org/officeDocument/2006/relationships/image" Target="../media/image458.png"/><Relationship Id="rId143" Type="http://schemas.openxmlformats.org/officeDocument/2006/relationships/customXml" Target="../ink/ink483.xml"/><Relationship Id="rId164" Type="http://schemas.openxmlformats.org/officeDocument/2006/relationships/image" Target="../media/image479.png"/><Relationship Id="rId185" Type="http://schemas.openxmlformats.org/officeDocument/2006/relationships/image" Target="../media/image489.png"/><Relationship Id="rId9" Type="http://schemas.openxmlformats.org/officeDocument/2006/relationships/image" Target="../media/image403.png"/><Relationship Id="rId210" Type="http://schemas.openxmlformats.org/officeDocument/2006/relationships/image" Target="../media/image501.png"/><Relationship Id="rId26" Type="http://schemas.openxmlformats.org/officeDocument/2006/relationships/customXml" Target="../ink/ink424.xml"/><Relationship Id="rId231" Type="http://schemas.openxmlformats.org/officeDocument/2006/relationships/customXml" Target="../ink/ink528.xml"/><Relationship Id="rId252" Type="http://schemas.openxmlformats.org/officeDocument/2006/relationships/image" Target="../media/image522.png"/><Relationship Id="rId273" Type="http://schemas.openxmlformats.org/officeDocument/2006/relationships/customXml" Target="../ink/ink549.xml"/><Relationship Id="rId294" Type="http://schemas.openxmlformats.org/officeDocument/2006/relationships/customXml" Target="../ink/ink560.xml"/><Relationship Id="rId308" Type="http://schemas.openxmlformats.org/officeDocument/2006/relationships/image" Target="../media/image549.png"/><Relationship Id="rId47" Type="http://schemas.openxmlformats.org/officeDocument/2006/relationships/image" Target="../media/image421.png"/><Relationship Id="rId68" Type="http://schemas.openxmlformats.org/officeDocument/2006/relationships/customXml" Target="../ink/ink445.xml"/><Relationship Id="rId89" Type="http://schemas.openxmlformats.org/officeDocument/2006/relationships/customXml" Target="../ink/ink456.xml"/><Relationship Id="rId112" Type="http://schemas.openxmlformats.org/officeDocument/2006/relationships/image" Target="../media/image453.png"/><Relationship Id="rId133" Type="http://schemas.openxmlformats.org/officeDocument/2006/relationships/customXml" Target="../ink/ink478.xml"/><Relationship Id="rId154" Type="http://schemas.openxmlformats.org/officeDocument/2006/relationships/image" Target="../media/image474.png"/><Relationship Id="rId175" Type="http://schemas.openxmlformats.org/officeDocument/2006/relationships/image" Target="../media/image484.png"/><Relationship Id="rId196" Type="http://schemas.openxmlformats.org/officeDocument/2006/relationships/image" Target="../media/image494.png"/><Relationship Id="rId200" Type="http://schemas.openxmlformats.org/officeDocument/2006/relationships/image" Target="../media/image496.png"/><Relationship Id="rId16" Type="http://schemas.openxmlformats.org/officeDocument/2006/relationships/customXml" Target="../ink/ink419.xml"/><Relationship Id="rId221" Type="http://schemas.openxmlformats.org/officeDocument/2006/relationships/customXml" Target="../ink/ink523.xml"/><Relationship Id="rId242" Type="http://schemas.openxmlformats.org/officeDocument/2006/relationships/image" Target="../media/image517.png"/><Relationship Id="rId263" Type="http://schemas.openxmlformats.org/officeDocument/2006/relationships/customXml" Target="../ink/ink544.xml"/><Relationship Id="rId284" Type="http://schemas.openxmlformats.org/officeDocument/2006/relationships/image" Target="../media/image538.png"/><Relationship Id="rId319" Type="http://schemas.openxmlformats.org/officeDocument/2006/relationships/customXml" Target="../ink/ink573.xml"/><Relationship Id="rId37" Type="http://schemas.openxmlformats.org/officeDocument/2006/relationships/image" Target="../media/image417.png"/><Relationship Id="rId58" Type="http://schemas.openxmlformats.org/officeDocument/2006/relationships/customXml" Target="../ink/ink440.xml"/><Relationship Id="rId79" Type="http://schemas.openxmlformats.org/officeDocument/2006/relationships/customXml" Target="../ink/ink451.xml"/><Relationship Id="rId102" Type="http://schemas.openxmlformats.org/officeDocument/2006/relationships/image" Target="../media/image448.png"/><Relationship Id="rId123" Type="http://schemas.openxmlformats.org/officeDocument/2006/relationships/customXml" Target="../ink/ink473.xml"/><Relationship Id="rId144" Type="http://schemas.openxmlformats.org/officeDocument/2006/relationships/image" Target="../media/image469.png"/><Relationship Id="rId90" Type="http://schemas.openxmlformats.org/officeDocument/2006/relationships/image" Target="../media/image442.png"/><Relationship Id="rId165" Type="http://schemas.openxmlformats.org/officeDocument/2006/relationships/customXml" Target="../ink/ink494.xml"/><Relationship Id="rId186" Type="http://schemas.openxmlformats.org/officeDocument/2006/relationships/customXml" Target="../ink/ink505.xml"/><Relationship Id="rId211" Type="http://schemas.openxmlformats.org/officeDocument/2006/relationships/customXml" Target="../ink/ink518.xml"/><Relationship Id="rId232" Type="http://schemas.openxmlformats.org/officeDocument/2006/relationships/image" Target="../media/image512.png"/><Relationship Id="rId253" Type="http://schemas.openxmlformats.org/officeDocument/2006/relationships/customXml" Target="../ink/ink539.xml"/><Relationship Id="rId274" Type="http://schemas.openxmlformats.org/officeDocument/2006/relationships/image" Target="../media/image533.png"/><Relationship Id="rId295" Type="http://schemas.openxmlformats.org/officeDocument/2006/relationships/image" Target="../media/image543.png"/><Relationship Id="rId309" Type="http://schemas.openxmlformats.org/officeDocument/2006/relationships/customXml" Target="../ink/ink568.xml"/><Relationship Id="rId27" Type="http://schemas.openxmlformats.org/officeDocument/2006/relationships/image" Target="../media/image412.png"/><Relationship Id="rId48" Type="http://schemas.openxmlformats.org/officeDocument/2006/relationships/customXml" Target="../ink/ink435.xml"/><Relationship Id="rId69" Type="http://schemas.openxmlformats.org/officeDocument/2006/relationships/image" Target="../media/image432.png"/><Relationship Id="rId113" Type="http://schemas.openxmlformats.org/officeDocument/2006/relationships/customXml" Target="../ink/ink468.xml"/><Relationship Id="rId134" Type="http://schemas.openxmlformats.org/officeDocument/2006/relationships/image" Target="../media/image464.png"/><Relationship Id="rId320" Type="http://schemas.openxmlformats.org/officeDocument/2006/relationships/image" Target="../media/image555.png"/><Relationship Id="rId80" Type="http://schemas.openxmlformats.org/officeDocument/2006/relationships/image" Target="../media/image437.png"/><Relationship Id="rId155" Type="http://schemas.openxmlformats.org/officeDocument/2006/relationships/customXml" Target="../ink/ink489.xml"/><Relationship Id="rId176" Type="http://schemas.openxmlformats.org/officeDocument/2006/relationships/customXml" Target="../ink/ink500.xml"/><Relationship Id="rId197" Type="http://schemas.openxmlformats.org/officeDocument/2006/relationships/customXml" Target="../ink/ink511.xml"/><Relationship Id="rId201" Type="http://schemas.openxmlformats.org/officeDocument/2006/relationships/customXml" Target="../ink/ink513.xml"/><Relationship Id="rId222" Type="http://schemas.openxmlformats.org/officeDocument/2006/relationships/image" Target="../media/image507.png"/><Relationship Id="rId243" Type="http://schemas.openxmlformats.org/officeDocument/2006/relationships/customXml" Target="../ink/ink534.xml"/><Relationship Id="rId264" Type="http://schemas.openxmlformats.org/officeDocument/2006/relationships/image" Target="../media/image528.png"/><Relationship Id="rId285" Type="http://schemas.openxmlformats.org/officeDocument/2006/relationships/customXml" Target="../ink/ink555.xml"/><Relationship Id="rId17" Type="http://schemas.openxmlformats.org/officeDocument/2006/relationships/image" Target="../media/image407.png"/><Relationship Id="rId38" Type="http://schemas.openxmlformats.org/officeDocument/2006/relationships/customXml" Target="../ink/ink430.xml"/><Relationship Id="rId59" Type="http://schemas.openxmlformats.org/officeDocument/2006/relationships/image" Target="../media/image427.png"/><Relationship Id="rId103" Type="http://schemas.openxmlformats.org/officeDocument/2006/relationships/customXml" Target="../ink/ink463.xml"/><Relationship Id="rId124" Type="http://schemas.openxmlformats.org/officeDocument/2006/relationships/image" Target="../media/image459.png"/><Relationship Id="rId310" Type="http://schemas.openxmlformats.org/officeDocument/2006/relationships/image" Target="../media/image550.png"/><Relationship Id="rId70" Type="http://schemas.openxmlformats.org/officeDocument/2006/relationships/customXml" Target="../ink/ink446.xml"/><Relationship Id="rId91" Type="http://schemas.openxmlformats.org/officeDocument/2006/relationships/customXml" Target="../ink/ink457.xml"/><Relationship Id="rId145" Type="http://schemas.openxmlformats.org/officeDocument/2006/relationships/customXml" Target="../ink/ink484.xml"/><Relationship Id="rId166" Type="http://schemas.openxmlformats.org/officeDocument/2006/relationships/customXml" Target="../ink/ink495.xml"/><Relationship Id="rId187" Type="http://schemas.openxmlformats.org/officeDocument/2006/relationships/image" Target="../media/image490.png"/><Relationship Id="rId1" Type="http://schemas.openxmlformats.org/officeDocument/2006/relationships/slideLayout" Target="../slideLayouts/slideLayout6.xml"/><Relationship Id="rId212" Type="http://schemas.openxmlformats.org/officeDocument/2006/relationships/image" Target="../media/image502.png"/><Relationship Id="rId233" Type="http://schemas.openxmlformats.org/officeDocument/2006/relationships/customXml" Target="../ink/ink529.xml"/><Relationship Id="rId254" Type="http://schemas.openxmlformats.org/officeDocument/2006/relationships/image" Target="../media/image523.png"/><Relationship Id="rId28" Type="http://schemas.openxmlformats.org/officeDocument/2006/relationships/customXml" Target="../ink/ink425.xml"/><Relationship Id="rId49" Type="http://schemas.openxmlformats.org/officeDocument/2006/relationships/image" Target="../media/image422.png"/><Relationship Id="rId114" Type="http://schemas.openxmlformats.org/officeDocument/2006/relationships/image" Target="../media/image454.png"/><Relationship Id="rId275" Type="http://schemas.openxmlformats.org/officeDocument/2006/relationships/customXml" Target="../ink/ink550.xml"/><Relationship Id="rId296" Type="http://schemas.openxmlformats.org/officeDocument/2006/relationships/customXml" Target="../ink/ink561.xml"/><Relationship Id="rId300" Type="http://schemas.openxmlformats.org/officeDocument/2006/relationships/customXml" Target="../ink/ink563.xml"/><Relationship Id="rId60" Type="http://schemas.openxmlformats.org/officeDocument/2006/relationships/customXml" Target="../ink/ink441.xml"/><Relationship Id="rId81" Type="http://schemas.openxmlformats.org/officeDocument/2006/relationships/customXml" Target="../ink/ink452.xml"/><Relationship Id="rId135" Type="http://schemas.openxmlformats.org/officeDocument/2006/relationships/customXml" Target="../ink/ink479.xml"/><Relationship Id="rId156" Type="http://schemas.openxmlformats.org/officeDocument/2006/relationships/image" Target="../media/image475.png"/><Relationship Id="rId177" Type="http://schemas.openxmlformats.org/officeDocument/2006/relationships/image" Target="../media/image485.png"/><Relationship Id="rId198" Type="http://schemas.openxmlformats.org/officeDocument/2006/relationships/image" Target="../media/image495.png"/><Relationship Id="rId202" Type="http://schemas.openxmlformats.org/officeDocument/2006/relationships/image" Target="../media/image497.png"/><Relationship Id="rId223" Type="http://schemas.openxmlformats.org/officeDocument/2006/relationships/customXml" Target="../ink/ink524.xml"/><Relationship Id="rId244" Type="http://schemas.openxmlformats.org/officeDocument/2006/relationships/image" Target="../media/image518.png"/><Relationship Id="rId18" Type="http://schemas.openxmlformats.org/officeDocument/2006/relationships/customXml" Target="../ink/ink420.xml"/><Relationship Id="rId39" Type="http://schemas.openxmlformats.org/officeDocument/2006/relationships/image" Target="../media/image418.png"/><Relationship Id="rId265" Type="http://schemas.openxmlformats.org/officeDocument/2006/relationships/customXml" Target="../ink/ink545.xml"/><Relationship Id="rId286" Type="http://schemas.openxmlformats.org/officeDocument/2006/relationships/image" Target="../media/image539.png"/><Relationship Id="rId50" Type="http://schemas.openxmlformats.org/officeDocument/2006/relationships/customXml" Target="../ink/ink436.xml"/><Relationship Id="rId104" Type="http://schemas.openxmlformats.org/officeDocument/2006/relationships/image" Target="../media/image449.png"/><Relationship Id="rId125" Type="http://schemas.openxmlformats.org/officeDocument/2006/relationships/customXml" Target="../ink/ink474.xml"/><Relationship Id="rId146" Type="http://schemas.openxmlformats.org/officeDocument/2006/relationships/image" Target="../media/image470.png"/><Relationship Id="rId167" Type="http://schemas.openxmlformats.org/officeDocument/2006/relationships/image" Target="../media/image480.png"/><Relationship Id="rId188" Type="http://schemas.openxmlformats.org/officeDocument/2006/relationships/customXml" Target="../ink/ink506.xml"/><Relationship Id="rId311" Type="http://schemas.openxmlformats.org/officeDocument/2006/relationships/customXml" Target="../ink/ink569.xml"/><Relationship Id="rId71" Type="http://schemas.openxmlformats.org/officeDocument/2006/relationships/customXml" Target="../ink/ink447.xml"/><Relationship Id="rId92" Type="http://schemas.openxmlformats.org/officeDocument/2006/relationships/image" Target="../media/image443.png"/><Relationship Id="rId213" Type="http://schemas.openxmlformats.org/officeDocument/2006/relationships/customXml" Target="../ink/ink519.xml"/><Relationship Id="rId234" Type="http://schemas.openxmlformats.org/officeDocument/2006/relationships/image" Target="../media/image513.png"/><Relationship Id="rId2" Type="http://schemas.openxmlformats.org/officeDocument/2006/relationships/customXml" Target="../ink/ink412.xml"/><Relationship Id="rId29" Type="http://schemas.openxmlformats.org/officeDocument/2006/relationships/image" Target="../media/image413.png"/><Relationship Id="rId255" Type="http://schemas.openxmlformats.org/officeDocument/2006/relationships/customXml" Target="../ink/ink540.xml"/><Relationship Id="rId276" Type="http://schemas.openxmlformats.org/officeDocument/2006/relationships/image" Target="../media/image534.png"/><Relationship Id="rId297" Type="http://schemas.openxmlformats.org/officeDocument/2006/relationships/image" Target="../media/image544.png"/><Relationship Id="rId40" Type="http://schemas.openxmlformats.org/officeDocument/2006/relationships/customXml" Target="../ink/ink431.xml"/><Relationship Id="rId115" Type="http://schemas.openxmlformats.org/officeDocument/2006/relationships/customXml" Target="../ink/ink469.xml"/><Relationship Id="rId136" Type="http://schemas.openxmlformats.org/officeDocument/2006/relationships/image" Target="../media/image465.png"/><Relationship Id="rId157" Type="http://schemas.openxmlformats.org/officeDocument/2006/relationships/customXml" Target="../ink/ink490.xml"/><Relationship Id="rId178" Type="http://schemas.openxmlformats.org/officeDocument/2006/relationships/customXml" Target="../ink/ink501.xml"/><Relationship Id="rId301" Type="http://schemas.openxmlformats.org/officeDocument/2006/relationships/customXml" Target="../ink/ink564.xml"/><Relationship Id="rId61" Type="http://schemas.openxmlformats.org/officeDocument/2006/relationships/image" Target="../media/image428.png"/><Relationship Id="rId82" Type="http://schemas.openxmlformats.org/officeDocument/2006/relationships/image" Target="../media/image438.png"/><Relationship Id="rId199" Type="http://schemas.openxmlformats.org/officeDocument/2006/relationships/customXml" Target="../ink/ink512.xml"/><Relationship Id="rId203" Type="http://schemas.openxmlformats.org/officeDocument/2006/relationships/customXml" Target="../ink/ink514.xml"/><Relationship Id="rId19" Type="http://schemas.openxmlformats.org/officeDocument/2006/relationships/image" Target="../media/image408.png"/><Relationship Id="rId224" Type="http://schemas.openxmlformats.org/officeDocument/2006/relationships/image" Target="../media/image508.png"/><Relationship Id="rId245" Type="http://schemas.openxmlformats.org/officeDocument/2006/relationships/customXml" Target="../ink/ink535.xml"/><Relationship Id="rId266" Type="http://schemas.openxmlformats.org/officeDocument/2006/relationships/image" Target="../media/image529.png"/><Relationship Id="rId287" Type="http://schemas.openxmlformats.org/officeDocument/2006/relationships/customXml" Target="../ink/ink556.xml"/><Relationship Id="rId30" Type="http://schemas.openxmlformats.org/officeDocument/2006/relationships/customXml" Target="../ink/ink426.xml"/><Relationship Id="rId105" Type="http://schemas.openxmlformats.org/officeDocument/2006/relationships/customXml" Target="../ink/ink464.xml"/><Relationship Id="rId126" Type="http://schemas.openxmlformats.org/officeDocument/2006/relationships/image" Target="../media/image460.png"/><Relationship Id="rId147" Type="http://schemas.openxmlformats.org/officeDocument/2006/relationships/customXml" Target="../ink/ink485.xml"/><Relationship Id="rId168" Type="http://schemas.openxmlformats.org/officeDocument/2006/relationships/customXml" Target="../ink/ink496.xml"/><Relationship Id="rId312" Type="http://schemas.openxmlformats.org/officeDocument/2006/relationships/image" Target="../media/image551.png"/><Relationship Id="rId51" Type="http://schemas.openxmlformats.org/officeDocument/2006/relationships/image" Target="../media/image423.png"/><Relationship Id="rId72" Type="http://schemas.openxmlformats.org/officeDocument/2006/relationships/image" Target="../media/image433.png"/><Relationship Id="rId93" Type="http://schemas.openxmlformats.org/officeDocument/2006/relationships/customXml" Target="../ink/ink458.xml"/><Relationship Id="rId189" Type="http://schemas.openxmlformats.org/officeDocument/2006/relationships/image" Target="../media/image491.png"/><Relationship Id="rId3" Type="http://schemas.openxmlformats.org/officeDocument/2006/relationships/image" Target="../media/image400.png"/><Relationship Id="rId214" Type="http://schemas.openxmlformats.org/officeDocument/2006/relationships/image" Target="../media/image503.png"/><Relationship Id="rId235" Type="http://schemas.openxmlformats.org/officeDocument/2006/relationships/customXml" Target="../ink/ink530.xml"/><Relationship Id="rId256" Type="http://schemas.openxmlformats.org/officeDocument/2006/relationships/image" Target="../media/image524.png"/><Relationship Id="rId277" Type="http://schemas.openxmlformats.org/officeDocument/2006/relationships/customXml" Target="../ink/ink551.xml"/><Relationship Id="rId298" Type="http://schemas.openxmlformats.org/officeDocument/2006/relationships/customXml" Target="../ink/ink562.xml"/><Relationship Id="rId116" Type="http://schemas.openxmlformats.org/officeDocument/2006/relationships/image" Target="../media/image455.png"/><Relationship Id="rId137" Type="http://schemas.openxmlformats.org/officeDocument/2006/relationships/customXml" Target="../ink/ink480.xml"/><Relationship Id="rId158" Type="http://schemas.openxmlformats.org/officeDocument/2006/relationships/image" Target="../media/image476.png"/><Relationship Id="rId302" Type="http://schemas.openxmlformats.org/officeDocument/2006/relationships/image" Target="../media/image546.png"/><Relationship Id="rId20" Type="http://schemas.openxmlformats.org/officeDocument/2006/relationships/customXml" Target="../ink/ink421.xml"/><Relationship Id="rId41" Type="http://schemas.openxmlformats.org/officeDocument/2006/relationships/image" Target="../media/image419.png"/><Relationship Id="rId62" Type="http://schemas.openxmlformats.org/officeDocument/2006/relationships/customXml" Target="../ink/ink442.xml"/><Relationship Id="rId83" Type="http://schemas.openxmlformats.org/officeDocument/2006/relationships/customXml" Target="../ink/ink453.xml"/><Relationship Id="rId179" Type="http://schemas.openxmlformats.org/officeDocument/2006/relationships/image" Target="../media/image486.png"/><Relationship Id="rId190" Type="http://schemas.openxmlformats.org/officeDocument/2006/relationships/customXml" Target="../ink/ink507.xml"/><Relationship Id="rId204" Type="http://schemas.openxmlformats.org/officeDocument/2006/relationships/image" Target="../media/image498.png"/><Relationship Id="rId225" Type="http://schemas.openxmlformats.org/officeDocument/2006/relationships/customXml" Target="../ink/ink525.xml"/><Relationship Id="rId246" Type="http://schemas.openxmlformats.org/officeDocument/2006/relationships/image" Target="../media/image519.png"/><Relationship Id="rId267" Type="http://schemas.openxmlformats.org/officeDocument/2006/relationships/customXml" Target="../ink/ink546.xml"/><Relationship Id="rId288" Type="http://schemas.openxmlformats.org/officeDocument/2006/relationships/customXml" Target="../ink/ink557.xml"/><Relationship Id="rId106" Type="http://schemas.openxmlformats.org/officeDocument/2006/relationships/image" Target="../media/image450.png"/><Relationship Id="rId127" Type="http://schemas.openxmlformats.org/officeDocument/2006/relationships/customXml" Target="../ink/ink475.xml"/><Relationship Id="rId313" Type="http://schemas.openxmlformats.org/officeDocument/2006/relationships/customXml" Target="../ink/ink570.xml"/><Relationship Id="rId10" Type="http://schemas.openxmlformats.org/officeDocument/2006/relationships/customXml" Target="../ink/ink416.xml"/><Relationship Id="rId31" Type="http://schemas.openxmlformats.org/officeDocument/2006/relationships/image" Target="../media/image414.png"/><Relationship Id="rId52" Type="http://schemas.openxmlformats.org/officeDocument/2006/relationships/customXml" Target="../ink/ink437.xml"/><Relationship Id="rId73" Type="http://schemas.openxmlformats.org/officeDocument/2006/relationships/customXml" Target="../ink/ink448.xml"/><Relationship Id="rId94" Type="http://schemas.openxmlformats.org/officeDocument/2006/relationships/image" Target="../media/image444.png"/><Relationship Id="rId148" Type="http://schemas.openxmlformats.org/officeDocument/2006/relationships/image" Target="../media/image471.png"/><Relationship Id="rId169" Type="http://schemas.openxmlformats.org/officeDocument/2006/relationships/image" Target="../media/image481.png"/><Relationship Id="rId4" Type="http://schemas.openxmlformats.org/officeDocument/2006/relationships/customXml" Target="../ink/ink413.xml"/><Relationship Id="rId180" Type="http://schemas.openxmlformats.org/officeDocument/2006/relationships/customXml" Target="../ink/ink502.xml"/><Relationship Id="rId215" Type="http://schemas.openxmlformats.org/officeDocument/2006/relationships/customXml" Target="../ink/ink520.xml"/><Relationship Id="rId236" Type="http://schemas.openxmlformats.org/officeDocument/2006/relationships/image" Target="../media/image514.png"/><Relationship Id="rId257" Type="http://schemas.openxmlformats.org/officeDocument/2006/relationships/customXml" Target="../ink/ink541.xml"/><Relationship Id="rId278" Type="http://schemas.openxmlformats.org/officeDocument/2006/relationships/image" Target="../media/image535.png"/><Relationship Id="rId303" Type="http://schemas.openxmlformats.org/officeDocument/2006/relationships/customXml" Target="../ink/ink565.xml"/><Relationship Id="rId42" Type="http://schemas.openxmlformats.org/officeDocument/2006/relationships/customXml" Target="../ink/ink432.xml"/><Relationship Id="rId84" Type="http://schemas.openxmlformats.org/officeDocument/2006/relationships/image" Target="../media/image439.png"/><Relationship Id="rId138" Type="http://schemas.openxmlformats.org/officeDocument/2006/relationships/image" Target="../media/image466.png"/><Relationship Id="rId191" Type="http://schemas.openxmlformats.org/officeDocument/2006/relationships/customXml" Target="../ink/ink508.xml"/><Relationship Id="rId205" Type="http://schemas.openxmlformats.org/officeDocument/2006/relationships/customXml" Target="../ink/ink515.xml"/><Relationship Id="rId247" Type="http://schemas.openxmlformats.org/officeDocument/2006/relationships/customXml" Target="../ink/ink536.xml"/><Relationship Id="rId107" Type="http://schemas.openxmlformats.org/officeDocument/2006/relationships/customXml" Target="../ink/ink465.xml"/><Relationship Id="rId289" Type="http://schemas.openxmlformats.org/officeDocument/2006/relationships/image" Target="../media/image540.png"/><Relationship Id="rId11" Type="http://schemas.openxmlformats.org/officeDocument/2006/relationships/image" Target="../media/image404.png"/><Relationship Id="rId53" Type="http://schemas.openxmlformats.org/officeDocument/2006/relationships/image" Target="../media/image424.png"/><Relationship Id="rId149" Type="http://schemas.openxmlformats.org/officeDocument/2006/relationships/customXml" Target="../ink/ink486.xml"/><Relationship Id="rId314" Type="http://schemas.openxmlformats.org/officeDocument/2006/relationships/image" Target="../media/image552.png"/><Relationship Id="rId95" Type="http://schemas.openxmlformats.org/officeDocument/2006/relationships/customXml" Target="../ink/ink459.xml"/><Relationship Id="rId160" Type="http://schemas.openxmlformats.org/officeDocument/2006/relationships/image" Target="../media/image477.png"/><Relationship Id="rId216" Type="http://schemas.openxmlformats.org/officeDocument/2006/relationships/image" Target="../media/image504.png"/><Relationship Id="rId258" Type="http://schemas.openxmlformats.org/officeDocument/2006/relationships/image" Target="../media/image525.png"/><Relationship Id="rId22" Type="http://schemas.openxmlformats.org/officeDocument/2006/relationships/customXml" Target="../ink/ink422.xml"/><Relationship Id="rId64" Type="http://schemas.openxmlformats.org/officeDocument/2006/relationships/customXml" Target="../ink/ink443.xml"/><Relationship Id="rId118" Type="http://schemas.openxmlformats.org/officeDocument/2006/relationships/image" Target="../media/image456.png"/><Relationship Id="rId171" Type="http://schemas.openxmlformats.org/officeDocument/2006/relationships/image" Target="../media/image482.png"/><Relationship Id="rId227" Type="http://schemas.openxmlformats.org/officeDocument/2006/relationships/customXml" Target="../ink/ink526.xml"/><Relationship Id="rId269" Type="http://schemas.openxmlformats.org/officeDocument/2006/relationships/customXml" Target="../ink/ink547.xml"/><Relationship Id="rId33" Type="http://schemas.openxmlformats.org/officeDocument/2006/relationships/image" Target="../media/image415.png"/><Relationship Id="rId129" Type="http://schemas.openxmlformats.org/officeDocument/2006/relationships/customXml" Target="../ink/ink476.xml"/><Relationship Id="rId280" Type="http://schemas.openxmlformats.org/officeDocument/2006/relationships/image" Target="../media/image536.png"/><Relationship Id="rId75" Type="http://schemas.openxmlformats.org/officeDocument/2006/relationships/customXml" Target="../ink/ink449.xml"/><Relationship Id="rId140" Type="http://schemas.openxmlformats.org/officeDocument/2006/relationships/image" Target="../media/image467.png"/><Relationship Id="rId182" Type="http://schemas.openxmlformats.org/officeDocument/2006/relationships/customXml" Target="../ink/ink503.xml"/><Relationship Id="rId6" Type="http://schemas.openxmlformats.org/officeDocument/2006/relationships/customXml" Target="../ink/ink414.xml"/><Relationship Id="rId238" Type="http://schemas.openxmlformats.org/officeDocument/2006/relationships/image" Target="../media/image515.png"/><Relationship Id="rId291" Type="http://schemas.openxmlformats.org/officeDocument/2006/relationships/image" Target="../media/image541.png"/><Relationship Id="rId305" Type="http://schemas.openxmlformats.org/officeDocument/2006/relationships/customXml" Target="../ink/ink566.xml"/><Relationship Id="rId44" Type="http://schemas.openxmlformats.org/officeDocument/2006/relationships/customXml" Target="../ink/ink433.xml"/><Relationship Id="rId86" Type="http://schemas.openxmlformats.org/officeDocument/2006/relationships/image" Target="../media/image440.png"/><Relationship Id="rId151" Type="http://schemas.openxmlformats.org/officeDocument/2006/relationships/customXml" Target="../ink/ink487.xml"/><Relationship Id="rId193" Type="http://schemas.openxmlformats.org/officeDocument/2006/relationships/customXml" Target="../ink/ink509.xml"/><Relationship Id="rId207" Type="http://schemas.openxmlformats.org/officeDocument/2006/relationships/customXml" Target="../ink/ink516.xml"/><Relationship Id="rId249" Type="http://schemas.openxmlformats.org/officeDocument/2006/relationships/customXml" Target="../ink/ink537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1.png"/><Relationship Id="rId21" Type="http://schemas.openxmlformats.org/officeDocument/2006/relationships/image" Target="../media/image565.png"/><Relationship Id="rId42" Type="http://schemas.openxmlformats.org/officeDocument/2006/relationships/customXml" Target="../ink/ink594.xml"/><Relationship Id="rId63" Type="http://schemas.openxmlformats.org/officeDocument/2006/relationships/customXml" Target="../ink/ink605.xml"/><Relationship Id="rId84" Type="http://schemas.openxmlformats.org/officeDocument/2006/relationships/image" Target="../media/image595.png"/><Relationship Id="rId138" Type="http://schemas.openxmlformats.org/officeDocument/2006/relationships/image" Target="../media/image621.png"/><Relationship Id="rId159" Type="http://schemas.openxmlformats.org/officeDocument/2006/relationships/customXml" Target="../ink/ink654.xml"/><Relationship Id="rId107" Type="http://schemas.openxmlformats.org/officeDocument/2006/relationships/customXml" Target="../ink/ink627.xml"/><Relationship Id="rId11" Type="http://schemas.openxmlformats.org/officeDocument/2006/relationships/image" Target="../media/image560.png"/><Relationship Id="rId32" Type="http://schemas.openxmlformats.org/officeDocument/2006/relationships/customXml" Target="../ink/ink589.xml"/><Relationship Id="rId53" Type="http://schemas.openxmlformats.org/officeDocument/2006/relationships/customXml" Target="../ink/ink600.xml"/><Relationship Id="rId74" Type="http://schemas.openxmlformats.org/officeDocument/2006/relationships/image" Target="../media/image590.png"/><Relationship Id="rId128" Type="http://schemas.openxmlformats.org/officeDocument/2006/relationships/customXml" Target="../ink/ink638.xml"/><Relationship Id="rId149" Type="http://schemas.openxmlformats.org/officeDocument/2006/relationships/customXml" Target="../ink/ink649.xml"/><Relationship Id="rId5" Type="http://schemas.openxmlformats.org/officeDocument/2006/relationships/image" Target="../media/image557.png"/><Relationship Id="rId95" Type="http://schemas.openxmlformats.org/officeDocument/2006/relationships/customXml" Target="../ink/ink621.xml"/><Relationship Id="rId160" Type="http://schemas.openxmlformats.org/officeDocument/2006/relationships/image" Target="../media/image632.png"/><Relationship Id="rId22" Type="http://schemas.openxmlformats.org/officeDocument/2006/relationships/customXml" Target="../ink/ink584.xml"/><Relationship Id="rId43" Type="http://schemas.openxmlformats.org/officeDocument/2006/relationships/image" Target="../media/image575.png"/><Relationship Id="rId64" Type="http://schemas.openxmlformats.org/officeDocument/2006/relationships/image" Target="../media/image585.png"/><Relationship Id="rId118" Type="http://schemas.openxmlformats.org/officeDocument/2006/relationships/customXml" Target="../ink/ink633.xml"/><Relationship Id="rId139" Type="http://schemas.openxmlformats.org/officeDocument/2006/relationships/customXml" Target="../ink/ink644.xml"/><Relationship Id="rId85" Type="http://schemas.openxmlformats.org/officeDocument/2006/relationships/customXml" Target="../ink/ink616.xml"/><Relationship Id="rId150" Type="http://schemas.openxmlformats.org/officeDocument/2006/relationships/image" Target="../media/image627.png"/><Relationship Id="rId12" Type="http://schemas.openxmlformats.org/officeDocument/2006/relationships/customXml" Target="../ink/ink579.xml"/><Relationship Id="rId17" Type="http://schemas.openxmlformats.org/officeDocument/2006/relationships/image" Target="../media/image563.png"/><Relationship Id="rId33" Type="http://schemas.openxmlformats.org/officeDocument/2006/relationships/image" Target="../media/image16.png"/><Relationship Id="rId38" Type="http://schemas.openxmlformats.org/officeDocument/2006/relationships/customXml" Target="../ink/ink592.xml"/><Relationship Id="rId59" Type="http://schemas.openxmlformats.org/officeDocument/2006/relationships/customXml" Target="../ink/ink603.xml"/><Relationship Id="rId103" Type="http://schemas.openxmlformats.org/officeDocument/2006/relationships/customXml" Target="../ink/ink625.xml"/><Relationship Id="rId108" Type="http://schemas.openxmlformats.org/officeDocument/2006/relationships/image" Target="../media/image607.png"/><Relationship Id="rId124" Type="http://schemas.openxmlformats.org/officeDocument/2006/relationships/customXml" Target="../ink/ink636.xml"/><Relationship Id="rId129" Type="http://schemas.openxmlformats.org/officeDocument/2006/relationships/image" Target="../media/image617.png"/><Relationship Id="rId54" Type="http://schemas.openxmlformats.org/officeDocument/2006/relationships/image" Target="../media/image580.png"/><Relationship Id="rId70" Type="http://schemas.openxmlformats.org/officeDocument/2006/relationships/image" Target="../media/image588.png"/><Relationship Id="rId75" Type="http://schemas.openxmlformats.org/officeDocument/2006/relationships/customXml" Target="../ink/ink611.xml"/><Relationship Id="rId91" Type="http://schemas.openxmlformats.org/officeDocument/2006/relationships/customXml" Target="../ink/ink619.xml"/><Relationship Id="rId96" Type="http://schemas.openxmlformats.org/officeDocument/2006/relationships/image" Target="../media/image601.png"/><Relationship Id="rId140" Type="http://schemas.openxmlformats.org/officeDocument/2006/relationships/image" Target="../media/image622.png"/><Relationship Id="rId145" Type="http://schemas.openxmlformats.org/officeDocument/2006/relationships/customXml" Target="../ink/ink647.xml"/><Relationship Id="rId161" Type="http://schemas.openxmlformats.org/officeDocument/2006/relationships/customXml" Target="../ink/ink655.xml"/><Relationship Id="rId166" Type="http://schemas.openxmlformats.org/officeDocument/2006/relationships/image" Target="../media/image635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576.xml"/><Relationship Id="rId23" Type="http://schemas.openxmlformats.org/officeDocument/2006/relationships/image" Target="../media/image566.png"/><Relationship Id="rId28" Type="http://schemas.openxmlformats.org/officeDocument/2006/relationships/customXml" Target="../ink/ink587.xml"/><Relationship Id="rId49" Type="http://schemas.openxmlformats.org/officeDocument/2006/relationships/customXml" Target="../ink/ink598.xml"/><Relationship Id="rId114" Type="http://schemas.openxmlformats.org/officeDocument/2006/relationships/image" Target="../media/image610.png"/><Relationship Id="rId119" Type="http://schemas.openxmlformats.org/officeDocument/2006/relationships/image" Target="../media/image612.png"/><Relationship Id="rId44" Type="http://schemas.openxmlformats.org/officeDocument/2006/relationships/customXml" Target="../ink/ink595.xml"/><Relationship Id="rId60" Type="http://schemas.openxmlformats.org/officeDocument/2006/relationships/image" Target="../media/image583.png"/><Relationship Id="rId65" Type="http://schemas.openxmlformats.org/officeDocument/2006/relationships/customXml" Target="../ink/ink606.xml"/><Relationship Id="rId81" Type="http://schemas.openxmlformats.org/officeDocument/2006/relationships/customXml" Target="../ink/ink614.xml"/><Relationship Id="rId86" Type="http://schemas.openxmlformats.org/officeDocument/2006/relationships/image" Target="../media/image596.png"/><Relationship Id="rId130" Type="http://schemas.openxmlformats.org/officeDocument/2006/relationships/customXml" Target="../ink/ink639.xml"/><Relationship Id="rId135" Type="http://schemas.openxmlformats.org/officeDocument/2006/relationships/customXml" Target="../ink/ink642.xml"/><Relationship Id="rId151" Type="http://schemas.openxmlformats.org/officeDocument/2006/relationships/customXml" Target="../ink/ink650.xml"/><Relationship Id="rId156" Type="http://schemas.openxmlformats.org/officeDocument/2006/relationships/image" Target="../media/image630.png"/><Relationship Id="rId13" Type="http://schemas.openxmlformats.org/officeDocument/2006/relationships/image" Target="../media/image561.png"/><Relationship Id="rId18" Type="http://schemas.openxmlformats.org/officeDocument/2006/relationships/customXml" Target="../ink/ink582.xml"/><Relationship Id="rId39" Type="http://schemas.openxmlformats.org/officeDocument/2006/relationships/image" Target="../media/image573.png"/><Relationship Id="rId109" Type="http://schemas.openxmlformats.org/officeDocument/2006/relationships/customXml" Target="../ink/ink628.xml"/><Relationship Id="rId34" Type="http://schemas.openxmlformats.org/officeDocument/2006/relationships/customXml" Target="../ink/ink590.xml"/><Relationship Id="rId50" Type="http://schemas.openxmlformats.org/officeDocument/2006/relationships/image" Target="../media/image578.png"/><Relationship Id="rId55" Type="http://schemas.openxmlformats.org/officeDocument/2006/relationships/customXml" Target="../ink/ink601.xml"/><Relationship Id="rId76" Type="http://schemas.openxmlformats.org/officeDocument/2006/relationships/image" Target="../media/image591.png"/><Relationship Id="rId97" Type="http://schemas.openxmlformats.org/officeDocument/2006/relationships/customXml" Target="../ink/ink622.xml"/><Relationship Id="rId104" Type="http://schemas.openxmlformats.org/officeDocument/2006/relationships/image" Target="../media/image605.png"/><Relationship Id="rId120" Type="http://schemas.openxmlformats.org/officeDocument/2006/relationships/customXml" Target="../ink/ink634.xml"/><Relationship Id="rId125" Type="http://schemas.openxmlformats.org/officeDocument/2006/relationships/image" Target="../media/image615.png"/><Relationship Id="rId141" Type="http://schemas.openxmlformats.org/officeDocument/2006/relationships/customXml" Target="../ink/ink645.xml"/><Relationship Id="rId146" Type="http://schemas.openxmlformats.org/officeDocument/2006/relationships/image" Target="../media/image625.png"/><Relationship Id="rId167" Type="http://schemas.openxmlformats.org/officeDocument/2006/relationships/customXml" Target="../ink/ink658.xml"/><Relationship Id="rId7" Type="http://schemas.openxmlformats.org/officeDocument/2006/relationships/image" Target="../media/image558.png"/><Relationship Id="rId71" Type="http://schemas.openxmlformats.org/officeDocument/2006/relationships/customXml" Target="../ink/ink609.xml"/><Relationship Id="rId92" Type="http://schemas.openxmlformats.org/officeDocument/2006/relationships/image" Target="../media/image599.png"/><Relationship Id="rId162" Type="http://schemas.openxmlformats.org/officeDocument/2006/relationships/image" Target="../media/image633.png"/><Relationship Id="rId2" Type="http://schemas.openxmlformats.org/officeDocument/2006/relationships/customXml" Target="../ink/ink574.xml"/><Relationship Id="rId29" Type="http://schemas.openxmlformats.org/officeDocument/2006/relationships/image" Target="../media/image569.png"/><Relationship Id="rId24" Type="http://schemas.openxmlformats.org/officeDocument/2006/relationships/customXml" Target="../ink/ink585.xml"/><Relationship Id="rId40" Type="http://schemas.openxmlformats.org/officeDocument/2006/relationships/customXml" Target="../ink/ink593.xml"/><Relationship Id="rId45" Type="http://schemas.openxmlformats.org/officeDocument/2006/relationships/customXml" Target="../ink/ink596.xml"/><Relationship Id="rId66" Type="http://schemas.openxmlformats.org/officeDocument/2006/relationships/image" Target="../media/image586.png"/><Relationship Id="rId87" Type="http://schemas.openxmlformats.org/officeDocument/2006/relationships/customXml" Target="../ink/ink617.xml"/><Relationship Id="rId110" Type="http://schemas.openxmlformats.org/officeDocument/2006/relationships/image" Target="../media/image608.png"/><Relationship Id="rId115" Type="http://schemas.openxmlformats.org/officeDocument/2006/relationships/customXml" Target="../ink/ink631.xml"/><Relationship Id="rId131" Type="http://schemas.openxmlformats.org/officeDocument/2006/relationships/image" Target="../media/image618.png"/><Relationship Id="rId136" Type="http://schemas.openxmlformats.org/officeDocument/2006/relationships/image" Target="../media/image620.png"/><Relationship Id="rId157" Type="http://schemas.openxmlformats.org/officeDocument/2006/relationships/customXml" Target="../ink/ink653.xml"/><Relationship Id="rId61" Type="http://schemas.openxmlformats.org/officeDocument/2006/relationships/customXml" Target="../ink/ink604.xml"/><Relationship Id="rId82" Type="http://schemas.openxmlformats.org/officeDocument/2006/relationships/image" Target="../media/image594.png"/><Relationship Id="rId152" Type="http://schemas.openxmlformats.org/officeDocument/2006/relationships/image" Target="../media/image628.png"/><Relationship Id="rId19" Type="http://schemas.openxmlformats.org/officeDocument/2006/relationships/image" Target="../media/image564.png"/><Relationship Id="rId14" Type="http://schemas.openxmlformats.org/officeDocument/2006/relationships/customXml" Target="../ink/ink580.xml"/><Relationship Id="rId30" Type="http://schemas.openxmlformats.org/officeDocument/2006/relationships/customXml" Target="../ink/ink588.xml"/><Relationship Id="rId35" Type="http://schemas.openxmlformats.org/officeDocument/2006/relationships/image" Target="../media/image571.png"/><Relationship Id="rId56" Type="http://schemas.openxmlformats.org/officeDocument/2006/relationships/image" Target="../media/image581.png"/><Relationship Id="rId77" Type="http://schemas.openxmlformats.org/officeDocument/2006/relationships/customXml" Target="../ink/ink612.xml"/><Relationship Id="rId100" Type="http://schemas.openxmlformats.org/officeDocument/2006/relationships/image" Target="../media/image603.png"/><Relationship Id="rId105" Type="http://schemas.openxmlformats.org/officeDocument/2006/relationships/customXml" Target="../ink/ink626.xml"/><Relationship Id="rId126" Type="http://schemas.openxmlformats.org/officeDocument/2006/relationships/customXml" Target="../ink/ink637.xml"/><Relationship Id="rId147" Type="http://schemas.openxmlformats.org/officeDocument/2006/relationships/customXml" Target="../ink/ink648.xml"/><Relationship Id="rId168" Type="http://schemas.openxmlformats.org/officeDocument/2006/relationships/image" Target="../media/image636.png"/><Relationship Id="rId8" Type="http://schemas.openxmlformats.org/officeDocument/2006/relationships/customXml" Target="../ink/ink577.xml"/><Relationship Id="rId51" Type="http://schemas.openxmlformats.org/officeDocument/2006/relationships/customXml" Target="../ink/ink599.xml"/><Relationship Id="rId72" Type="http://schemas.openxmlformats.org/officeDocument/2006/relationships/image" Target="../media/image589.png"/><Relationship Id="rId93" Type="http://schemas.openxmlformats.org/officeDocument/2006/relationships/customXml" Target="../ink/ink620.xml"/><Relationship Id="rId98" Type="http://schemas.openxmlformats.org/officeDocument/2006/relationships/image" Target="../media/image602.png"/><Relationship Id="rId121" Type="http://schemas.openxmlformats.org/officeDocument/2006/relationships/image" Target="../media/image613.png"/><Relationship Id="rId142" Type="http://schemas.openxmlformats.org/officeDocument/2006/relationships/image" Target="../media/image623.png"/><Relationship Id="rId163" Type="http://schemas.openxmlformats.org/officeDocument/2006/relationships/customXml" Target="../ink/ink656.xml"/><Relationship Id="rId3" Type="http://schemas.openxmlformats.org/officeDocument/2006/relationships/image" Target="../media/image556.png"/><Relationship Id="rId25" Type="http://schemas.openxmlformats.org/officeDocument/2006/relationships/image" Target="../media/image567.png"/><Relationship Id="rId46" Type="http://schemas.openxmlformats.org/officeDocument/2006/relationships/image" Target="../media/image576.png"/><Relationship Id="rId67" Type="http://schemas.openxmlformats.org/officeDocument/2006/relationships/customXml" Target="../ink/ink607.xml"/><Relationship Id="rId116" Type="http://schemas.openxmlformats.org/officeDocument/2006/relationships/customXml" Target="../ink/ink632.xml"/><Relationship Id="rId137" Type="http://schemas.openxmlformats.org/officeDocument/2006/relationships/customXml" Target="../ink/ink643.xml"/><Relationship Id="rId158" Type="http://schemas.openxmlformats.org/officeDocument/2006/relationships/image" Target="../media/image631.png"/><Relationship Id="rId20" Type="http://schemas.openxmlformats.org/officeDocument/2006/relationships/customXml" Target="../ink/ink583.xml"/><Relationship Id="rId41" Type="http://schemas.openxmlformats.org/officeDocument/2006/relationships/image" Target="../media/image574.png"/><Relationship Id="rId62" Type="http://schemas.openxmlformats.org/officeDocument/2006/relationships/image" Target="../media/image584.png"/><Relationship Id="rId83" Type="http://schemas.openxmlformats.org/officeDocument/2006/relationships/customXml" Target="../ink/ink615.xml"/><Relationship Id="rId88" Type="http://schemas.openxmlformats.org/officeDocument/2006/relationships/image" Target="../media/image597.png"/><Relationship Id="rId111" Type="http://schemas.openxmlformats.org/officeDocument/2006/relationships/customXml" Target="../ink/ink629.xml"/><Relationship Id="rId132" Type="http://schemas.openxmlformats.org/officeDocument/2006/relationships/customXml" Target="../ink/ink640.xml"/><Relationship Id="rId153" Type="http://schemas.openxmlformats.org/officeDocument/2006/relationships/customXml" Target="../ink/ink651.xml"/><Relationship Id="rId15" Type="http://schemas.openxmlformats.org/officeDocument/2006/relationships/image" Target="../media/image562.png"/><Relationship Id="rId36" Type="http://schemas.openxmlformats.org/officeDocument/2006/relationships/customXml" Target="../ink/ink591.xml"/><Relationship Id="rId57" Type="http://schemas.openxmlformats.org/officeDocument/2006/relationships/customXml" Target="../ink/ink602.xml"/><Relationship Id="rId106" Type="http://schemas.openxmlformats.org/officeDocument/2006/relationships/image" Target="../media/image606.png"/><Relationship Id="rId127" Type="http://schemas.openxmlformats.org/officeDocument/2006/relationships/image" Target="../media/image616.png"/><Relationship Id="rId10" Type="http://schemas.openxmlformats.org/officeDocument/2006/relationships/customXml" Target="../ink/ink578.xml"/><Relationship Id="rId31" Type="http://schemas.openxmlformats.org/officeDocument/2006/relationships/image" Target="../media/image570.png"/><Relationship Id="rId52" Type="http://schemas.openxmlformats.org/officeDocument/2006/relationships/image" Target="../media/image579.png"/><Relationship Id="rId73" Type="http://schemas.openxmlformats.org/officeDocument/2006/relationships/customXml" Target="../ink/ink610.xml"/><Relationship Id="rId78" Type="http://schemas.openxmlformats.org/officeDocument/2006/relationships/image" Target="../media/image592.png"/><Relationship Id="rId94" Type="http://schemas.openxmlformats.org/officeDocument/2006/relationships/image" Target="../media/image600.png"/><Relationship Id="rId99" Type="http://schemas.openxmlformats.org/officeDocument/2006/relationships/customXml" Target="../ink/ink623.xml"/><Relationship Id="rId101" Type="http://schemas.openxmlformats.org/officeDocument/2006/relationships/customXml" Target="../ink/ink624.xml"/><Relationship Id="rId122" Type="http://schemas.openxmlformats.org/officeDocument/2006/relationships/customXml" Target="../ink/ink635.xml"/><Relationship Id="rId143" Type="http://schemas.openxmlformats.org/officeDocument/2006/relationships/customXml" Target="../ink/ink646.xml"/><Relationship Id="rId148" Type="http://schemas.openxmlformats.org/officeDocument/2006/relationships/image" Target="../media/image626.png"/><Relationship Id="rId164" Type="http://schemas.openxmlformats.org/officeDocument/2006/relationships/image" Target="../media/image634.png"/><Relationship Id="rId4" Type="http://schemas.openxmlformats.org/officeDocument/2006/relationships/customXml" Target="../ink/ink575.xml"/><Relationship Id="rId9" Type="http://schemas.openxmlformats.org/officeDocument/2006/relationships/image" Target="../media/image559.png"/><Relationship Id="rId26" Type="http://schemas.openxmlformats.org/officeDocument/2006/relationships/customXml" Target="../ink/ink586.xml"/><Relationship Id="rId47" Type="http://schemas.openxmlformats.org/officeDocument/2006/relationships/customXml" Target="../ink/ink597.xml"/><Relationship Id="rId68" Type="http://schemas.openxmlformats.org/officeDocument/2006/relationships/image" Target="../media/image587.png"/><Relationship Id="rId89" Type="http://schemas.openxmlformats.org/officeDocument/2006/relationships/customXml" Target="../ink/ink618.xml"/><Relationship Id="rId112" Type="http://schemas.openxmlformats.org/officeDocument/2006/relationships/image" Target="../media/image609.png"/><Relationship Id="rId133" Type="http://schemas.openxmlformats.org/officeDocument/2006/relationships/customXml" Target="../ink/ink641.xml"/><Relationship Id="rId154" Type="http://schemas.openxmlformats.org/officeDocument/2006/relationships/image" Target="../media/image629.png"/><Relationship Id="rId16" Type="http://schemas.openxmlformats.org/officeDocument/2006/relationships/customXml" Target="../ink/ink581.xml"/><Relationship Id="rId37" Type="http://schemas.openxmlformats.org/officeDocument/2006/relationships/image" Target="../media/image572.png"/><Relationship Id="rId58" Type="http://schemas.openxmlformats.org/officeDocument/2006/relationships/image" Target="../media/image582.png"/><Relationship Id="rId79" Type="http://schemas.openxmlformats.org/officeDocument/2006/relationships/customXml" Target="../ink/ink613.xml"/><Relationship Id="rId102" Type="http://schemas.openxmlformats.org/officeDocument/2006/relationships/image" Target="../media/image604.png"/><Relationship Id="rId123" Type="http://schemas.openxmlformats.org/officeDocument/2006/relationships/image" Target="../media/image614.png"/><Relationship Id="rId144" Type="http://schemas.openxmlformats.org/officeDocument/2006/relationships/image" Target="../media/image624.png"/><Relationship Id="rId90" Type="http://schemas.openxmlformats.org/officeDocument/2006/relationships/image" Target="../media/image598.png"/><Relationship Id="rId165" Type="http://schemas.openxmlformats.org/officeDocument/2006/relationships/customXml" Target="../ink/ink657.xml"/><Relationship Id="rId27" Type="http://schemas.openxmlformats.org/officeDocument/2006/relationships/image" Target="../media/image568.png"/><Relationship Id="rId48" Type="http://schemas.openxmlformats.org/officeDocument/2006/relationships/image" Target="../media/image577.png"/><Relationship Id="rId69" Type="http://schemas.openxmlformats.org/officeDocument/2006/relationships/customXml" Target="../ink/ink608.xml"/><Relationship Id="rId113" Type="http://schemas.openxmlformats.org/officeDocument/2006/relationships/customXml" Target="../ink/ink630.xml"/><Relationship Id="rId134" Type="http://schemas.openxmlformats.org/officeDocument/2006/relationships/image" Target="../media/image619.png"/><Relationship Id="rId80" Type="http://schemas.openxmlformats.org/officeDocument/2006/relationships/image" Target="../media/image593.png"/><Relationship Id="rId155" Type="http://schemas.openxmlformats.org/officeDocument/2006/relationships/customXml" Target="../ink/ink652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71.xml"/><Relationship Id="rId21" Type="http://schemas.openxmlformats.org/officeDocument/2006/relationships/image" Target="../media/image646.png"/><Relationship Id="rId42" Type="http://schemas.openxmlformats.org/officeDocument/2006/relationships/image" Target="../media/image655.png"/><Relationship Id="rId47" Type="http://schemas.openxmlformats.org/officeDocument/2006/relationships/customXml" Target="../ink/ink682.xml"/><Relationship Id="rId63" Type="http://schemas.openxmlformats.org/officeDocument/2006/relationships/customXml" Target="../ink/ink690.xml"/><Relationship Id="rId68" Type="http://schemas.openxmlformats.org/officeDocument/2006/relationships/image" Target="../media/image668.png"/><Relationship Id="rId84" Type="http://schemas.openxmlformats.org/officeDocument/2006/relationships/customXml" Target="../ink/ink701.xml"/><Relationship Id="rId89" Type="http://schemas.openxmlformats.org/officeDocument/2006/relationships/image" Target="../media/image678.png"/><Relationship Id="rId16" Type="http://schemas.openxmlformats.org/officeDocument/2006/relationships/customXml" Target="../ink/ink666.xml"/><Relationship Id="rId11" Type="http://schemas.openxmlformats.org/officeDocument/2006/relationships/image" Target="../media/image641.png"/><Relationship Id="rId32" Type="http://schemas.openxmlformats.org/officeDocument/2006/relationships/customXml" Target="../ink/ink674.xml"/><Relationship Id="rId37" Type="http://schemas.openxmlformats.org/officeDocument/2006/relationships/customXml" Target="../ink/ink677.xml"/><Relationship Id="rId53" Type="http://schemas.openxmlformats.org/officeDocument/2006/relationships/customXml" Target="../ink/ink685.xml"/><Relationship Id="rId58" Type="http://schemas.openxmlformats.org/officeDocument/2006/relationships/image" Target="../media/image663.png"/><Relationship Id="rId74" Type="http://schemas.openxmlformats.org/officeDocument/2006/relationships/image" Target="../media/image671.png"/><Relationship Id="rId79" Type="http://schemas.openxmlformats.org/officeDocument/2006/relationships/customXml" Target="../ink/ink698.xml"/><Relationship Id="rId5" Type="http://schemas.openxmlformats.org/officeDocument/2006/relationships/image" Target="../media/image638.png"/><Relationship Id="rId90" Type="http://schemas.openxmlformats.org/officeDocument/2006/relationships/customXml" Target="../ink/ink704.xml"/><Relationship Id="rId95" Type="http://schemas.openxmlformats.org/officeDocument/2006/relationships/image" Target="../media/image681.png"/><Relationship Id="rId22" Type="http://schemas.openxmlformats.org/officeDocument/2006/relationships/customXml" Target="../ink/ink669.xml"/><Relationship Id="rId27" Type="http://schemas.openxmlformats.org/officeDocument/2006/relationships/image" Target="../media/image649.png"/><Relationship Id="rId43" Type="http://schemas.openxmlformats.org/officeDocument/2006/relationships/customXml" Target="../ink/ink680.xml"/><Relationship Id="rId48" Type="http://schemas.openxmlformats.org/officeDocument/2006/relationships/image" Target="../media/image658.png"/><Relationship Id="rId64" Type="http://schemas.openxmlformats.org/officeDocument/2006/relationships/image" Target="../media/image666.png"/><Relationship Id="rId69" Type="http://schemas.openxmlformats.org/officeDocument/2006/relationships/customXml" Target="../ink/ink693.xml"/><Relationship Id="rId80" Type="http://schemas.openxmlformats.org/officeDocument/2006/relationships/image" Target="../media/image674.png"/><Relationship Id="rId85" Type="http://schemas.openxmlformats.org/officeDocument/2006/relationships/image" Target="../media/image676.png"/><Relationship Id="rId12" Type="http://schemas.openxmlformats.org/officeDocument/2006/relationships/customXml" Target="../ink/ink664.xml"/><Relationship Id="rId17" Type="http://schemas.openxmlformats.org/officeDocument/2006/relationships/image" Target="../media/image644.png"/><Relationship Id="rId25" Type="http://schemas.openxmlformats.org/officeDocument/2006/relationships/image" Target="../media/image648.png"/><Relationship Id="rId33" Type="http://schemas.openxmlformats.org/officeDocument/2006/relationships/image" Target="../media/image651.png"/><Relationship Id="rId38" Type="http://schemas.openxmlformats.org/officeDocument/2006/relationships/image" Target="../media/image653.png"/><Relationship Id="rId46" Type="http://schemas.openxmlformats.org/officeDocument/2006/relationships/image" Target="../media/image657.png"/><Relationship Id="rId59" Type="http://schemas.openxmlformats.org/officeDocument/2006/relationships/customXml" Target="../ink/ink688.xml"/><Relationship Id="rId67" Type="http://schemas.openxmlformats.org/officeDocument/2006/relationships/customXml" Target="../ink/ink692.xml"/><Relationship Id="rId20" Type="http://schemas.openxmlformats.org/officeDocument/2006/relationships/customXml" Target="../ink/ink668.xml"/><Relationship Id="rId41" Type="http://schemas.openxmlformats.org/officeDocument/2006/relationships/customXml" Target="../ink/ink679.xml"/><Relationship Id="rId54" Type="http://schemas.openxmlformats.org/officeDocument/2006/relationships/image" Target="../media/image661.png"/><Relationship Id="rId62" Type="http://schemas.openxmlformats.org/officeDocument/2006/relationships/image" Target="../media/image665.png"/><Relationship Id="rId70" Type="http://schemas.openxmlformats.org/officeDocument/2006/relationships/image" Target="../media/image669.png"/><Relationship Id="rId75" Type="http://schemas.openxmlformats.org/officeDocument/2006/relationships/customXml" Target="../ink/ink696.xml"/><Relationship Id="rId83" Type="http://schemas.openxmlformats.org/officeDocument/2006/relationships/customXml" Target="../ink/ink700.xml"/><Relationship Id="rId88" Type="http://schemas.openxmlformats.org/officeDocument/2006/relationships/customXml" Target="../ink/ink703.xml"/><Relationship Id="rId91" Type="http://schemas.openxmlformats.org/officeDocument/2006/relationships/image" Target="../media/image679.png"/><Relationship Id="rId96" Type="http://schemas.openxmlformats.org/officeDocument/2006/relationships/customXml" Target="../ink/ink70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661.xml"/><Relationship Id="rId15" Type="http://schemas.openxmlformats.org/officeDocument/2006/relationships/image" Target="../media/image643.png"/><Relationship Id="rId23" Type="http://schemas.openxmlformats.org/officeDocument/2006/relationships/image" Target="../media/image647.png"/><Relationship Id="rId28" Type="http://schemas.openxmlformats.org/officeDocument/2006/relationships/customXml" Target="../ink/ink672.xml"/><Relationship Id="rId36" Type="http://schemas.openxmlformats.org/officeDocument/2006/relationships/customXml" Target="../ink/ink676.xml"/><Relationship Id="rId49" Type="http://schemas.openxmlformats.org/officeDocument/2006/relationships/customXml" Target="../ink/ink683.xml"/><Relationship Id="rId57" Type="http://schemas.openxmlformats.org/officeDocument/2006/relationships/customXml" Target="../ink/ink687.xml"/><Relationship Id="rId10" Type="http://schemas.openxmlformats.org/officeDocument/2006/relationships/customXml" Target="../ink/ink663.xml"/><Relationship Id="rId31" Type="http://schemas.openxmlformats.org/officeDocument/2006/relationships/image" Target="../media/image16.png"/><Relationship Id="rId44" Type="http://schemas.openxmlformats.org/officeDocument/2006/relationships/image" Target="../media/image656.png"/><Relationship Id="rId52" Type="http://schemas.openxmlformats.org/officeDocument/2006/relationships/image" Target="../media/image660.png"/><Relationship Id="rId60" Type="http://schemas.openxmlformats.org/officeDocument/2006/relationships/image" Target="../media/image664.png"/><Relationship Id="rId65" Type="http://schemas.openxmlformats.org/officeDocument/2006/relationships/customXml" Target="../ink/ink691.xml"/><Relationship Id="rId73" Type="http://schemas.openxmlformats.org/officeDocument/2006/relationships/customXml" Target="../ink/ink695.xml"/><Relationship Id="rId78" Type="http://schemas.openxmlformats.org/officeDocument/2006/relationships/image" Target="../media/image673.png"/><Relationship Id="rId81" Type="http://schemas.openxmlformats.org/officeDocument/2006/relationships/customXml" Target="../ink/ink699.xml"/><Relationship Id="rId86" Type="http://schemas.openxmlformats.org/officeDocument/2006/relationships/customXml" Target="../ink/ink702.xml"/><Relationship Id="rId94" Type="http://schemas.openxmlformats.org/officeDocument/2006/relationships/customXml" Target="../ink/ink706.xml"/><Relationship Id="rId99" Type="http://schemas.openxmlformats.org/officeDocument/2006/relationships/image" Target="../media/image683.png"/><Relationship Id="rId101" Type="http://schemas.openxmlformats.org/officeDocument/2006/relationships/image" Target="../media/image684.png"/><Relationship Id="rId4" Type="http://schemas.openxmlformats.org/officeDocument/2006/relationships/customXml" Target="../ink/ink660.xml"/><Relationship Id="rId9" Type="http://schemas.openxmlformats.org/officeDocument/2006/relationships/image" Target="../media/image640.png"/><Relationship Id="rId13" Type="http://schemas.openxmlformats.org/officeDocument/2006/relationships/image" Target="../media/image642.png"/><Relationship Id="rId18" Type="http://schemas.openxmlformats.org/officeDocument/2006/relationships/customXml" Target="../ink/ink667.xml"/><Relationship Id="rId39" Type="http://schemas.openxmlformats.org/officeDocument/2006/relationships/customXml" Target="../ink/ink678.xml"/><Relationship Id="rId34" Type="http://schemas.openxmlformats.org/officeDocument/2006/relationships/customXml" Target="../ink/ink675.xml"/><Relationship Id="rId50" Type="http://schemas.openxmlformats.org/officeDocument/2006/relationships/image" Target="../media/image659.png"/><Relationship Id="rId55" Type="http://schemas.openxmlformats.org/officeDocument/2006/relationships/customXml" Target="../ink/ink686.xml"/><Relationship Id="rId76" Type="http://schemas.openxmlformats.org/officeDocument/2006/relationships/image" Target="../media/image672.png"/><Relationship Id="rId97" Type="http://schemas.openxmlformats.org/officeDocument/2006/relationships/image" Target="../media/image682.png"/><Relationship Id="rId7" Type="http://schemas.openxmlformats.org/officeDocument/2006/relationships/image" Target="../media/image639.png"/><Relationship Id="rId71" Type="http://schemas.openxmlformats.org/officeDocument/2006/relationships/customXml" Target="../ink/ink694.xml"/><Relationship Id="rId92" Type="http://schemas.openxmlformats.org/officeDocument/2006/relationships/customXml" Target="../ink/ink705.xml"/><Relationship Id="rId2" Type="http://schemas.openxmlformats.org/officeDocument/2006/relationships/customXml" Target="../ink/ink659.xml"/><Relationship Id="rId29" Type="http://schemas.openxmlformats.org/officeDocument/2006/relationships/image" Target="../media/image650.png"/><Relationship Id="rId24" Type="http://schemas.openxmlformats.org/officeDocument/2006/relationships/customXml" Target="../ink/ink670.xml"/><Relationship Id="rId40" Type="http://schemas.openxmlformats.org/officeDocument/2006/relationships/image" Target="../media/image654.png"/><Relationship Id="rId45" Type="http://schemas.openxmlformats.org/officeDocument/2006/relationships/customXml" Target="../ink/ink681.xml"/><Relationship Id="rId66" Type="http://schemas.openxmlformats.org/officeDocument/2006/relationships/image" Target="../media/image667.png"/><Relationship Id="rId87" Type="http://schemas.openxmlformats.org/officeDocument/2006/relationships/image" Target="../media/image677.png"/><Relationship Id="rId61" Type="http://schemas.openxmlformats.org/officeDocument/2006/relationships/customXml" Target="../ink/ink689.xml"/><Relationship Id="rId82" Type="http://schemas.openxmlformats.org/officeDocument/2006/relationships/image" Target="../media/image675.png"/><Relationship Id="rId19" Type="http://schemas.openxmlformats.org/officeDocument/2006/relationships/image" Target="../media/image645.png"/><Relationship Id="rId14" Type="http://schemas.openxmlformats.org/officeDocument/2006/relationships/customXml" Target="../ink/ink665.xml"/><Relationship Id="rId30" Type="http://schemas.openxmlformats.org/officeDocument/2006/relationships/customXml" Target="../ink/ink673.xml"/><Relationship Id="rId35" Type="http://schemas.openxmlformats.org/officeDocument/2006/relationships/image" Target="../media/image652.png"/><Relationship Id="rId56" Type="http://schemas.openxmlformats.org/officeDocument/2006/relationships/image" Target="../media/image662.png"/><Relationship Id="rId77" Type="http://schemas.openxmlformats.org/officeDocument/2006/relationships/customXml" Target="../ink/ink697.xml"/><Relationship Id="rId100" Type="http://schemas.openxmlformats.org/officeDocument/2006/relationships/customXml" Target="../ink/ink709.xml"/><Relationship Id="rId8" Type="http://schemas.openxmlformats.org/officeDocument/2006/relationships/customXml" Target="../ink/ink662.xml"/><Relationship Id="rId51" Type="http://schemas.openxmlformats.org/officeDocument/2006/relationships/customXml" Target="../ink/ink684.xml"/><Relationship Id="rId72" Type="http://schemas.openxmlformats.org/officeDocument/2006/relationships/image" Target="../media/image670.png"/><Relationship Id="rId93" Type="http://schemas.openxmlformats.org/officeDocument/2006/relationships/image" Target="../media/image680.png"/><Relationship Id="rId98" Type="http://schemas.openxmlformats.org/officeDocument/2006/relationships/customXml" Target="../ink/ink708.xml"/><Relationship Id="rId3" Type="http://schemas.openxmlformats.org/officeDocument/2006/relationships/image" Target="../media/image637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67.xml"/><Relationship Id="rId299" Type="http://schemas.openxmlformats.org/officeDocument/2006/relationships/customXml" Target="../ink/ink858.xml"/><Relationship Id="rId21" Type="http://schemas.openxmlformats.org/officeDocument/2006/relationships/customXml" Target="../ink/ink719.xml"/><Relationship Id="rId63" Type="http://schemas.openxmlformats.org/officeDocument/2006/relationships/customXml" Target="../ink/ink740.xml"/><Relationship Id="rId159" Type="http://schemas.openxmlformats.org/officeDocument/2006/relationships/customXml" Target="../ink/ink788.xml"/><Relationship Id="rId324" Type="http://schemas.openxmlformats.org/officeDocument/2006/relationships/image" Target="../media/image844.png"/><Relationship Id="rId366" Type="http://schemas.openxmlformats.org/officeDocument/2006/relationships/image" Target="../media/image865.png"/><Relationship Id="rId170" Type="http://schemas.openxmlformats.org/officeDocument/2006/relationships/image" Target="../media/image768.png"/><Relationship Id="rId226" Type="http://schemas.openxmlformats.org/officeDocument/2006/relationships/image" Target="../media/image795.png"/><Relationship Id="rId268" Type="http://schemas.openxmlformats.org/officeDocument/2006/relationships/image" Target="../media/image816.png"/><Relationship Id="rId32" Type="http://schemas.openxmlformats.org/officeDocument/2006/relationships/image" Target="../media/image699.png"/><Relationship Id="rId74" Type="http://schemas.openxmlformats.org/officeDocument/2006/relationships/image" Target="../media/image720.png"/><Relationship Id="rId128" Type="http://schemas.openxmlformats.org/officeDocument/2006/relationships/image" Target="../media/image747.png"/><Relationship Id="rId335" Type="http://schemas.openxmlformats.org/officeDocument/2006/relationships/customXml" Target="../ink/ink876.xml"/><Relationship Id="rId377" Type="http://schemas.openxmlformats.org/officeDocument/2006/relationships/customXml" Target="../ink/ink897.xml"/><Relationship Id="rId5" Type="http://schemas.openxmlformats.org/officeDocument/2006/relationships/customXml" Target="../ink/ink711.xml"/><Relationship Id="rId181" Type="http://schemas.openxmlformats.org/officeDocument/2006/relationships/customXml" Target="../ink/ink799.xml"/><Relationship Id="rId237" Type="http://schemas.openxmlformats.org/officeDocument/2006/relationships/customXml" Target="../ink/ink827.xml"/><Relationship Id="rId279" Type="http://schemas.openxmlformats.org/officeDocument/2006/relationships/customXml" Target="../ink/ink848.xml"/><Relationship Id="rId43" Type="http://schemas.openxmlformats.org/officeDocument/2006/relationships/customXml" Target="../ink/ink730.xml"/><Relationship Id="rId139" Type="http://schemas.openxmlformats.org/officeDocument/2006/relationships/customXml" Target="../ink/ink778.xml"/><Relationship Id="rId290" Type="http://schemas.openxmlformats.org/officeDocument/2006/relationships/image" Target="../media/image827.png"/><Relationship Id="rId304" Type="http://schemas.openxmlformats.org/officeDocument/2006/relationships/image" Target="../media/image834.png"/><Relationship Id="rId346" Type="http://schemas.openxmlformats.org/officeDocument/2006/relationships/image" Target="../media/image855.png"/><Relationship Id="rId388" Type="http://schemas.openxmlformats.org/officeDocument/2006/relationships/image" Target="../media/image876.png"/><Relationship Id="rId85" Type="http://schemas.openxmlformats.org/officeDocument/2006/relationships/customXml" Target="../ink/ink751.xml"/><Relationship Id="rId150" Type="http://schemas.openxmlformats.org/officeDocument/2006/relationships/image" Target="../media/image758.png"/><Relationship Id="rId192" Type="http://schemas.openxmlformats.org/officeDocument/2006/relationships/image" Target="../media/image779.png"/><Relationship Id="rId206" Type="http://schemas.openxmlformats.org/officeDocument/2006/relationships/image" Target="../media/image16.png"/><Relationship Id="rId248" Type="http://schemas.openxmlformats.org/officeDocument/2006/relationships/image" Target="../media/image806.png"/><Relationship Id="rId12" Type="http://schemas.openxmlformats.org/officeDocument/2006/relationships/image" Target="../media/image689.png"/><Relationship Id="rId108" Type="http://schemas.openxmlformats.org/officeDocument/2006/relationships/image" Target="../media/image737.png"/><Relationship Id="rId315" Type="http://schemas.openxmlformats.org/officeDocument/2006/relationships/customXml" Target="../ink/ink866.xml"/><Relationship Id="rId357" Type="http://schemas.openxmlformats.org/officeDocument/2006/relationships/customXml" Target="../ink/ink887.xml"/><Relationship Id="rId54" Type="http://schemas.openxmlformats.org/officeDocument/2006/relationships/image" Target="../media/image710.png"/><Relationship Id="rId96" Type="http://schemas.openxmlformats.org/officeDocument/2006/relationships/image" Target="../media/image731.png"/><Relationship Id="rId161" Type="http://schemas.openxmlformats.org/officeDocument/2006/relationships/customXml" Target="../ink/ink789.xml"/><Relationship Id="rId217" Type="http://schemas.openxmlformats.org/officeDocument/2006/relationships/customXml" Target="../ink/ink817.xml"/><Relationship Id="rId259" Type="http://schemas.openxmlformats.org/officeDocument/2006/relationships/customXml" Target="../ink/ink838.xml"/><Relationship Id="rId23" Type="http://schemas.openxmlformats.org/officeDocument/2006/relationships/customXml" Target="../ink/ink720.xml"/><Relationship Id="rId119" Type="http://schemas.openxmlformats.org/officeDocument/2006/relationships/customXml" Target="../ink/ink768.xml"/><Relationship Id="rId270" Type="http://schemas.openxmlformats.org/officeDocument/2006/relationships/image" Target="../media/image817.png"/><Relationship Id="rId326" Type="http://schemas.openxmlformats.org/officeDocument/2006/relationships/image" Target="../media/image845.png"/><Relationship Id="rId65" Type="http://schemas.openxmlformats.org/officeDocument/2006/relationships/customXml" Target="../ink/ink741.xml"/><Relationship Id="rId130" Type="http://schemas.openxmlformats.org/officeDocument/2006/relationships/image" Target="../media/image748.png"/><Relationship Id="rId368" Type="http://schemas.openxmlformats.org/officeDocument/2006/relationships/image" Target="../media/image866.png"/><Relationship Id="rId172" Type="http://schemas.openxmlformats.org/officeDocument/2006/relationships/image" Target="../media/image769.png"/><Relationship Id="rId228" Type="http://schemas.openxmlformats.org/officeDocument/2006/relationships/image" Target="../media/image796.png"/><Relationship Id="rId281" Type="http://schemas.openxmlformats.org/officeDocument/2006/relationships/customXml" Target="../ink/ink849.xml"/><Relationship Id="rId337" Type="http://schemas.openxmlformats.org/officeDocument/2006/relationships/customXml" Target="../ink/ink877.xml"/><Relationship Id="rId34" Type="http://schemas.openxmlformats.org/officeDocument/2006/relationships/image" Target="../media/image700.png"/><Relationship Id="rId76" Type="http://schemas.openxmlformats.org/officeDocument/2006/relationships/image" Target="../media/image721.png"/><Relationship Id="rId141" Type="http://schemas.openxmlformats.org/officeDocument/2006/relationships/customXml" Target="../ink/ink779.xml"/><Relationship Id="rId379" Type="http://schemas.openxmlformats.org/officeDocument/2006/relationships/customXml" Target="../ink/ink898.xml"/><Relationship Id="rId7" Type="http://schemas.openxmlformats.org/officeDocument/2006/relationships/customXml" Target="../ink/ink712.xml"/><Relationship Id="rId183" Type="http://schemas.openxmlformats.org/officeDocument/2006/relationships/customXml" Target="../ink/ink800.xml"/><Relationship Id="rId239" Type="http://schemas.openxmlformats.org/officeDocument/2006/relationships/customXml" Target="../ink/ink828.xml"/><Relationship Id="rId390" Type="http://schemas.openxmlformats.org/officeDocument/2006/relationships/image" Target="../media/image877.png"/><Relationship Id="rId250" Type="http://schemas.openxmlformats.org/officeDocument/2006/relationships/image" Target="../media/image807.png"/><Relationship Id="rId292" Type="http://schemas.openxmlformats.org/officeDocument/2006/relationships/image" Target="../media/image828.png"/><Relationship Id="rId306" Type="http://schemas.openxmlformats.org/officeDocument/2006/relationships/image" Target="../media/image835.png"/><Relationship Id="rId45" Type="http://schemas.openxmlformats.org/officeDocument/2006/relationships/customXml" Target="../ink/ink731.xml"/><Relationship Id="rId87" Type="http://schemas.openxmlformats.org/officeDocument/2006/relationships/customXml" Target="../ink/ink752.xml"/><Relationship Id="rId110" Type="http://schemas.openxmlformats.org/officeDocument/2006/relationships/image" Target="../media/image738.png"/><Relationship Id="rId348" Type="http://schemas.openxmlformats.org/officeDocument/2006/relationships/image" Target="../media/image856.png"/><Relationship Id="rId152" Type="http://schemas.openxmlformats.org/officeDocument/2006/relationships/image" Target="../media/image759.png"/><Relationship Id="rId194" Type="http://schemas.openxmlformats.org/officeDocument/2006/relationships/image" Target="../media/image780.png"/><Relationship Id="rId208" Type="http://schemas.openxmlformats.org/officeDocument/2006/relationships/image" Target="../media/image786.png"/><Relationship Id="rId261" Type="http://schemas.openxmlformats.org/officeDocument/2006/relationships/customXml" Target="../ink/ink839.xml"/><Relationship Id="rId14" Type="http://schemas.openxmlformats.org/officeDocument/2006/relationships/image" Target="../media/image690.png"/><Relationship Id="rId56" Type="http://schemas.openxmlformats.org/officeDocument/2006/relationships/image" Target="../media/image711.png"/><Relationship Id="rId317" Type="http://schemas.openxmlformats.org/officeDocument/2006/relationships/customXml" Target="../ink/ink867.xml"/><Relationship Id="rId359" Type="http://schemas.openxmlformats.org/officeDocument/2006/relationships/customXml" Target="../ink/ink888.xml"/><Relationship Id="rId98" Type="http://schemas.openxmlformats.org/officeDocument/2006/relationships/image" Target="../media/image732.png"/><Relationship Id="rId121" Type="http://schemas.openxmlformats.org/officeDocument/2006/relationships/customXml" Target="../ink/ink769.xml"/><Relationship Id="rId163" Type="http://schemas.openxmlformats.org/officeDocument/2006/relationships/customXml" Target="../ink/ink790.xml"/><Relationship Id="rId219" Type="http://schemas.openxmlformats.org/officeDocument/2006/relationships/customXml" Target="../ink/ink818.xml"/><Relationship Id="rId370" Type="http://schemas.openxmlformats.org/officeDocument/2006/relationships/image" Target="../media/image867.png"/><Relationship Id="rId230" Type="http://schemas.openxmlformats.org/officeDocument/2006/relationships/image" Target="../media/image797.png"/><Relationship Id="rId25" Type="http://schemas.openxmlformats.org/officeDocument/2006/relationships/customXml" Target="../ink/ink721.xml"/><Relationship Id="rId67" Type="http://schemas.openxmlformats.org/officeDocument/2006/relationships/customXml" Target="../ink/ink742.xml"/><Relationship Id="rId272" Type="http://schemas.openxmlformats.org/officeDocument/2006/relationships/image" Target="../media/image818.png"/><Relationship Id="rId328" Type="http://schemas.openxmlformats.org/officeDocument/2006/relationships/image" Target="../media/image846.png"/><Relationship Id="rId132" Type="http://schemas.openxmlformats.org/officeDocument/2006/relationships/image" Target="../media/image749.png"/><Relationship Id="rId174" Type="http://schemas.openxmlformats.org/officeDocument/2006/relationships/image" Target="../media/image770.png"/><Relationship Id="rId381" Type="http://schemas.openxmlformats.org/officeDocument/2006/relationships/customXml" Target="../ink/ink899.xml"/><Relationship Id="rId241" Type="http://schemas.openxmlformats.org/officeDocument/2006/relationships/customXml" Target="../ink/ink829.xml"/><Relationship Id="rId36" Type="http://schemas.openxmlformats.org/officeDocument/2006/relationships/image" Target="../media/image701.png"/><Relationship Id="rId283" Type="http://schemas.openxmlformats.org/officeDocument/2006/relationships/customXml" Target="../ink/ink850.xml"/><Relationship Id="rId339" Type="http://schemas.openxmlformats.org/officeDocument/2006/relationships/customXml" Target="../ink/ink878.xml"/><Relationship Id="rId78" Type="http://schemas.openxmlformats.org/officeDocument/2006/relationships/image" Target="../media/image722.png"/><Relationship Id="rId101" Type="http://schemas.openxmlformats.org/officeDocument/2006/relationships/customXml" Target="../ink/ink759.xml"/><Relationship Id="rId143" Type="http://schemas.openxmlformats.org/officeDocument/2006/relationships/customXml" Target="../ink/ink780.xml"/><Relationship Id="rId185" Type="http://schemas.openxmlformats.org/officeDocument/2006/relationships/customXml" Target="../ink/ink801.xml"/><Relationship Id="rId350" Type="http://schemas.openxmlformats.org/officeDocument/2006/relationships/image" Target="../media/image857.png"/><Relationship Id="rId9" Type="http://schemas.openxmlformats.org/officeDocument/2006/relationships/customXml" Target="../ink/ink713.xml"/><Relationship Id="rId210" Type="http://schemas.openxmlformats.org/officeDocument/2006/relationships/image" Target="../media/image787.png"/><Relationship Id="rId392" Type="http://schemas.openxmlformats.org/officeDocument/2006/relationships/image" Target="../media/image878.png"/><Relationship Id="rId252" Type="http://schemas.openxmlformats.org/officeDocument/2006/relationships/image" Target="../media/image808.png"/><Relationship Id="rId294" Type="http://schemas.openxmlformats.org/officeDocument/2006/relationships/image" Target="../media/image829.png"/><Relationship Id="rId308" Type="http://schemas.openxmlformats.org/officeDocument/2006/relationships/image" Target="../media/image836.png"/><Relationship Id="rId47" Type="http://schemas.openxmlformats.org/officeDocument/2006/relationships/customXml" Target="../ink/ink732.xml"/><Relationship Id="rId89" Type="http://schemas.openxmlformats.org/officeDocument/2006/relationships/customXml" Target="../ink/ink753.xml"/><Relationship Id="rId112" Type="http://schemas.openxmlformats.org/officeDocument/2006/relationships/image" Target="../media/image739.png"/><Relationship Id="rId154" Type="http://schemas.openxmlformats.org/officeDocument/2006/relationships/image" Target="../media/image760.png"/><Relationship Id="rId361" Type="http://schemas.openxmlformats.org/officeDocument/2006/relationships/customXml" Target="../ink/ink889.xml"/><Relationship Id="rId196" Type="http://schemas.openxmlformats.org/officeDocument/2006/relationships/image" Target="../media/image781.png"/><Relationship Id="rId16" Type="http://schemas.openxmlformats.org/officeDocument/2006/relationships/image" Target="../media/image691.png"/><Relationship Id="rId221" Type="http://schemas.openxmlformats.org/officeDocument/2006/relationships/customXml" Target="../ink/ink819.xml"/><Relationship Id="rId242" Type="http://schemas.openxmlformats.org/officeDocument/2006/relationships/image" Target="../media/image803.png"/><Relationship Id="rId263" Type="http://schemas.openxmlformats.org/officeDocument/2006/relationships/customXml" Target="../ink/ink840.xml"/><Relationship Id="rId284" Type="http://schemas.openxmlformats.org/officeDocument/2006/relationships/image" Target="../media/image824.png"/><Relationship Id="rId319" Type="http://schemas.openxmlformats.org/officeDocument/2006/relationships/customXml" Target="../ink/ink868.xml"/><Relationship Id="rId37" Type="http://schemas.openxmlformats.org/officeDocument/2006/relationships/customXml" Target="../ink/ink727.xml"/><Relationship Id="rId58" Type="http://schemas.openxmlformats.org/officeDocument/2006/relationships/image" Target="../media/image712.png"/><Relationship Id="rId79" Type="http://schemas.openxmlformats.org/officeDocument/2006/relationships/customXml" Target="../ink/ink748.xml"/><Relationship Id="rId102" Type="http://schemas.openxmlformats.org/officeDocument/2006/relationships/image" Target="../media/image734.png"/><Relationship Id="rId123" Type="http://schemas.openxmlformats.org/officeDocument/2006/relationships/customXml" Target="../ink/ink770.xml"/><Relationship Id="rId144" Type="http://schemas.openxmlformats.org/officeDocument/2006/relationships/image" Target="../media/image755.png"/><Relationship Id="rId330" Type="http://schemas.openxmlformats.org/officeDocument/2006/relationships/image" Target="../media/image847.png"/><Relationship Id="rId90" Type="http://schemas.openxmlformats.org/officeDocument/2006/relationships/image" Target="../media/image728.png"/><Relationship Id="rId165" Type="http://schemas.openxmlformats.org/officeDocument/2006/relationships/customXml" Target="../ink/ink791.xml"/><Relationship Id="rId186" Type="http://schemas.openxmlformats.org/officeDocument/2006/relationships/image" Target="../media/image776.png"/><Relationship Id="rId351" Type="http://schemas.openxmlformats.org/officeDocument/2006/relationships/customXml" Target="../ink/ink884.xml"/><Relationship Id="rId372" Type="http://schemas.openxmlformats.org/officeDocument/2006/relationships/image" Target="../media/image868.png"/><Relationship Id="rId393" Type="http://schemas.openxmlformats.org/officeDocument/2006/relationships/customXml" Target="../ink/ink905.xml"/><Relationship Id="rId211" Type="http://schemas.openxmlformats.org/officeDocument/2006/relationships/customXml" Target="../ink/ink814.xml"/><Relationship Id="rId232" Type="http://schemas.openxmlformats.org/officeDocument/2006/relationships/image" Target="../media/image798.png"/><Relationship Id="rId253" Type="http://schemas.openxmlformats.org/officeDocument/2006/relationships/customXml" Target="../ink/ink835.xml"/><Relationship Id="rId274" Type="http://schemas.openxmlformats.org/officeDocument/2006/relationships/image" Target="../media/image819.png"/><Relationship Id="rId295" Type="http://schemas.openxmlformats.org/officeDocument/2006/relationships/customXml" Target="../ink/ink856.xml"/><Relationship Id="rId309" Type="http://schemas.openxmlformats.org/officeDocument/2006/relationships/customXml" Target="../ink/ink863.xml"/><Relationship Id="rId27" Type="http://schemas.openxmlformats.org/officeDocument/2006/relationships/customXml" Target="../ink/ink722.xml"/><Relationship Id="rId48" Type="http://schemas.openxmlformats.org/officeDocument/2006/relationships/image" Target="../media/image707.png"/><Relationship Id="rId69" Type="http://schemas.openxmlformats.org/officeDocument/2006/relationships/customXml" Target="../ink/ink743.xml"/><Relationship Id="rId113" Type="http://schemas.openxmlformats.org/officeDocument/2006/relationships/customXml" Target="../ink/ink765.xml"/><Relationship Id="rId134" Type="http://schemas.openxmlformats.org/officeDocument/2006/relationships/image" Target="../media/image750.png"/><Relationship Id="rId320" Type="http://schemas.openxmlformats.org/officeDocument/2006/relationships/image" Target="../media/image842.png"/><Relationship Id="rId80" Type="http://schemas.openxmlformats.org/officeDocument/2006/relationships/image" Target="../media/image723.png"/><Relationship Id="rId155" Type="http://schemas.openxmlformats.org/officeDocument/2006/relationships/customXml" Target="../ink/ink786.xml"/><Relationship Id="rId176" Type="http://schemas.openxmlformats.org/officeDocument/2006/relationships/image" Target="../media/image771.png"/><Relationship Id="rId197" Type="http://schemas.openxmlformats.org/officeDocument/2006/relationships/customXml" Target="../ink/ink807.xml"/><Relationship Id="rId341" Type="http://schemas.openxmlformats.org/officeDocument/2006/relationships/customXml" Target="../ink/ink879.xml"/><Relationship Id="rId362" Type="http://schemas.openxmlformats.org/officeDocument/2006/relationships/image" Target="../media/image863.png"/><Relationship Id="rId383" Type="http://schemas.openxmlformats.org/officeDocument/2006/relationships/customXml" Target="../ink/ink900.xml"/><Relationship Id="rId201" Type="http://schemas.openxmlformats.org/officeDocument/2006/relationships/customXml" Target="../ink/ink809.xml"/><Relationship Id="rId222" Type="http://schemas.openxmlformats.org/officeDocument/2006/relationships/image" Target="../media/image793.png"/><Relationship Id="rId243" Type="http://schemas.openxmlformats.org/officeDocument/2006/relationships/customXml" Target="../ink/ink830.xml"/><Relationship Id="rId264" Type="http://schemas.openxmlformats.org/officeDocument/2006/relationships/image" Target="../media/image814.png"/><Relationship Id="rId285" Type="http://schemas.openxmlformats.org/officeDocument/2006/relationships/customXml" Target="../ink/ink851.xml"/><Relationship Id="rId17" Type="http://schemas.openxmlformats.org/officeDocument/2006/relationships/customXml" Target="../ink/ink717.xml"/><Relationship Id="rId38" Type="http://schemas.openxmlformats.org/officeDocument/2006/relationships/image" Target="../media/image702.png"/><Relationship Id="rId59" Type="http://schemas.openxmlformats.org/officeDocument/2006/relationships/customXml" Target="../ink/ink738.xml"/><Relationship Id="rId103" Type="http://schemas.openxmlformats.org/officeDocument/2006/relationships/customXml" Target="../ink/ink760.xml"/><Relationship Id="rId124" Type="http://schemas.openxmlformats.org/officeDocument/2006/relationships/image" Target="../media/image745.png"/><Relationship Id="rId310" Type="http://schemas.openxmlformats.org/officeDocument/2006/relationships/image" Target="../media/image837.png"/><Relationship Id="rId70" Type="http://schemas.openxmlformats.org/officeDocument/2006/relationships/image" Target="../media/image718.png"/><Relationship Id="rId91" Type="http://schemas.openxmlformats.org/officeDocument/2006/relationships/customXml" Target="../ink/ink754.xml"/><Relationship Id="rId145" Type="http://schemas.openxmlformats.org/officeDocument/2006/relationships/customXml" Target="../ink/ink781.xml"/><Relationship Id="rId166" Type="http://schemas.openxmlformats.org/officeDocument/2006/relationships/image" Target="../media/image766.png"/><Relationship Id="rId187" Type="http://schemas.openxmlformats.org/officeDocument/2006/relationships/customXml" Target="../ink/ink802.xml"/><Relationship Id="rId331" Type="http://schemas.openxmlformats.org/officeDocument/2006/relationships/customXml" Target="../ink/ink874.xml"/><Relationship Id="rId352" Type="http://schemas.openxmlformats.org/officeDocument/2006/relationships/image" Target="../media/image858.png"/><Relationship Id="rId373" Type="http://schemas.openxmlformats.org/officeDocument/2006/relationships/customXml" Target="../ink/ink895.xml"/><Relationship Id="rId394" Type="http://schemas.openxmlformats.org/officeDocument/2006/relationships/image" Target="../media/image879.png"/><Relationship Id="rId1" Type="http://schemas.openxmlformats.org/officeDocument/2006/relationships/slideLayout" Target="../slideLayouts/slideLayout6.xml"/><Relationship Id="rId212" Type="http://schemas.openxmlformats.org/officeDocument/2006/relationships/image" Target="../media/image788.png"/><Relationship Id="rId233" Type="http://schemas.openxmlformats.org/officeDocument/2006/relationships/customXml" Target="../ink/ink825.xml"/><Relationship Id="rId254" Type="http://schemas.openxmlformats.org/officeDocument/2006/relationships/image" Target="../media/image809.png"/><Relationship Id="rId28" Type="http://schemas.openxmlformats.org/officeDocument/2006/relationships/image" Target="../media/image697.png"/><Relationship Id="rId49" Type="http://schemas.openxmlformats.org/officeDocument/2006/relationships/customXml" Target="../ink/ink733.xml"/><Relationship Id="rId114" Type="http://schemas.openxmlformats.org/officeDocument/2006/relationships/image" Target="../media/image740.png"/><Relationship Id="rId275" Type="http://schemas.openxmlformats.org/officeDocument/2006/relationships/customXml" Target="../ink/ink846.xml"/><Relationship Id="rId296" Type="http://schemas.openxmlformats.org/officeDocument/2006/relationships/image" Target="../media/image830.png"/><Relationship Id="rId300" Type="http://schemas.openxmlformats.org/officeDocument/2006/relationships/image" Target="../media/image832.png"/><Relationship Id="rId60" Type="http://schemas.openxmlformats.org/officeDocument/2006/relationships/image" Target="../media/image713.png"/><Relationship Id="rId81" Type="http://schemas.openxmlformats.org/officeDocument/2006/relationships/customXml" Target="../ink/ink749.xml"/><Relationship Id="rId135" Type="http://schemas.openxmlformats.org/officeDocument/2006/relationships/customXml" Target="../ink/ink776.xml"/><Relationship Id="rId156" Type="http://schemas.openxmlformats.org/officeDocument/2006/relationships/image" Target="../media/image761.png"/><Relationship Id="rId177" Type="http://schemas.openxmlformats.org/officeDocument/2006/relationships/customXml" Target="../ink/ink797.xml"/><Relationship Id="rId198" Type="http://schemas.openxmlformats.org/officeDocument/2006/relationships/image" Target="../media/image782.png"/><Relationship Id="rId321" Type="http://schemas.openxmlformats.org/officeDocument/2006/relationships/customXml" Target="../ink/ink869.xml"/><Relationship Id="rId342" Type="http://schemas.openxmlformats.org/officeDocument/2006/relationships/image" Target="../media/image853.png"/><Relationship Id="rId363" Type="http://schemas.openxmlformats.org/officeDocument/2006/relationships/customXml" Target="../ink/ink890.xml"/><Relationship Id="rId384" Type="http://schemas.openxmlformats.org/officeDocument/2006/relationships/image" Target="../media/image874.png"/><Relationship Id="rId202" Type="http://schemas.openxmlformats.org/officeDocument/2006/relationships/image" Target="../media/image784.png"/><Relationship Id="rId223" Type="http://schemas.openxmlformats.org/officeDocument/2006/relationships/customXml" Target="../ink/ink820.xml"/><Relationship Id="rId244" Type="http://schemas.openxmlformats.org/officeDocument/2006/relationships/image" Target="../media/image804.png"/><Relationship Id="rId18" Type="http://schemas.openxmlformats.org/officeDocument/2006/relationships/image" Target="../media/image692.png"/><Relationship Id="rId39" Type="http://schemas.openxmlformats.org/officeDocument/2006/relationships/customXml" Target="../ink/ink728.xml"/><Relationship Id="rId265" Type="http://schemas.openxmlformats.org/officeDocument/2006/relationships/customXml" Target="../ink/ink841.xml"/><Relationship Id="rId286" Type="http://schemas.openxmlformats.org/officeDocument/2006/relationships/image" Target="../media/image825.png"/><Relationship Id="rId50" Type="http://schemas.openxmlformats.org/officeDocument/2006/relationships/image" Target="../media/image708.png"/><Relationship Id="rId104" Type="http://schemas.openxmlformats.org/officeDocument/2006/relationships/image" Target="../media/image735.png"/><Relationship Id="rId125" Type="http://schemas.openxmlformats.org/officeDocument/2006/relationships/customXml" Target="../ink/ink771.xml"/><Relationship Id="rId146" Type="http://schemas.openxmlformats.org/officeDocument/2006/relationships/image" Target="../media/image756.png"/><Relationship Id="rId167" Type="http://schemas.openxmlformats.org/officeDocument/2006/relationships/customXml" Target="../ink/ink792.xml"/><Relationship Id="rId188" Type="http://schemas.openxmlformats.org/officeDocument/2006/relationships/image" Target="../media/image777.png"/><Relationship Id="rId311" Type="http://schemas.openxmlformats.org/officeDocument/2006/relationships/customXml" Target="../ink/ink864.xml"/><Relationship Id="rId332" Type="http://schemas.openxmlformats.org/officeDocument/2006/relationships/image" Target="../media/image848.png"/><Relationship Id="rId353" Type="http://schemas.openxmlformats.org/officeDocument/2006/relationships/customXml" Target="../ink/ink885.xml"/><Relationship Id="rId374" Type="http://schemas.openxmlformats.org/officeDocument/2006/relationships/image" Target="../media/image869.png"/><Relationship Id="rId71" Type="http://schemas.openxmlformats.org/officeDocument/2006/relationships/customXml" Target="../ink/ink744.xml"/><Relationship Id="rId92" Type="http://schemas.openxmlformats.org/officeDocument/2006/relationships/image" Target="../media/image729.png"/><Relationship Id="rId213" Type="http://schemas.openxmlformats.org/officeDocument/2006/relationships/customXml" Target="../ink/ink815.xml"/><Relationship Id="rId234" Type="http://schemas.openxmlformats.org/officeDocument/2006/relationships/image" Target="../media/image799.png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723.xml"/><Relationship Id="rId255" Type="http://schemas.openxmlformats.org/officeDocument/2006/relationships/customXml" Target="../ink/ink836.xml"/><Relationship Id="rId276" Type="http://schemas.openxmlformats.org/officeDocument/2006/relationships/image" Target="../media/image820.png"/><Relationship Id="rId297" Type="http://schemas.openxmlformats.org/officeDocument/2006/relationships/customXml" Target="../ink/ink857.xml"/><Relationship Id="rId40" Type="http://schemas.openxmlformats.org/officeDocument/2006/relationships/image" Target="../media/image703.png"/><Relationship Id="rId115" Type="http://schemas.openxmlformats.org/officeDocument/2006/relationships/customXml" Target="../ink/ink766.xml"/><Relationship Id="rId136" Type="http://schemas.openxmlformats.org/officeDocument/2006/relationships/image" Target="../media/image751.png"/><Relationship Id="rId157" Type="http://schemas.openxmlformats.org/officeDocument/2006/relationships/customXml" Target="../ink/ink787.xml"/><Relationship Id="rId178" Type="http://schemas.openxmlformats.org/officeDocument/2006/relationships/image" Target="../media/image772.png"/><Relationship Id="rId301" Type="http://schemas.openxmlformats.org/officeDocument/2006/relationships/customXml" Target="../ink/ink859.xml"/><Relationship Id="rId322" Type="http://schemas.openxmlformats.org/officeDocument/2006/relationships/image" Target="../media/image843.png"/><Relationship Id="rId343" Type="http://schemas.openxmlformats.org/officeDocument/2006/relationships/customXml" Target="../ink/ink880.xml"/><Relationship Id="rId364" Type="http://schemas.openxmlformats.org/officeDocument/2006/relationships/image" Target="../media/image864.png"/><Relationship Id="rId61" Type="http://schemas.openxmlformats.org/officeDocument/2006/relationships/customXml" Target="../ink/ink739.xml"/><Relationship Id="rId82" Type="http://schemas.openxmlformats.org/officeDocument/2006/relationships/image" Target="../media/image724.png"/><Relationship Id="rId199" Type="http://schemas.openxmlformats.org/officeDocument/2006/relationships/customXml" Target="../ink/ink808.xml"/><Relationship Id="rId203" Type="http://schemas.openxmlformats.org/officeDocument/2006/relationships/customXml" Target="../ink/ink810.xml"/><Relationship Id="rId385" Type="http://schemas.openxmlformats.org/officeDocument/2006/relationships/customXml" Target="../ink/ink901.xml"/><Relationship Id="rId19" Type="http://schemas.openxmlformats.org/officeDocument/2006/relationships/customXml" Target="../ink/ink718.xml"/><Relationship Id="rId224" Type="http://schemas.openxmlformats.org/officeDocument/2006/relationships/image" Target="../media/image794.png"/><Relationship Id="rId245" Type="http://schemas.openxmlformats.org/officeDocument/2006/relationships/customXml" Target="../ink/ink831.xml"/><Relationship Id="rId266" Type="http://schemas.openxmlformats.org/officeDocument/2006/relationships/image" Target="../media/image815.png"/><Relationship Id="rId287" Type="http://schemas.openxmlformats.org/officeDocument/2006/relationships/customXml" Target="../ink/ink852.xml"/><Relationship Id="rId30" Type="http://schemas.openxmlformats.org/officeDocument/2006/relationships/image" Target="../media/image698.png"/><Relationship Id="rId105" Type="http://schemas.openxmlformats.org/officeDocument/2006/relationships/customXml" Target="../ink/ink761.xml"/><Relationship Id="rId126" Type="http://schemas.openxmlformats.org/officeDocument/2006/relationships/image" Target="../media/image746.png"/><Relationship Id="rId147" Type="http://schemas.openxmlformats.org/officeDocument/2006/relationships/customXml" Target="../ink/ink782.xml"/><Relationship Id="rId168" Type="http://schemas.openxmlformats.org/officeDocument/2006/relationships/image" Target="../media/image767.png"/><Relationship Id="rId312" Type="http://schemas.openxmlformats.org/officeDocument/2006/relationships/image" Target="../media/image838.png"/><Relationship Id="rId333" Type="http://schemas.openxmlformats.org/officeDocument/2006/relationships/customXml" Target="../ink/ink875.xml"/><Relationship Id="rId354" Type="http://schemas.openxmlformats.org/officeDocument/2006/relationships/image" Target="../media/image859.png"/><Relationship Id="rId51" Type="http://schemas.openxmlformats.org/officeDocument/2006/relationships/customXml" Target="../ink/ink734.xml"/><Relationship Id="rId72" Type="http://schemas.openxmlformats.org/officeDocument/2006/relationships/image" Target="../media/image719.png"/><Relationship Id="rId93" Type="http://schemas.openxmlformats.org/officeDocument/2006/relationships/customXml" Target="../ink/ink755.xml"/><Relationship Id="rId189" Type="http://schemas.openxmlformats.org/officeDocument/2006/relationships/customXml" Target="../ink/ink803.xml"/><Relationship Id="rId375" Type="http://schemas.openxmlformats.org/officeDocument/2006/relationships/customXml" Target="../ink/ink896.xml"/><Relationship Id="rId3" Type="http://schemas.openxmlformats.org/officeDocument/2006/relationships/customXml" Target="../ink/ink710.xml"/><Relationship Id="rId214" Type="http://schemas.openxmlformats.org/officeDocument/2006/relationships/image" Target="../media/image789.png"/><Relationship Id="rId235" Type="http://schemas.openxmlformats.org/officeDocument/2006/relationships/customXml" Target="../ink/ink826.xml"/><Relationship Id="rId256" Type="http://schemas.openxmlformats.org/officeDocument/2006/relationships/image" Target="../media/image810.png"/><Relationship Id="rId277" Type="http://schemas.openxmlformats.org/officeDocument/2006/relationships/customXml" Target="../ink/ink847.xml"/><Relationship Id="rId298" Type="http://schemas.openxmlformats.org/officeDocument/2006/relationships/image" Target="../media/image831.png"/><Relationship Id="rId116" Type="http://schemas.openxmlformats.org/officeDocument/2006/relationships/image" Target="../media/image741.png"/><Relationship Id="rId137" Type="http://schemas.openxmlformats.org/officeDocument/2006/relationships/customXml" Target="../ink/ink777.xml"/><Relationship Id="rId158" Type="http://schemas.openxmlformats.org/officeDocument/2006/relationships/image" Target="../media/image762.png"/><Relationship Id="rId302" Type="http://schemas.openxmlformats.org/officeDocument/2006/relationships/image" Target="../media/image833.png"/><Relationship Id="rId323" Type="http://schemas.openxmlformats.org/officeDocument/2006/relationships/customXml" Target="../ink/ink870.xml"/><Relationship Id="rId344" Type="http://schemas.openxmlformats.org/officeDocument/2006/relationships/image" Target="../media/image854.png"/><Relationship Id="rId20" Type="http://schemas.openxmlformats.org/officeDocument/2006/relationships/image" Target="../media/image693.png"/><Relationship Id="rId41" Type="http://schemas.openxmlformats.org/officeDocument/2006/relationships/customXml" Target="../ink/ink729.xml"/><Relationship Id="rId62" Type="http://schemas.openxmlformats.org/officeDocument/2006/relationships/image" Target="../media/image714.png"/><Relationship Id="rId83" Type="http://schemas.openxmlformats.org/officeDocument/2006/relationships/customXml" Target="../ink/ink750.xml"/><Relationship Id="rId179" Type="http://schemas.openxmlformats.org/officeDocument/2006/relationships/customXml" Target="../ink/ink798.xml"/><Relationship Id="rId365" Type="http://schemas.openxmlformats.org/officeDocument/2006/relationships/customXml" Target="../ink/ink891.xml"/><Relationship Id="rId386" Type="http://schemas.openxmlformats.org/officeDocument/2006/relationships/image" Target="../media/image875.png"/><Relationship Id="rId190" Type="http://schemas.openxmlformats.org/officeDocument/2006/relationships/image" Target="../media/image778.png"/><Relationship Id="rId204" Type="http://schemas.openxmlformats.org/officeDocument/2006/relationships/image" Target="../media/image785.png"/><Relationship Id="rId225" Type="http://schemas.openxmlformats.org/officeDocument/2006/relationships/customXml" Target="../ink/ink821.xml"/><Relationship Id="rId246" Type="http://schemas.openxmlformats.org/officeDocument/2006/relationships/image" Target="../media/image805.png"/><Relationship Id="rId267" Type="http://schemas.openxmlformats.org/officeDocument/2006/relationships/customXml" Target="../ink/ink842.xml"/><Relationship Id="rId288" Type="http://schemas.openxmlformats.org/officeDocument/2006/relationships/image" Target="../media/image826.png"/><Relationship Id="rId106" Type="http://schemas.openxmlformats.org/officeDocument/2006/relationships/image" Target="../media/image736.png"/><Relationship Id="rId127" Type="http://schemas.openxmlformats.org/officeDocument/2006/relationships/customXml" Target="../ink/ink772.xml"/><Relationship Id="rId313" Type="http://schemas.openxmlformats.org/officeDocument/2006/relationships/customXml" Target="../ink/ink865.xml"/><Relationship Id="rId10" Type="http://schemas.openxmlformats.org/officeDocument/2006/relationships/image" Target="../media/image688.png"/><Relationship Id="rId31" Type="http://schemas.openxmlformats.org/officeDocument/2006/relationships/customXml" Target="../ink/ink724.xml"/><Relationship Id="rId52" Type="http://schemas.openxmlformats.org/officeDocument/2006/relationships/image" Target="../media/image709.png"/><Relationship Id="rId73" Type="http://schemas.openxmlformats.org/officeDocument/2006/relationships/customXml" Target="../ink/ink745.xml"/><Relationship Id="rId94" Type="http://schemas.openxmlformats.org/officeDocument/2006/relationships/image" Target="../media/image730.png"/><Relationship Id="rId148" Type="http://schemas.openxmlformats.org/officeDocument/2006/relationships/image" Target="../media/image757.png"/><Relationship Id="rId169" Type="http://schemas.openxmlformats.org/officeDocument/2006/relationships/customXml" Target="../ink/ink793.xml"/><Relationship Id="rId334" Type="http://schemas.openxmlformats.org/officeDocument/2006/relationships/image" Target="../media/image849.png"/><Relationship Id="rId355" Type="http://schemas.openxmlformats.org/officeDocument/2006/relationships/customXml" Target="../ink/ink886.xml"/><Relationship Id="rId376" Type="http://schemas.openxmlformats.org/officeDocument/2006/relationships/image" Target="../media/image870.png"/><Relationship Id="rId4" Type="http://schemas.openxmlformats.org/officeDocument/2006/relationships/image" Target="../media/image685.png"/><Relationship Id="rId180" Type="http://schemas.openxmlformats.org/officeDocument/2006/relationships/image" Target="../media/image773.png"/><Relationship Id="rId215" Type="http://schemas.openxmlformats.org/officeDocument/2006/relationships/customXml" Target="../ink/ink816.xml"/><Relationship Id="rId236" Type="http://schemas.openxmlformats.org/officeDocument/2006/relationships/image" Target="../media/image800.png"/><Relationship Id="rId257" Type="http://schemas.openxmlformats.org/officeDocument/2006/relationships/customXml" Target="../ink/ink837.xml"/><Relationship Id="rId278" Type="http://schemas.openxmlformats.org/officeDocument/2006/relationships/image" Target="../media/image821.png"/><Relationship Id="rId303" Type="http://schemas.openxmlformats.org/officeDocument/2006/relationships/customXml" Target="../ink/ink860.xml"/><Relationship Id="rId42" Type="http://schemas.openxmlformats.org/officeDocument/2006/relationships/image" Target="../media/image704.png"/><Relationship Id="rId84" Type="http://schemas.openxmlformats.org/officeDocument/2006/relationships/image" Target="../media/image725.png"/><Relationship Id="rId138" Type="http://schemas.openxmlformats.org/officeDocument/2006/relationships/image" Target="../media/image752.png"/><Relationship Id="rId345" Type="http://schemas.openxmlformats.org/officeDocument/2006/relationships/customXml" Target="../ink/ink881.xml"/><Relationship Id="rId387" Type="http://schemas.openxmlformats.org/officeDocument/2006/relationships/customXml" Target="../ink/ink902.xml"/><Relationship Id="rId191" Type="http://schemas.openxmlformats.org/officeDocument/2006/relationships/customXml" Target="../ink/ink804.xml"/><Relationship Id="rId205" Type="http://schemas.openxmlformats.org/officeDocument/2006/relationships/customXml" Target="../ink/ink811.xml"/><Relationship Id="rId247" Type="http://schemas.openxmlformats.org/officeDocument/2006/relationships/customXml" Target="../ink/ink832.xml"/><Relationship Id="rId107" Type="http://schemas.openxmlformats.org/officeDocument/2006/relationships/customXml" Target="../ink/ink762.xml"/><Relationship Id="rId289" Type="http://schemas.openxmlformats.org/officeDocument/2006/relationships/customXml" Target="../ink/ink853.xml"/><Relationship Id="rId11" Type="http://schemas.openxmlformats.org/officeDocument/2006/relationships/customXml" Target="../ink/ink714.xml"/><Relationship Id="rId53" Type="http://schemas.openxmlformats.org/officeDocument/2006/relationships/customXml" Target="../ink/ink735.xml"/><Relationship Id="rId149" Type="http://schemas.openxmlformats.org/officeDocument/2006/relationships/customXml" Target="../ink/ink783.xml"/><Relationship Id="rId314" Type="http://schemas.openxmlformats.org/officeDocument/2006/relationships/image" Target="../media/image839.png"/><Relationship Id="rId356" Type="http://schemas.openxmlformats.org/officeDocument/2006/relationships/image" Target="../media/image860.png"/><Relationship Id="rId95" Type="http://schemas.openxmlformats.org/officeDocument/2006/relationships/customXml" Target="../ink/ink756.xml"/><Relationship Id="rId160" Type="http://schemas.openxmlformats.org/officeDocument/2006/relationships/image" Target="../media/image763.png"/><Relationship Id="rId216" Type="http://schemas.openxmlformats.org/officeDocument/2006/relationships/image" Target="../media/image790.png"/><Relationship Id="rId258" Type="http://schemas.openxmlformats.org/officeDocument/2006/relationships/image" Target="../media/image811.png"/><Relationship Id="rId22" Type="http://schemas.openxmlformats.org/officeDocument/2006/relationships/image" Target="../media/image694.png"/><Relationship Id="rId64" Type="http://schemas.openxmlformats.org/officeDocument/2006/relationships/image" Target="../media/image715.png"/><Relationship Id="rId118" Type="http://schemas.openxmlformats.org/officeDocument/2006/relationships/image" Target="../media/image742.png"/><Relationship Id="rId325" Type="http://schemas.openxmlformats.org/officeDocument/2006/relationships/customXml" Target="../ink/ink871.xml"/><Relationship Id="rId367" Type="http://schemas.openxmlformats.org/officeDocument/2006/relationships/customXml" Target="../ink/ink892.xml"/><Relationship Id="rId171" Type="http://schemas.openxmlformats.org/officeDocument/2006/relationships/customXml" Target="../ink/ink794.xml"/><Relationship Id="rId227" Type="http://schemas.openxmlformats.org/officeDocument/2006/relationships/customXml" Target="../ink/ink822.xml"/><Relationship Id="rId269" Type="http://schemas.openxmlformats.org/officeDocument/2006/relationships/customXml" Target="../ink/ink843.xml"/><Relationship Id="rId33" Type="http://schemas.openxmlformats.org/officeDocument/2006/relationships/customXml" Target="../ink/ink725.xml"/><Relationship Id="rId129" Type="http://schemas.openxmlformats.org/officeDocument/2006/relationships/customXml" Target="../ink/ink773.xml"/><Relationship Id="rId280" Type="http://schemas.openxmlformats.org/officeDocument/2006/relationships/image" Target="../media/image822.png"/><Relationship Id="rId336" Type="http://schemas.openxmlformats.org/officeDocument/2006/relationships/image" Target="../media/image850.png"/><Relationship Id="rId75" Type="http://schemas.openxmlformats.org/officeDocument/2006/relationships/customXml" Target="../ink/ink746.xml"/><Relationship Id="rId140" Type="http://schemas.openxmlformats.org/officeDocument/2006/relationships/image" Target="../media/image753.png"/><Relationship Id="rId182" Type="http://schemas.openxmlformats.org/officeDocument/2006/relationships/image" Target="../media/image774.png"/><Relationship Id="rId378" Type="http://schemas.openxmlformats.org/officeDocument/2006/relationships/image" Target="../media/image871.png"/><Relationship Id="rId6" Type="http://schemas.openxmlformats.org/officeDocument/2006/relationships/image" Target="../media/image686.png"/><Relationship Id="rId238" Type="http://schemas.openxmlformats.org/officeDocument/2006/relationships/image" Target="../media/image801.png"/><Relationship Id="rId291" Type="http://schemas.openxmlformats.org/officeDocument/2006/relationships/customXml" Target="../ink/ink854.xml"/><Relationship Id="rId305" Type="http://schemas.openxmlformats.org/officeDocument/2006/relationships/customXml" Target="../ink/ink861.xml"/><Relationship Id="rId347" Type="http://schemas.openxmlformats.org/officeDocument/2006/relationships/customXml" Target="../ink/ink882.xml"/><Relationship Id="rId44" Type="http://schemas.openxmlformats.org/officeDocument/2006/relationships/image" Target="../media/image705.png"/><Relationship Id="rId86" Type="http://schemas.openxmlformats.org/officeDocument/2006/relationships/image" Target="../media/image726.png"/><Relationship Id="rId151" Type="http://schemas.openxmlformats.org/officeDocument/2006/relationships/customXml" Target="../ink/ink784.xml"/><Relationship Id="rId389" Type="http://schemas.openxmlformats.org/officeDocument/2006/relationships/customXml" Target="../ink/ink903.xml"/><Relationship Id="rId193" Type="http://schemas.openxmlformats.org/officeDocument/2006/relationships/customXml" Target="../ink/ink805.xml"/><Relationship Id="rId207" Type="http://schemas.openxmlformats.org/officeDocument/2006/relationships/customXml" Target="../ink/ink812.xml"/><Relationship Id="rId249" Type="http://schemas.openxmlformats.org/officeDocument/2006/relationships/customXml" Target="../ink/ink833.xml"/><Relationship Id="rId13" Type="http://schemas.openxmlformats.org/officeDocument/2006/relationships/customXml" Target="../ink/ink715.xml"/><Relationship Id="rId109" Type="http://schemas.openxmlformats.org/officeDocument/2006/relationships/customXml" Target="../ink/ink763.xml"/><Relationship Id="rId260" Type="http://schemas.openxmlformats.org/officeDocument/2006/relationships/image" Target="../media/image812.png"/><Relationship Id="rId316" Type="http://schemas.openxmlformats.org/officeDocument/2006/relationships/image" Target="../media/image840.png"/><Relationship Id="rId55" Type="http://schemas.openxmlformats.org/officeDocument/2006/relationships/customXml" Target="../ink/ink736.xml"/><Relationship Id="rId97" Type="http://schemas.openxmlformats.org/officeDocument/2006/relationships/customXml" Target="../ink/ink757.xml"/><Relationship Id="rId120" Type="http://schemas.openxmlformats.org/officeDocument/2006/relationships/image" Target="../media/image743.png"/><Relationship Id="rId358" Type="http://schemas.openxmlformats.org/officeDocument/2006/relationships/image" Target="../media/image861.png"/><Relationship Id="rId162" Type="http://schemas.openxmlformats.org/officeDocument/2006/relationships/image" Target="../media/image764.png"/><Relationship Id="rId218" Type="http://schemas.openxmlformats.org/officeDocument/2006/relationships/image" Target="../media/image791.png"/><Relationship Id="rId271" Type="http://schemas.openxmlformats.org/officeDocument/2006/relationships/customXml" Target="../ink/ink844.xml"/><Relationship Id="rId24" Type="http://schemas.openxmlformats.org/officeDocument/2006/relationships/image" Target="../media/image695.png"/><Relationship Id="rId66" Type="http://schemas.openxmlformats.org/officeDocument/2006/relationships/image" Target="../media/image716.png"/><Relationship Id="rId131" Type="http://schemas.openxmlformats.org/officeDocument/2006/relationships/customXml" Target="../ink/ink774.xml"/><Relationship Id="rId327" Type="http://schemas.openxmlformats.org/officeDocument/2006/relationships/customXml" Target="../ink/ink872.xml"/><Relationship Id="rId369" Type="http://schemas.openxmlformats.org/officeDocument/2006/relationships/customXml" Target="../ink/ink893.xml"/><Relationship Id="rId173" Type="http://schemas.openxmlformats.org/officeDocument/2006/relationships/customXml" Target="../ink/ink795.xml"/><Relationship Id="rId229" Type="http://schemas.openxmlformats.org/officeDocument/2006/relationships/customXml" Target="../ink/ink823.xml"/><Relationship Id="rId380" Type="http://schemas.openxmlformats.org/officeDocument/2006/relationships/image" Target="../media/image872.png"/><Relationship Id="rId240" Type="http://schemas.openxmlformats.org/officeDocument/2006/relationships/image" Target="../media/image802.png"/><Relationship Id="rId35" Type="http://schemas.openxmlformats.org/officeDocument/2006/relationships/customXml" Target="../ink/ink726.xml"/><Relationship Id="rId77" Type="http://schemas.openxmlformats.org/officeDocument/2006/relationships/customXml" Target="../ink/ink747.xml"/><Relationship Id="rId100" Type="http://schemas.openxmlformats.org/officeDocument/2006/relationships/image" Target="../media/image733.png"/><Relationship Id="rId282" Type="http://schemas.openxmlformats.org/officeDocument/2006/relationships/image" Target="../media/image823.png"/><Relationship Id="rId338" Type="http://schemas.openxmlformats.org/officeDocument/2006/relationships/image" Target="../media/image851.png"/><Relationship Id="rId8" Type="http://schemas.openxmlformats.org/officeDocument/2006/relationships/image" Target="../media/image687.png"/><Relationship Id="rId142" Type="http://schemas.openxmlformats.org/officeDocument/2006/relationships/image" Target="../media/image754.png"/><Relationship Id="rId184" Type="http://schemas.openxmlformats.org/officeDocument/2006/relationships/image" Target="../media/image775.png"/><Relationship Id="rId391" Type="http://schemas.openxmlformats.org/officeDocument/2006/relationships/customXml" Target="../ink/ink904.xml"/><Relationship Id="rId251" Type="http://schemas.openxmlformats.org/officeDocument/2006/relationships/customXml" Target="../ink/ink834.xml"/><Relationship Id="rId46" Type="http://schemas.openxmlformats.org/officeDocument/2006/relationships/image" Target="../media/image706.png"/><Relationship Id="rId293" Type="http://schemas.openxmlformats.org/officeDocument/2006/relationships/customXml" Target="../ink/ink855.xml"/><Relationship Id="rId307" Type="http://schemas.openxmlformats.org/officeDocument/2006/relationships/customXml" Target="../ink/ink862.xml"/><Relationship Id="rId349" Type="http://schemas.openxmlformats.org/officeDocument/2006/relationships/customXml" Target="../ink/ink883.xml"/><Relationship Id="rId88" Type="http://schemas.openxmlformats.org/officeDocument/2006/relationships/image" Target="../media/image727.png"/><Relationship Id="rId111" Type="http://schemas.openxmlformats.org/officeDocument/2006/relationships/customXml" Target="../ink/ink764.xml"/><Relationship Id="rId153" Type="http://schemas.openxmlformats.org/officeDocument/2006/relationships/customXml" Target="../ink/ink785.xml"/><Relationship Id="rId195" Type="http://schemas.openxmlformats.org/officeDocument/2006/relationships/customXml" Target="../ink/ink806.xml"/><Relationship Id="rId209" Type="http://schemas.openxmlformats.org/officeDocument/2006/relationships/customXml" Target="../ink/ink813.xml"/><Relationship Id="rId360" Type="http://schemas.openxmlformats.org/officeDocument/2006/relationships/image" Target="../media/image862.png"/><Relationship Id="rId220" Type="http://schemas.openxmlformats.org/officeDocument/2006/relationships/image" Target="../media/image792.png"/><Relationship Id="rId15" Type="http://schemas.openxmlformats.org/officeDocument/2006/relationships/customXml" Target="../ink/ink716.xml"/><Relationship Id="rId57" Type="http://schemas.openxmlformats.org/officeDocument/2006/relationships/customXml" Target="../ink/ink737.xml"/><Relationship Id="rId262" Type="http://schemas.openxmlformats.org/officeDocument/2006/relationships/image" Target="../media/image813.png"/><Relationship Id="rId318" Type="http://schemas.openxmlformats.org/officeDocument/2006/relationships/image" Target="../media/image841.png"/><Relationship Id="rId99" Type="http://schemas.openxmlformats.org/officeDocument/2006/relationships/customXml" Target="../ink/ink758.xml"/><Relationship Id="rId122" Type="http://schemas.openxmlformats.org/officeDocument/2006/relationships/image" Target="../media/image744.png"/><Relationship Id="rId164" Type="http://schemas.openxmlformats.org/officeDocument/2006/relationships/image" Target="../media/image765.png"/><Relationship Id="rId371" Type="http://schemas.openxmlformats.org/officeDocument/2006/relationships/customXml" Target="../ink/ink894.xml"/><Relationship Id="rId26" Type="http://schemas.openxmlformats.org/officeDocument/2006/relationships/image" Target="../media/image696.png"/><Relationship Id="rId231" Type="http://schemas.openxmlformats.org/officeDocument/2006/relationships/customXml" Target="../ink/ink824.xml"/><Relationship Id="rId273" Type="http://schemas.openxmlformats.org/officeDocument/2006/relationships/customXml" Target="../ink/ink845.xml"/><Relationship Id="rId329" Type="http://schemas.openxmlformats.org/officeDocument/2006/relationships/customXml" Target="../ink/ink873.xml"/><Relationship Id="rId68" Type="http://schemas.openxmlformats.org/officeDocument/2006/relationships/image" Target="../media/image717.png"/><Relationship Id="rId133" Type="http://schemas.openxmlformats.org/officeDocument/2006/relationships/customXml" Target="../ink/ink775.xml"/><Relationship Id="rId175" Type="http://schemas.openxmlformats.org/officeDocument/2006/relationships/customXml" Target="../ink/ink796.xml"/><Relationship Id="rId340" Type="http://schemas.openxmlformats.org/officeDocument/2006/relationships/image" Target="../media/image852.png"/><Relationship Id="rId200" Type="http://schemas.openxmlformats.org/officeDocument/2006/relationships/image" Target="../media/image783.png"/><Relationship Id="rId382" Type="http://schemas.openxmlformats.org/officeDocument/2006/relationships/image" Target="../media/image873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91.png"/><Relationship Id="rId21" Type="http://schemas.openxmlformats.org/officeDocument/2006/relationships/customXml" Target="../ink/ink915.xml"/><Relationship Id="rId42" Type="http://schemas.openxmlformats.org/officeDocument/2006/relationships/image" Target="../media/image898.png"/><Relationship Id="rId47" Type="http://schemas.openxmlformats.org/officeDocument/2006/relationships/customXml" Target="../ink/ink928.xml"/><Relationship Id="rId63" Type="http://schemas.openxmlformats.org/officeDocument/2006/relationships/customXml" Target="../ink/ink936.xml"/><Relationship Id="rId68" Type="http://schemas.openxmlformats.org/officeDocument/2006/relationships/image" Target="../media/image910.png"/><Relationship Id="rId84" Type="http://schemas.openxmlformats.org/officeDocument/2006/relationships/image" Target="../media/image918.png"/><Relationship Id="rId89" Type="http://schemas.openxmlformats.org/officeDocument/2006/relationships/customXml" Target="../ink/ink949.xml"/><Relationship Id="rId16" Type="http://schemas.openxmlformats.org/officeDocument/2006/relationships/image" Target="../media/image886.png"/><Relationship Id="rId11" Type="http://schemas.openxmlformats.org/officeDocument/2006/relationships/customXml" Target="../ink/ink910.xml"/><Relationship Id="rId32" Type="http://schemas.openxmlformats.org/officeDocument/2006/relationships/image" Target="../media/image893.png"/><Relationship Id="rId37" Type="http://schemas.openxmlformats.org/officeDocument/2006/relationships/customXml" Target="../ink/ink923.xml"/><Relationship Id="rId53" Type="http://schemas.openxmlformats.org/officeDocument/2006/relationships/customXml" Target="../ink/ink931.xml"/><Relationship Id="rId58" Type="http://schemas.openxmlformats.org/officeDocument/2006/relationships/image" Target="../media/image905.png"/><Relationship Id="rId74" Type="http://schemas.openxmlformats.org/officeDocument/2006/relationships/image" Target="../media/image913.png"/><Relationship Id="rId79" Type="http://schemas.openxmlformats.org/officeDocument/2006/relationships/customXml" Target="../ink/ink944.xml"/><Relationship Id="rId102" Type="http://schemas.openxmlformats.org/officeDocument/2006/relationships/image" Target="../media/image927.png"/><Relationship Id="rId5" Type="http://schemas.openxmlformats.org/officeDocument/2006/relationships/customXml" Target="../ink/ink907.xml"/><Relationship Id="rId90" Type="http://schemas.openxmlformats.org/officeDocument/2006/relationships/image" Target="../media/image921.png"/><Relationship Id="rId95" Type="http://schemas.openxmlformats.org/officeDocument/2006/relationships/customXml" Target="../ink/ink952.xml"/><Relationship Id="rId22" Type="http://schemas.openxmlformats.org/officeDocument/2006/relationships/image" Target="../media/image889.png"/><Relationship Id="rId27" Type="http://schemas.openxmlformats.org/officeDocument/2006/relationships/customXml" Target="../ink/ink918.xml"/><Relationship Id="rId43" Type="http://schemas.openxmlformats.org/officeDocument/2006/relationships/customXml" Target="../ink/ink926.xml"/><Relationship Id="rId48" Type="http://schemas.openxmlformats.org/officeDocument/2006/relationships/image" Target="../media/image901.png"/><Relationship Id="rId64" Type="http://schemas.openxmlformats.org/officeDocument/2006/relationships/image" Target="../media/image908.png"/><Relationship Id="rId69" Type="http://schemas.openxmlformats.org/officeDocument/2006/relationships/customXml" Target="../ink/ink939.xml"/><Relationship Id="rId80" Type="http://schemas.openxmlformats.org/officeDocument/2006/relationships/image" Target="../media/image916.png"/><Relationship Id="rId85" Type="http://schemas.openxmlformats.org/officeDocument/2006/relationships/customXml" Target="../ink/ink947.xml"/><Relationship Id="rId12" Type="http://schemas.openxmlformats.org/officeDocument/2006/relationships/image" Target="../media/image884.png"/><Relationship Id="rId17" Type="http://schemas.openxmlformats.org/officeDocument/2006/relationships/customXml" Target="../ink/ink913.xml"/><Relationship Id="rId25" Type="http://schemas.openxmlformats.org/officeDocument/2006/relationships/customXml" Target="../ink/ink917.xml"/><Relationship Id="rId33" Type="http://schemas.openxmlformats.org/officeDocument/2006/relationships/customXml" Target="../ink/ink921.xml"/><Relationship Id="rId38" Type="http://schemas.openxmlformats.org/officeDocument/2006/relationships/image" Target="../media/image896.png"/><Relationship Id="rId46" Type="http://schemas.openxmlformats.org/officeDocument/2006/relationships/image" Target="../media/image900.png"/><Relationship Id="rId59" Type="http://schemas.openxmlformats.org/officeDocument/2006/relationships/customXml" Target="../ink/ink934.xml"/><Relationship Id="rId67" Type="http://schemas.openxmlformats.org/officeDocument/2006/relationships/customXml" Target="../ink/ink938.xml"/><Relationship Id="rId20" Type="http://schemas.openxmlformats.org/officeDocument/2006/relationships/image" Target="../media/image888.png"/><Relationship Id="rId41" Type="http://schemas.openxmlformats.org/officeDocument/2006/relationships/customXml" Target="../ink/ink925.xml"/><Relationship Id="rId54" Type="http://schemas.openxmlformats.org/officeDocument/2006/relationships/image" Target="../media/image903.png"/><Relationship Id="rId62" Type="http://schemas.openxmlformats.org/officeDocument/2006/relationships/image" Target="../media/image907.png"/><Relationship Id="rId70" Type="http://schemas.openxmlformats.org/officeDocument/2006/relationships/image" Target="../media/image911.png"/><Relationship Id="rId75" Type="http://schemas.openxmlformats.org/officeDocument/2006/relationships/customXml" Target="../ink/ink942.xml"/><Relationship Id="rId83" Type="http://schemas.openxmlformats.org/officeDocument/2006/relationships/customXml" Target="../ink/ink946.xml"/><Relationship Id="rId88" Type="http://schemas.openxmlformats.org/officeDocument/2006/relationships/image" Target="../media/image920.png"/><Relationship Id="rId91" Type="http://schemas.openxmlformats.org/officeDocument/2006/relationships/customXml" Target="../ink/ink950.xml"/><Relationship Id="rId96" Type="http://schemas.openxmlformats.org/officeDocument/2006/relationships/image" Target="../media/image9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81.png"/><Relationship Id="rId15" Type="http://schemas.openxmlformats.org/officeDocument/2006/relationships/customXml" Target="../ink/ink912.xml"/><Relationship Id="rId23" Type="http://schemas.openxmlformats.org/officeDocument/2006/relationships/customXml" Target="../ink/ink916.xml"/><Relationship Id="rId28" Type="http://schemas.openxmlformats.org/officeDocument/2006/relationships/image" Target="../media/image14.png"/><Relationship Id="rId36" Type="http://schemas.openxmlformats.org/officeDocument/2006/relationships/image" Target="../media/image895.png"/><Relationship Id="rId49" Type="http://schemas.openxmlformats.org/officeDocument/2006/relationships/customXml" Target="../ink/ink929.xml"/><Relationship Id="rId57" Type="http://schemas.openxmlformats.org/officeDocument/2006/relationships/customXml" Target="../ink/ink933.xml"/><Relationship Id="rId10" Type="http://schemas.openxmlformats.org/officeDocument/2006/relationships/image" Target="../media/image883.png"/><Relationship Id="rId31" Type="http://schemas.openxmlformats.org/officeDocument/2006/relationships/customXml" Target="../ink/ink920.xml"/><Relationship Id="rId44" Type="http://schemas.openxmlformats.org/officeDocument/2006/relationships/image" Target="../media/image899.png"/><Relationship Id="rId52" Type="http://schemas.openxmlformats.org/officeDocument/2006/relationships/image" Target="../media/image16.png"/><Relationship Id="rId60" Type="http://schemas.openxmlformats.org/officeDocument/2006/relationships/image" Target="../media/image906.png"/><Relationship Id="rId65" Type="http://schemas.openxmlformats.org/officeDocument/2006/relationships/customXml" Target="../ink/ink937.xml"/><Relationship Id="rId73" Type="http://schemas.openxmlformats.org/officeDocument/2006/relationships/customXml" Target="../ink/ink941.xml"/><Relationship Id="rId78" Type="http://schemas.openxmlformats.org/officeDocument/2006/relationships/image" Target="../media/image915.png"/><Relationship Id="rId81" Type="http://schemas.openxmlformats.org/officeDocument/2006/relationships/customXml" Target="../ink/ink945.xml"/><Relationship Id="rId86" Type="http://schemas.openxmlformats.org/officeDocument/2006/relationships/image" Target="../media/image919.png"/><Relationship Id="rId94" Type="http://schemas.openxmlformats.org/officeDocument/2006/relationships/image" Target="../media/image923.png"/><Relationship Id="rId99" Type="http://schemas.openxmlformats.org/officeDocument/2006/relationships/customXml" Target="../ink/ink954.xml"/><Relationship Id="rId101" Type="http://schemas.openxmlformats.org/officeDocument/2006/relationships/customXml" Target="../ink/ink955.xml"/><Relationship Id="rId4" Type="http://schemas.openxmlformats.org/officeDocument/2006/relationships/image" Target="../media/image880.png"/><Relationship Id="rId9" Type="http://schemas.openxmlformats.org/officeDocument/2006/relationships/customXml" Target="../ink/ink909.xml"/><Relationship Id="rId13" Type="http://schemas.openxmlformats.org/officeDocument/2006/relationships/customXml" Target="../ink/ink911.xml"/><Relationship Id="rId18" Type="http://schemas.openxmlformats.org/officeDocument/2006/relationships/image" Target="../media/image887.png"/><Relationship Id="rId39" Type="http://schemas.openxmlformats.org/officeDocument/2006/relationships/customXml" Target="../ink/ink924.xml"/><Relationship Id="rId34" Type="http://schemas.openxmlformats.org/officeDocument/2006/relationships/image" Target="../media/image894.png"/><Relationship Id="rId50" Type="http://schemas.openxmlformats.org/officeDocument/2006/relationships/image" Target="../media/image902.png"/><Relationship Id="rId55" Type="http://schemas.openxmlformats.org/officeDocument/2006/relationships/customXml" Target="../ink/ink932.xml"/><Relationship Id="rId76" Type="http://schemas.openxmlformats.org/officeDocument/2006/relationships/image" Target="../media/image914.png"/><Relationship Id="rId97" Type="http://schemas.openxmlformats.org/officeDocument/2006/relationships/customXml" Target="../ink/ink953.xml"/><Relationship Id="rId7" Type="http://schemas.openxmlformats.org/officeDocument/2006/relationships/customXml" Target="../ink/ink908.xml"/><Relationship Id="rId71" Type="http://schemas.openxmlformats.org/officeDocument/2006/relationships/customXml" Target="../ink/ink940.xml"/><Relationship Id="rId92" Type="http://schemas.openxmlformats.org/officeDocument/2006/relationships/image" Target="../media/image922.png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919.xml"/><Relationship Id="rId24" Type="http://schemas.openxmlformats.org/officeDocument/2006/relationships/image" Target="../media/image890.png"/><Relationship Id="rId40" Type="http://schemas.openxmlformats.org/officeDocument/2006/relationships/image" Target="../media/image897.png"/><Relationship Id="rId45" Type="http://schemas.openxmlformats.org/officeDocument/2006/relationships/customXml" Target="../ink/ink927.xml"/><Relationship Id="rId66" Type="http://schemas.openxmlformats.org/officeDocument/2006/relationships/image" Target="../media/image909.png"/><Relationship Id="rId87" Type="http://schemas.openxmlformats.org/officeDocument/2006/relationships/customXml" Target="../ink/ink948.xml"/><Relationship Id="rId61" Type="http://schemas.openxmlformats.org/officeDocument/2006/relationships/customXml" Target="../ink/ink935.xml"/><Relationship Id="rId82" Type="http://schemas.openxmlformats.org/officeDocument/2006/relationships/image" Target="../media/image917.png"/><Relationship Id="rId19" Type="http://schemas.openxmlformats.org/officeDocument/2006/relationships/customXml" Target="../ink/ink914.xml"/><Relationship Id="rId14" Type="http://schemas.openxmlformats.org/officeDocument/2006/relationships/image" Target="../media/image885.png"/><Relationship Id="rId30" Type="http://schemas.openxmlformats.org/officeDocument/2006/relationships/image" Target="../media/image892.png"/><Relationship Id="rId35" Type="http://schemas.openxmlformats.org/officeDocument/2006/relationships/customXml" Target="../ink/ink922.xml"/><Relationship Id="rId56" Type="http://schemas.openxmlformats.org/officeDocument/2006/relationships/image" Target="../media/image904.png"/><Relationship Id="rId77" Type="http://schemas.openxmlformats.org/officeDocument/2006/relationships/customXml" Target="../ink/ink943.xml"/><Relationship Id="rId100" Type="http://schemas.openxmlformats.org/officeDocument/2006/relationships/image" Target="../media/image926.png"/><Relationship Id="rId8" Type="http://schemas.openxmlformats.org/officeDocument/2006/relationships/image" Target="../media/image882.png"/><Relationship Id="rId51" Type="http://schemas.openxmlformats.org/officeDocument/2006/relationships/customXml" Target="../ink/ink930.xml"/><Relationship Id="rId72" Type="http://schemas.openxmlformats.org/officeDocument/2006/relationships/image" Target="../media/image912.png"/><Relationship Id="rId93" Type="http://schemas.openxmlformats.org/officeDocument/2006/relationships/customXml" Target="../ink/ink951.xml"/><Relationship Id="rId98" Type="http://schemas.openxmlformats.org/officeDocument/2006/relationships/image" Target="../media/image925.png"/><Relationship Id="rId3" Type="http://schemas.openxmlformats.org/officeDocument/2006/relationships/customXml" Target="../ink/ink906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14.xml"/><Relationship Id="rId21" Type="http://schemas.openxmlformats.org/officeDocument/2006/relationships/image" Target="../media/image937.png"/><Relationship Id="rId42" Type="http://schemas.openxmlformats.org/officeDocument/2006/relationships/customXml" Target="../ink/ink976.xml"/><Relationship Id="rId63" Type="http://schemas.openxmlformats.org/officeDocument/2006/relationships/customXml" Target="../ink/ink987.xml"/><Relationship Id="rId84" Type="http://schemas.openxmlformats.org/officeDocument/2006/relationships/image" Target="../media/image967.png"/><Relationship Id="rId138" Type="http://schemas.openxmlformats.org/officeDocument/2006/relationships/customXml" Target="../ink/ink1025.xml"/><Relationship Id="rId159" Type="http://schemas.openxmlformats.org/officeDocument/2006/relationships/image" Target="../media/image1004.png"/><Relationship Id="rId107" Type="http://schemas.openxmlformats.org/officeDocument/2006/relationships/customXml" Target="../ink/ink1009.xml"/><Relationship Id="rId11" Type="http://schemas.openxmlformats.org/officeDocument/2006/relationships/image" Target="../media/image932.png"/><Relationship Id="rId32" Type="http://schemas.openxmlformats.org/officeDocument/2006/relationships/customXml" Target="../ink/ink971.xml"/><Relationship Id="rId53" Type="http://schemas.openxmlformats.org/officeDocument/2006/relationships/image" Target="../media/image952.png"/><Relationship Id="rId74" Type="http://schemas.openxmlformats.org/officeDocument/2006/relationships/image" Target="../media/image962.png"/><Relationship Id="rId128" Type="http://schemas.openxmlformats.org/officeDocument/2006/relationships/customXml" Target="../ink/ink1020.xml"/><Relationship Id="rId149" Type="http://schemas.openxmlformats.org/officeDocument/2006/relationships/image" Target="../media/image999.png"/><Relationship Id="rId5" Type="http://schemas.openxmlformats.org/officeDocument/2006/relationships/image" Target="../media/image929.png"/><Relationship Id="rId95" Type="http://schemas.openxmlformats.org/officeDocument/2006/relationships/customXml" Target="../ink/ink1003.xml"/><Relationship Id="rId160" Type="http://schemas.openxmlformats.org/officeDocument/2006/relationships/customXml" Target="../ink/ink1036.xml"/><Relationship Id="rId22" Type="http://schemas.openxmlformats.org/officeDocument/2006/relationships/customXml" Target="../ink/ink966.xml"/><Relationship Id="rId43" Type="http://schemas.openxmlformats.org/officeDocument/2006/relationships/image" Target="../media/image947.png"/><Relationship Id="rId64" Type="http://schemas.openxmlformats.org/officeDocument/2006/relationships/image" Target="../media/image957.png"/><Relationship Id="rId118" Type="http://schemas.openxmlformats.org/officeDocument/2006/relationships/customXml" Target="../ink/ink1015.xml"/><Relationship Id="rId139" Type="http://schemas.openxmlformats.org/officeDocument/2006/relationships/image" Target="../media/image994.png"/><Relationship Id="rId85" Type="http://schemas.openxmlformats.org/officeDocument/2006/relationships/customXml" Target="../ink/ink998.xml"/><Relationship Id="rId150" Type="http://schemas.openxmlformats.org/officeDocument/2006/relationships/customXml" Target="../ink/ink1031.xml"/><Relationship Id="rId12" Type="http://schemas.openxmlformats.org/officeDocument/2006/relationships/customXml" Target="../ink/ink961.xml"/><Relationship Id="rId17" Type="http://schemas.openxmlformats.org/officeDocument/2006/relationships/image" Target="../media/image935.png"/><Relationship Id="rId33" Type="http://schemas.openxmlformats.org/officeDocument/2006/relationships/image" Target="../media/image942.png"/><Relationship Id="rId38" Type="http://schemas.openxmlformats.org/officeDocument/2006/relationships/customXml" Target="../ink/ink974.xml"/><Relationship Id="rId59" Type="http://schemas.openxmlformats.org/officeDocument/2006/relationships/customXml" Target="../ink/ink985.xml"/><Relationship Id="rId103" Type="http://schemas.openxmlformats.org/officeDocument/2006/relationships/customXml" Target="../ink/ink1007.xml"/><Relationship Id="rId108" Type="http://schemas.openxmlformats.org/officeDocument/2006/relationships/image" Target="../media/image979.png"/><Relationship Id="rId124" Type="http://schemas.openxmlformats.org/officeDocument/2006/relationships/customXml" Target="../ink/ink1018.xml"/><Relationship Id="rId129" Type="http://schemas.openxmlformats.org/officeDocument/2006/relationships/image" Target="../media/image989.png"/><Relationship Id="rId54" Type="http://schemas.openxmlformats.org/officeDocument/2006/relationships/customXml" Target="../ink/ink982.xml"/><Relationship Id="rId70" Type="http://schemas.openxmlformats.org/officeDocument/2006/relationships/image" Target="../media/image960.png"/><Relationship Id="rId75" Type="http://schemas.openxmlformats.org/officeDocument/2006/relationships/customXml" Target="../ink/ink993.xml"/><Relationship Id="rId91" Type="http://schemas.openxmlformats.org/officeDocument/2006/relationships/customXml" Target="../ink/ink1001.xml"/><Relationship Id="rId96" Type="http://schemas.openxmlformats.org/officeDocument/2006/relationships/image" Target="../media/image973.png"/><Relationship Id="rId140" Type="http://schemas.openxmlformats.org/officeDocument/2006/relationships/customXml" Target="../ink/ink1026.xml"/><Relationship Id="rId145" Type="http://schemas.openxmlformats.org/officeDocument/2006/relationships/image" Target="../media/image997.png"/><Relationship Id="rId161" Type="http://schemas.openxmlformats.org/officeDocument/2006/relationships/image" Target="../media/image1005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958.xml"/><Relationship Id="rId23" Type="http://schemas.openxmlformats.org/officeDocument/2006/relationships/image" Target="../media/image16.png"/><Relationship Id="rId28" Type="http://schemas.openxmlformats.org/officeDocument/2006/relationships/customXml" Target="../ink/ink969.xml"/><Relationship Id="rId49" Type="http://schemas.openxmlformats.org/officeDocument/2006/relationships/image" Target="../media/image950.png"/><Relationship Id="rId114" Type="http://schemas.openxmlformats.org/officeDocument/2006/relationships/image" Target="../media/image982.png"/><Relationship Id="rId119" Type="http://schemas.openxmlformats.org/officeDocument/2006/relationships/image" Target="../media/image984.png"/><Relationship Id="rId44" Type="http://schemas.openxmlformats.org/officeDocument/2006/relationships/customXml" Target="../ink/ink977.xml"/><Relationship Id="rId60" Type="http://schemas.openxmlformats.org/officeDocument/2006/relationships/image" Target="../media/image955.png"/><Relationship Id="rId65" Type="http://schemas.openxmlformats.org/officeDocument/2006/relationships/customXml" Target="../ink/ink988.xml"/><Relationship Id="rId81" Type="http://schemas.openxmlformats.org/officeDocument/2006/relationships/customXml" Target="../ink/ink996.xml"/><Relationship Id="rId86" Type="http://schemas.openxmlformats.org/officeDocument/2006/relationships/image" Target="../media/image968.png"/><Relationship Id="rId130" Type="http://schemas.openxmlformats.org/officeDocument/2006/relationships/customXml" Target="../ink/ink1021.xml"/><Relationship Id="rId135" Type="http://schemas.openxmlformats.org/officeDocument/2006/relationships/image" Target="../media/image992.png"/><Relationship Id="rId151" Type="http://schemas.openxmlformats.org/officeDocument/2006/relationships/image" Target="../media/image1000.png"/><Relationship Id="rId156" Type="http://schemas.openxmlformats.org/officeDocument/2006/relationships/customXml" Target="../ink/ink1034.xml"/><Relationship Id="rId13" Type="http://schemas.openxmlformats.org/officeDocument/2006/relationships/image" Target="../media/image933.png"/><Relationship Id="rId18" Type="http://schemas.openxmlformats.org/officeDocument/2006/relationships/customXml" Target="../ink/ink964.xml"/><Relationship Id="rId39" Type="http://schemas.openxmlformats.org/officeDocument/2006/relationships/image" Target="../media/image945.png"/><Relationship Id="rId109" Type="http://schemas.openxmlformats.org/officeDocument/2006/relationships/customXml" Target="../ink/ink1010.xml"/><Relationship Id="rId34" Type="http://schemas.openxmlformats.org/officeDocument/2006/relationships/customXml" Target="../ink/ink972.xml"/><Relationship Id="rId50" Type="http://schemas.openxmlformats.org/officeDocument/2006/relationships/customXml" Target="../ink/ink980.xml"/><Relationship Id="rId55" Type="http://schemas.openxmlformats.org/officeDocument/2006/relationships/customXml" Target="../ink/ink983.xml"/><Relationship Id="rId76" Type="http://schemas.openxmlformats.org/officeDocument/2006/relationships/image" Target="../media/image963.png"/><Relationship Id="rId97" Type="http://schemas.openxmlformats.org/officeDocument/2006/relationships/customXml" Target="../ink/ink1004.xml"/><Relationship Id="rId104" Type="http://schemas.openxmlformats.org/officeDocument/2006/relationships/image" Target="../media/image977.png"/><Relationship Id="rId120" Type="http://schemas.openxmlformats.org/officeDocument/2006/relationships/customXml" Target="../ink/ink1016.xml"/><Relationship Id="rId125" Type="http://schemas.openxmlformats.org/officeDocument/2006/relationships/image" Target="../media/image987.png"/><Relationship Id="rId141" Type="http://schemas.openxmlformats.org/officeDocument/2006/relationships/image" Target="../media/image995.png"/><Relationship Id="rId146" Type="http://schemas.openxmlformats.org/officeDocument/2006/relationships/customXml" Target="../ink/ink1029.xml"/><Relationship Id="rId7" Type="http://schemas.openxmlformats.org/officeDocument/2006/relationships/image" Target="../media/image930.png"/><Relationship Id="rId71" Type="http://schemas.openxmlformats.org/officeDocument/2006/relationships/customXml" Target="../ink/ink991.xml"/><Relationship Id="rId92" Type="http://schemas.openxmlformats.org/officeDocument/2006/relationships/image" Target="../media/image971.png"/><Relationship Id="rId162" Type="http://schemas.openxmlformats.org/officeDocument/2006/relationships/customXml" Target="../ink/ink1037.xml"/><Relationship Id="rId2" Type="http://schemas.openxmlformats.org/officeDocument/2006/relationships/customXml" Target="../ink/ink956.xml"/><Relationship Id="rId29" Type="http://schemas.openxmlformats.org/officeDocument/2006/relationships/image" Target="../media/image940.png"/><Relationship Id="rId24" Type="http://schemas.openxmlformats.org/officeDocument/2006/relationships/customXml" Target="../ink/ink967.xml"/><Relationship Id="rId40" Type="http://schemas.openxmlformats.org/officeDocument/2006/relationships/customXml" Target="../ink/ink975.xml"/><Relationship Id="rId45" Type="http://schemas.openxmlformats.org/officeDocument/2006/relationships/image" Target="../media/image948.png"/><Relationship Id="rId66" Type="http://schemas.openxmlformats.org/officeDocument/2006/relationships/image" Target="../media/image958.png"/><Relationship Id="rId87" Type="http://schemas.openxmlformats.org/officeDocument/2006/relationships/customXml" Target="../ink/ink999.xml"/><Relationship Id="rId110" Type="http://schemas.openxmlformats.org/officeDocument/2006/relationships/image" Target="../media/image980.png"/><Relationship Id="rId115" Type="http://schemas.openxmlformats.org/officeDocument/2006/relationships/customXml" Target="../ink/ink1013.xml"/><Relationship Id="rId131" Type="http://schemas.openxmlformats.org/officeDocument/2006/relationships/image" Target="../media/image990.png"/><Relationship Id="rId136" Type="http://schemas.openxmlformats.org/officeDocument/2006/relationships/customXml" Target="../ink/ink1024.xml"/><Relationship Id="rId157" Type="http://schemas.openxmlformats.org/officeDocument/2006/relationships/image" Target="../media/image1003.png"/><Relationship Id="rId61" Type="http://schemas.openxmlformats.org/officeDocument/2006/relationships/customXml" Target="../ink/ink986.xml"/><Relationship Id="rId82" Type="http://schemas.openxmlformats.org/officeDocument/2006/relationships/image" Target="../media/image966.png"/><Relationship Id="rId152" Type="http://schemas.openxmlformats.org/officeDocument/2006/relationships/customXml" Target="../ink/ink1032.xml"/><Relationship Id="rId19" Type="http://schemas.openxmlformats.org/officeDocument/2006/relationships/image" Target="../media/image936.png"/><Relationship Id="rId14" Type="http://schemas.openxmlformats.org/officeDocument/2006/relationships/customXml" Target="../ink/ink962.xml"/><Relationship Id="rId30" Type="http://schemas.openxmlformats.org/officeDocument/2006/relationships/customXml" Target="../ink/ink970.xml"/><Relationship Id="rId35" Type="http://schemas.openxmlformats.org/officeDocument/2006/relationships/image" Target="../media/image943.png"/><Relationship Id="rId56" Type="http://schemas.openxmlformats.org/officeDocument/2006/relationships/image" Target="../media/image953.png"/><Relationship Id="rId77" Type="http://schemas.openxmlformats.org/officeDocument/2006/relationships/customXml" Target="../ink/ink994.xml"/><Relationship Id="rId100" Type="http://schemas.openxmlformats.org/officeDocument/2006/relationships/image" Target="../media/image975.png"/><Relationship Id="rId105" Type="http://schemas.openxmlformats.org/officeDocument/2006/relationships/customXml" Target="../ink/ink1008.xml"/><Relationship Id="rId126" Type="http://schemas.openxmlformats.org/officeDocument/2006/relationships/customXml" Target="../ink/ink1019.xml"/><Relationship Id="rId147" Type="http://schemas.openxmlformats.org/officeDocument/2006/relationships/image" Target="../media/image998.png"/><Relationship Id="rId8" Type="http://schemas.openxmlformats.org/officeDocument/2006/relationships/customXml" Target="../ink/ink959.xml"/><Relationship Id="rId51" Type="http://schemas.openxmlformats.org/officeDocument/2006/relationships/image" Target="../media/image951.png"/><Relationship Id="rId72" Type="http://schemas.openxmlformats.org/officeDocument/2006/relationships/image" Target="../media/image961.png"/><Relationship Id="rId93" Type="http://schemas.openxmlformats.org/officeDocument/2006/relationships/customXml" Target="../ink/ink1002.xml"/><Relationship Id="rId98" Type="http://schemas.openxmlformats.org/officeDocument/2006/relationships/image" Target="../media/image974.png"/><Relationship Id="rId121" Type="http://schemas.openxmlformats.org/officeDocument/2006/relationships/image" Target="../media/image985.png"/><Relationship Id="rId142" Type="http://schemas.openxmlformats.org/officeDocument/2006/relationships/customXml" Target="../ink/ink1027.xml"/><Relationship Id="rId163" Type="http://schemas.openxmlformats.org/officeDocument/2006/relationships/image" Target="../media/image1006.png"/><Relationship Id="rId3" Type="http://schemas.openxmlformats.org/officeDocument/2006/relationships/image" Target="../media/image928.png"/><Relationship Id="rId25" Type="http://schemas.openxmlformats.org/officeDocument/2006/relationships/image" Target="../media/image938.png"/><Relationship Id="rId46" Type="http://schemas.openxmlformats.org/officeDocument/2006/relationships/customXml" Target="../ink/ink978.xml"/><Relationship Id="rId67" Type="http://schemas.openxmlformats.org/officeDocument/2006/relationships/customXml" Target="../ink/ink989.xml"/><Relationship Id="rId116" Type="http://schemas.openxmlformats.org/officeDocument/2006/relationships/image" Target="../media/image983.png"/><Relationship Id="rId137" Type="http://schemas.openxmlformats.org/officeDocument/2006/relationships/image" Target="../media/image993.png"/><Relationship Id="rId158" Type="http://schemas.openxmlformats.org/officeDocument/2006/relationships/customXml" Target="../ink/ink1035.xml"/><Relationship Id="rId20" Type="http://schemas.openxmlformats.org/officeDocument/2006/relationships/customXml" Target="../ink/ink965.xml"/><Relationship Id="rId41" Type="http://schemas.openxmlformats.org/officeDocument/2006/relationships/image" Target="../media/image946.png"/><Relationship Id="rId62" Type="http://schemas.openxmlformats.org/officeDocument/2006/relationships/image" Target="../media/image956.png"/><Relationship Id="rId83" Type="http://schemas.openxmlformats.org/officeDocument/2006/relationships/customXml" Target="../ink/ink997.xml"/><Relationship Id="rId88" Type="http://schemas.openxmlformats.org/officeDocument/2006/relationships/image" Target="../media/image969.png"/><Relationship Id="rId111" Type="http://schemas.openxmlformats.org/officeDocument/2006/relationships/customXml" Target="../ink/ink1011.xml"/><Relationship Id="rId132" Type="http://schemas.openxmlformats.org/officeDocument/2006/relationships/customXml" Target="../ink/ink1022.xml"/><Relationship Id="rId153" Type="http://schemas.openxmlformats.org/officeDocument/2006/relationships/image" Target="../media/image1001.png"/><Relationship Id="rId15" Type="http://schemas.openxmlformats.org/officeDocument/2006/relationships/image" Target="../media/image934.png"/><Relationship Id="rId36" Type="http://schemas.openxmlformats.org/officeDocument/2006/relationships/customXml" Target="../ink/ink973.xml"/><Relationship Id="rId57" Type="http://schemas.openxmlformats.org/officeDocument/2006/relationships/customXml" Target="../ink/ink984.xml"/><Relationship Id="rId106" Type="http://schemas.openxmlformats.org/officeDocument/2006/relationships/image" Target="../media/image978.png"/><Relationship Id="rId127" Type="http://schemas.openxmlformats.org/officeDocument/2006/relationships/image" Target="../media/image988.png"/><Relationship Id="rId10" Type="http://schemas.openxmlformats.org/officeDocument/2006/relationships/customXml" Target="../ink/ink960.xml"/><Relationship Id="rId31" Type="http://schemas.openxmlformats.org/officeDocument/2006/relationships/image" Target="../media/image941.png"/><Relationship Id="rId52" Type="http://schemas.openxmlformats.org/officeDocument/2006/relationships/customXml" Target="../ink/ink981.xml"/><Relationship Id="rId73" Type="http://schemas.openxmlformats.org/officeDocument/2006/relationships/customXml" Target="../ink/ink992.xml"/><Relationship Id="rId78" Type="http://schemas.openxmlformats.org/officeDocument/2006/relationships/image" Target="../media/image964.png"/><Relationship Id="rId94" Type="http://schemas.openxmlformats.org/officeDocument/2006/relationships/image" Target="../media/image972.png"/><Relationship Id="rId99" Type="http://schemas.openxmlformats.org/officeDocument/2006/relationships/customXml" Target="../ink/ink1005.xml"/><Relationship Id="rId101" Type="http://schemas.openxmlformats.org/officeDocument/2006/relationships/customXml" Target="../ink/ink1006.xml"/><Relationship Id="rId122" Type="http://schemas.openxmlformats.org/officeDocument/2006/relationships/customXml" Target="../ink/ink1017.xml"/><Relationship Id="rId143" Type="http://schemas.openxmlformats.org/officeDocument/2006/relationships/image" Target="../media/image996.png"/><Relationship Id="rId148" Type="http://schemas.openxmlformats.org/officeDocument/2006/relationships/customXml" Target="../ink/ink1030.xml"/><Relationship Id="rId4" Type="http://schemas.openxmlformats.org/officeDocument/2006/relationships/customXml" Target="../ink/ink957.xml"/><Relationship Id="rId9" Type="http://schemas.openxmlformats.org/officeDocument/2006/relationships/image" Target="../media/image931.png"/><Relationship Id="rId26" Type="http://schemas.openxmlformats.org/officeDocument/2006/relationships/customXml" Target="../ink/ink968.xml"/><Relationship Id="rId47" Type="http://schemas.openxmlformats.org/officeDocument/2006/relationships/image" Target="../media/image949.png"/><Relationship Id="rId68" Type="http://schemas.openxmlformats.org/officeDocument/2006/relationships/image" Target="../media/image959.png"/><Relationship Id="rId89" Type="http://schemas.openxmlformats.org/officeDocument/2006/relationships/customXml" Target="../ink/ink1000.xml"/><Relationship Id="rId112" Type="http://schemas.openxmlformats.org/officeDocument/2006/relationships/image" Target="../media/image981.png"/><Relationship Id="rId133" Type="http://schemas.openxmlformats.org/officeDocument/2006/relationships/image" Target="../media/image991.png"/><Relationship Id="rId154" Type="http://schemas.openxmlformats.org/officeDocument/2006/relationships/customXml" Target="../ink/ink1033.xml"/><Relationship Id="rId16" Type="http://schemas.openxmlformats.org/officeDocument/2006/relationships/customXml" Target="../ink/ink963.xml"/><Relationship Id="rId37" Type="http://schemas.openxmlformats.org/officeDocument/2006/relationships/image" Target="../media/image944.png"/><Relationship Id="rId58" Type="http://schemas.openxmlformats.org/officeDocument/2006/relationships/image" Target="../media/image954.png"/><Relationship Id="rId79" Type="http://schemas.openxmlformats.org/officeDocument/2006/relationships/customXml" Target="../ink/ink995.xml"/><Relationship Id="rId102" Type="http://schemas.openxmlformats.org/officeDocument/2006/relationships/image" Target="../media/image976.png"/><Relationship Id="rId123" Type="http://schemas.openxmlformats.org/officeDocument/2006/relationships/image" Target="../media/image986.png"/><Relationship Id="rId144" Type="http://schemas.openxmlformats.org/officeDocument/2006/relationships/customXml" Target="../ink/ink1028.xml"/><Relationship Id="rId90" Type="http://schemas.openxmlformats.org/officeDocument/2006/relationships/image" Target="../media/image970.png"/><Relationship Id="rId27" Type="http://schemas.openxmlformats.org/officeDocument/2006/relationships/image" Target="../media/image939.png"/><Relationship Id="rId48" Type="http://schemas.openxmlformats.org/officeDocument/2006/relationships/customXml" Target="../ink/ink979.xml"/><Relationship Id="rId69" Type="http://schemas.openxmlformats.org/officeDocument/2006/relationships/customXml" Target="../ink/ink990.xml"/><Relationship Id="rId113" Type="http://schemas.openxmlformats.org/officeDocument/2006/relationships/customXml" Target="../ink/ink1012.xml"/><Relationship Id="rId134" Type="http://schemas.openxmlformats.org/officeDocument/2006/relationships/customXml" Target="../ink/ink1023.xml"/><Relationship Id="rId80" Type="http://schemas.openxmlformats.org/officeDocument/2006/relationships/image" Target="../media/image965.png"/><Relationship Id="rId155" Type="http://schemas.openxmlformats.org/officeDocument/2006/relationships/image" Target="../media/image10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F929-8802-4A4D-9175-78B0877D42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Circuits électriques</a:t>
            </a:r>
            <a:endParaRPr lang="fr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98F70-9813-43E2-997B-B525B2D8D0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Exercices de la leçon 4</a:t>
            </a:r>
          </a:p>
          <a:p>
            <a:r>
              <a:rPr lang="en-GB"/>
              <a:t>Bertrand Cornélusse</a:t>
            </a:r>
          </a:p>
          <a:p>
            <a:r>
              <a:rPr lang="en-GB"/>
              <a:t>23/02/2021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8940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C1BB-2B49-4B8C-9766-370EC5E2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>
                <a:latin typeface="+mn-lt"/>
              </a:rPr>
              <a:t>Nombres complexes – module et argument</a:t>
            </a:r>
            <a:endParaRPr lang="fr-BE" sz="3200">
              <a:latin typeface="+mn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92B960-B183-4703-B7BF-4319F0A3EA07}"/>
              </a:ext>
            </a:extLst>
          </p:cNvPr>
          <p:cNvGrpSpPr/>
          <p:nvPr/>
        </p:nvGrpSpPr>
        <p:grpSpPr>
          <a:xfrm>
            <a:off x="989863" y="1628265"/>
            <a:ext cx="1259280" cy="674280"/>
            <a:chOff x="989863" y="1628265"/>
            <a:chExt cx="1259280" cy="67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E9249D0-25F8-4743-8792-82F771D2CEAF}"/>
                    </a:ext>
                  </a:extLst>
                </p14:cNvPr>
                <p14:cNvContentPartPr/>
                <p14:nvPr/>
              </p14:nvContentPartPr>
              <p14:xfrm>
                <a:off x="1055383" y="1992585"/>
                <a:ext cx="203400" cy="309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E9249D0-25F8-4743-8792-82F771D2CEA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37743" y="1974585"/>
                  <a:ext cx="2390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6DCB880-08D1-4377-85FD-9A81825603F5}"/>
                    </a:ext>
                  </a:extLst>
                </p14:cNvPr>
                <p14:cNvContentPartPr/>
                <p14:nvPr/>
              </p14:nvContentPartPr>
              <p14:xfrm>
                <a:off x="989863" y="2116785"/>
                <a:ext cx="245520" cy="14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6DCB880-08D1-4377-85FD-9A81825603F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71863" y="2098785"/>
                  <a:ext cx="281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6FDEB7D-23A9-4A85-9E40-BF9204CF432F}"/>
                    </a:ext>
                  </a:extLst>
                </p14:cNvPr>
                <p14:cNvContentPartPr/>
                <p14:nvPr/>
              </p14:nvContentPartPr>
              <p14:xfrm>
                <a:off x="1409623" y="1988625"/>
                <a:ext cx="286560" cy="302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6FDEB7D-23A9-4A85-9E40-BF9204CF432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91623" y="1970625"/>
                  <a:ext cx="3222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53E02DA-214B-47E5-A286-E3A11D93B795}"/>
                    </a:ext>
                  </a:extLst>
                </p14:cNvPr>
                <p14:cNvContentPartPr/>
                <p14:nvPr/>
              </p14:nvContentPartPr>
              <p14:xfrm>
                <a:off x="1397383" y="2159625"/>
                <a:ext cx="258480" cy="33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53E02DA-214B-47E5-A286-E3A11D93B79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79383" y="2141625"/>
                  <a:ext cx="2941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8DCF15A-B013-4D8F-8248-DB886DF99F32}"/>
                    </a:ext>
                  </a:extLst>
                </p14:cNvPr>
                <p14:cNvContentPartPr/>
                <p14:nvPr/>
              </p14:nvContentPartPr>
              <p14:xfrm>
                <a:off x="1921543" y="1794585"/>
                <a:ext cx="323280" cy="502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8DCF15A-B013-4D8F-8248-DB886DF99F3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03543" y="1776945"/>
                  <a:ext cx="35892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12501B-DDDD-426C-A85E-F59C3CEBAB19}"/>
                    </a:ext>
                  </a:extLst>
                </p14:cNvPr>
                <p14:cNvContentPartPr/>
                <p14:nvPr/>
              </p14:nvContentPartPr>
              <p14:xfrm>
                <a:off x="2007943" y="1893945"/>
                <a:ext cx="241200" cy="358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12501B-DDDD-426C-A85E-F59C3CEBAB1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89943" y="1875945"/>
                  <a:ext cx="2768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5C285E9-2ED0-4A3B-AE92-B9C4BFADAF56}"/>
                    </a:ext>
                  </a:extLst>
                </p14:cNvPr>
                <p14:cNvContentPartPr/>
                <p14:nvPr/>
              </p14:nvContentPartPr>
              <p14:xfrm>
                <a:off x="2222863" y="1628265"/>
                <a:ext cx="9000" cy="276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5C285E9-2ED0-4A3B-AE92-B9C4BFADAF5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05223" y="1610265"/>
                  <a:ext cx="4464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DC74AC-1C10-413F-81B0-105ABAF34B32}"/>
              </a:ext>
            </a:extLst>
          </p:cNvPr>
          <p:cNvGrpSpPr/>
          <p:nvPr/>
        </p:nvGrpSpPr>
        <p:grpSpPr>
          <a:xfrm>
            <a:off x="3735223" y="1610985"/>
            <a:ext cx="2189880" cy="1010160"/>
            <a:chOff x="3735223" y="1610985"/>
            <a:chExt cx="2189880" cy="101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421E115-0E0A-42FB-B51F-79ABC48506E0}"/>
                    </a:ext>
                  </a:extLst>
                </p14:cNvPr>
                <p14:cNvContentPartPr/>
                <p14:nvPr/>
              </p14:nvContentPartPr>
              <p14:xfrm>
                <a:off x="3783823" y="1967385"/>
                <a:ext cx="199080" cy="295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421E115-0E0A-42FB-B51F-79ABC48506E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66183" y="1949385"/>
                  <a:ext cx="2347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A09558B-EA64-49EA-B4B7-4782DFD5CDB3}"/>
                    </a:ext>
                  </a:extLst>
                </p14:cNvPr>
                <p14:cNvContentPartPr/>
                <p14:nvPr/>
              </p14:nvContentPartPr>
              <p14:xfrm>
                <a:off x="3735223" y="2103825"/>
                <a:ext cx="262800" cy="17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A09558B-EA64-49EA-B4B7-4782DFD5CDB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17583" y="2086185"/>
                  <a:ext cx="298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3EC5674-20C3-4BA4-8E16-7350B5A94811}"/>
                    </a:ext>
                  </a:extLst>
                </p14:cNvPr>
                <p14:cNvContentPartPr/>
                <p14:nvPr/>
              </p14:nvContentPartPr>
              <p14:xfrm>
                <a:off x="4172623" y="2075385"/>
                <a:ext cx="254160" cy="10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3EC5674-20C3-4BA4-8E16-7350B5A948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54983" y="2057385"/>
                  <a:ext cx="289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0D04E6D-C50C-4135-AAF1-FE84C661C782}"/>
                    </a:ext>
                  </a:extLst>
                </p14:cNvPr>
                <p14:cNvContentPartPr/>
                <p14:nvPr/>
              </p14:nvContentPartPr>
              <p14:xfrm>
                <a:off x="4155703" y="2182305"/>
                <a:ext cx="247680" cy="13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0D04E6D-C50C-4135-AAF1-FE84C661C78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37703" y="2164665"/>
                  <a:ext cx="2833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E1AEED2-07F4-4300-911A-DACF3D79B5B4}"/>
                    </a:ext>
                  </a:extLst>
                </p14:cNvPr>
                <p14:cNvContentPartPr/>
                <p14:nvPr/>
              </p14:nvContentPartPr>
              <p14:xfrm>
                <a:off x="4589863" y="1981065"/>
                <a:ext cx="383040" cy="251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E1AEED2-07F4-4300-911A-DACF3D79B5B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72223" y="1963065"/>
                  <a:ext cx="4186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76AAC0F-C738-4501-961F-33D92AD27080}"/>
                    </a:ext>
                  </a:extLst>
                </p14:cNvPr>
                <p14:cNvContentPartPr/>
                <p14:nvPr/>
              </p14:nvContentPartPr>
              <p14:xfrm>
                <a:off x="5134903" y="1972425"/>
                <a:ext cx="25920" cy="281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76AAC0F-C738-4501-961F-33D92AD2708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16903" y="1954425"/>
                  <a:ext cx="615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6856AE9-CAC7-4157-AEE3-5AC5F2277EA3}"/>
                    </a:ext>
                  </a:extLst>
                </p14:cNvPr>
                <p14:cNvContentPartPr/>
                <p14:nvPr/>
              </p14:nvContentPartPr>
              <p14:xfrm>
                <a:off x="5030143" y="2102385"/>
                <a:ext cx="186120" cy="1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6856AE9-CAC7-4157-AEE3-5AC5F2277EA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012503" y="2084745"/>
                  <a:ext cx="221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853A8F8-DD21-4E1E-88A0-6AA05E67B841}"/>
                    </a:ext>
                  </a:extLst>
                </p14:cNvPr>
                <p14:cNvContentPartPr/>
                <p14:nvPr/>
              </p14:nvContentPartPr>
              <p14:xfrm>
                <a:off x="5296903" y="2056665"/>
                <a:ext cx="203040" cy="564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853A8F8-DD21-4E1E-88A0-6AA05E67B84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278903" y="2039025"/>
                  <a:ext cx="23868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7F2DF3C-59D8-40F2-8A2B-F6CBDF038B57}"/>
                    </a:ext>
                  </a:extLst>
                </p14:cNvPr>
                <p14:cNvContentPartPr/>
                <p14:nvPr/>
              </p14:nvContentPartPr>
              <p14:xfrm>
                <a:off x="5403463" y="1803945"/>
                <a:ext cx="360" cy="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7F2DF3C-59D8-40F2-8A2B-F6CBDF038B5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85823" y="17859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1559533-5E2C-4098-85E8-35B199357E10}"/>
                    </a:ext>
                  </a:extLst>
                </p14:cNvPr>
                <p14:cNvContentPartPr/>
                <p14:nvPr/>
              </p14:nvContentPartPr>
              <p14:xfrm>
                <a:off x="5648623" y="1610985"/>
                <a:ext cx="276480" cy="666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1559533-5E2C-4098-85E8-35B199357E1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630983" y="1592985"/>
                  <a:ext cx="31212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648108-F445-4E11-A23A-D20722F7BDF1}"/>
                    </a:ext>
                  </a:extLst>
                </p14:cNvPr>
                <p14:cNvContentPartPr/>
                <p14:nvPr/>
              </p14:nvContentPartPr>
              <p14:xfrm>
                <a:off x="5347303" y="1730865"/>
                <a:ext cx="78120" cy="113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648108-F445-4E11-A23A-D20722F7BDF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329303" y="1712865"/>
                  <a:ext cx="11376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AF26C93-D9FE-4D5F-8882-3B7077881B78}"/>
              </a:ext>
            </a:extLst>
          </p:cNvPr>
          <p:cNvGrpSpPr/>
          <p:nvPr/>
        </p:nvGrpSpPr>
        <p:grpSpPr>
          <a:xfrm>
            <a:off x="1012543" y="2933985"/>
            <a:ext cx="549360" cy="799200"/>
            <a:chOff x="1012543" y="2933985"/>
            <a:chExt cx="549360" cy="79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C9C3914-A0BB-4E29-93D3-0FC2B03F1041}"/>
                    </a:ext>
                  </a:extLst>
                </p14:cNvPr>
                <p14:cNvContentPartPr/>
                <p14:nvPr/>
              </p14:nvContentPartPr>
              <p14:xfrm>
                <a:off x="1012543" y="2939025"/>
                <a:ext cx="82080" cy="781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C9C3914-A0BB-4E29-93D3-0FC2B03F104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94903" y="2921385"/>
                  <a:ext cx="117720" cy="81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124B1FD-DB6A-4484-8CDA-1F7520C91E33}"/>
                    </a:ext>
                  </a:extLst>
                </p14:cNvPr>
                <p14:cNvContentPartPr/>
                <p14:nvPr/>
              </p14:nvContentPartPr>
              <p14:xfrm>
                <a:off x="1061863" y="2933985"/>
                <a:ext cx="88200" cy="687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124B1FD-DB6A-4484-8CDA-1F7520C91E3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3863" y="2915985"/>
                  <a:ext cx="12384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831F992-9669-4B9C-89FE-2C15432F2C34}"/>
                    </a:ext>
                  </a:extLst>
                </p14:cNvPr>
                <p14:cNvContentPartPr/>
                <p14:nvPr/>
              </p14:nvContentPartPr>
              <p14:xfrm>
                <a:off x="1232863" y="3111825"/>
                <a:ext cx="247680" cy="355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831F992-9669-4B9C-89FE-2C15432F2C3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215223" y="3093825"/>
                  <a:ext cx="28332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B24AE92-EEC8-47AF-963D-6C34E6BFEE03}"/>
                    </a:ext>
                  </a:extLst>
                </p14:cNvPr>
                <p14:cNvContentPartPr/>
                <p14:nvPr/>
              </p14:nvContentPartPr>
              <p14:xfrm>
                <a:off x="1130623" y="3296865"/>
                <a:ext cx="281880" cy="40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B24AE92-EEC8-47AF-963D-6C34E6BFEE0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12983" y="3279225"/>
                  <a:ext cx="3175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F435EF1-5B93-482B-94FC-9A7312F735E7}"/>
                    </a:ext>
                  </a:extLst>
                </p14:cNvPr>
                <p14:cNvContentPartPr/>
                <p14:nvPr/>
              </p14:nvContentPartPr>
              <p14:xfrm>
                <a:off x="1520503" y="2965305"/>
                <a:ext cx="24480" cy="680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F435EF1-5B93-482B-94FC-9A7312F735E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502503" y="2947665"/>
                  <a:ext cx="6012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24E603A-0724-4472-8C6B-D98C7E6C8BC7}"/>
                    </a:ext>
                  </a:extLst>
                </p14:cNvPr>
                <p14:cNvContentPartPr/>
                <p14:nvPr/>
              </p14:nvContentPartPr>
              <p14:xfrm>
                <a:off x="1533823" y="2991225"/>
                <a:ext cx="28080" cy="741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24E603A-0724-4472-8C6B-D98C7E6C8BC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515823" y="2973225"/>
                  <a:ext cx="63720" cy="77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92552C5-0DB0-4CEF-A7A2-900FE8148AE1}"/>
              </a:ext>
            </a:extLst>
          </p:cNvPr>
          <p:cNvGrpSpPr/>
          <p:nvPr/>
        </p:nvGrpSpPr>
        <p:grpSpPr>
          <a:xfrm>
            <a:off x="1958263" y="3333585"/>
            <a:ext cx="324720" cy="176400"/>
            <a:chOff x="1958263" y="3333585"/>
            <a:chExt cx="32472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7BC4B10-CB9E-4FE7-A616-1A2FDD73C871}"/>
                    </a:ext>
                  </a:extLst>
                </p14:cNvPr>
                <p14:cNvContentPartPr/>
                <p14:nvPr/>
              </p14:nvContentPartPr>
              <p14:xfrm>
                <a:off x="1958263" y="3333585"/>
                <a:ext cx="324720" cy="10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7BC4B10-CB9E-4FE7-A616-1A2FDD73C87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940623" y="3315945"/>
                  <a:ext cx="360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E392CC2-E7B9-4672-B970-BA00D377650A}"/>
                    </a:ext>
                  </a:extLst>
                </p14:cNvPr>
                <p14:cNvContentPartPr/>
                <p14:nvPr/>
              </p14:nvContentPartPr>
              <p14:xfrm>
                <a:off x="1979503" y="3465345"/>
                <a:ext cx="288360" cy="44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E392CC2-E7B9-4672-B970-BA00D377650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961863" y="3447705"/>
                  <a:ext cx="32400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3070E63-2C89-450E-A18C-2AA97B7BFA5F}"/>
              </a:ext>
            </a:extLst>
          </p:cNvPr>
          <p:cNvGrpSpPr/>
          <p:nvPr/>
        </p:nvGrpSpPr>
        <p:grpSpPr>
          <a:xfrm>
            <a:off x="8206783" y="304905"/>
            <a:ext cx="3578040" cy="2406960"/>
            <a:chOff x="8206783" y="304905"/>
            <a:chExt cx="3578040" cy="240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6D16FC0-E70E-4CE0-8BC5-50420D1366E5}"/>
                    </a:ext>
                  </a:extLst>
                </p14:cNvPr>
                <p14:cNvContentPartPr/>
                <p14:nvPr/>
              </p14:nvContentPartPr>
              <p14:xfrm>
                <a:off x="8737783" y="934545"/>
                <a:ext cx="45720" cy="1249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6D16FC0-E70E-4CE0-8BC5-50420D1366E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720143" y="916905"/>
                  <a:ext cx="81360" cy="12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D6868C1-BCD3-4B90-BEFF-5EDFC9910C59}"/>
                    </a:ext>
                  </a:extLst>
                </p14:cNvPr>
                <p14:cNvContentPartPr/>
                <p14:nvPr/>
              </p14:nvContentPartPr>
              <p14:xfrm>
                <a:off x="8667583" y="733665"/>
                <a:ext cx="222120" cy="218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D6868C1-BCD3-4B90-BEFF-5EDFC9910C5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49583" y="715665"/>
                  <a:ext cx="257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0D77C13-9528-44A2-9841-680896BF7D60}"/>
                    </a:ext>
                  </a:extLst>
                </p14:cNvPr>
                <p14:cNvContentPartPr/>
                <p14:nvPr/>
              </p14:nvContentPartPr>
              <p14:xfrm>
                <a:off x="8699623" y="2185185"/>
                <a:ext cx="2254320" cy="113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0D77C13-9528-44A2-9841-680896BF7D6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81623" y="2167545"/>
                  <a:ext cx="22899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8FD5499-C4D1-45B4-9FB4-CBB98E276A06}"/>
                    </a:ext>
                  </a:extLst>
                </p14:cNvPr>
                <p14:cNvContentPartPr/>
                <p14:nvPr/>
              </p14:nvContentPartPr>
              <p14:xfrm>
                <a:off x="10762423" y="2068545"/>
                <a:ext cx="261360" cy="324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8FD5499-C4D1-45B4-9FB4-CBB98E276A0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744783" y="2050905"/>
                  <a:ext cx="2970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CCA3FEC-EFAB-4A50-BA47-634F2D41791A}"/>
                    </a:ext>
                  </a:extLst>
                </p14:cNvPr>
                <p14:cNvContentPartPr/>
                <p14:nvPr/>
              </p14:nvContentPartPr>
              <p14:xfrm>
                <a:off x="10382983" y="2069625"/>
                <a:ext cx="21240" cy="259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CCA3FEC-EFAB-4A50-BA47-634F2D41791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365343" y="2051625"/>
                  <a:ext cx="568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5E84396-F407-446D-8E48-B469C22712F5}"/>
                    </a:ext>
                  </a:extLst>
                </p14:cNvPr>
                <p14:cNvContentPartPr/>
                <p14:nvPr/>
              </p14:nvContentPartPr>
              <p14:xfrm>
                <a:off x="10202263" y="2485065"/>
                <a:ext cx="360000" cy="226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5E84396-F407-446D-8E48-B469C22712F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184623" y="2467065"/>
                  <a:ext cx="3956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0193741-03AA-4EB5-8033-92172C69A824}"/>
                    </a:ext>
                  </a:extLst>
                </p14:cNvPr>
                <p14:cNvContentPartPr/>
                <p14:nvPr/>
              </p14:nvContentPartPr>
              <p14:xfrm>
                <a:off x="11154463" y="2121825"/>
                <a:ext cx="280440" cy="540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0193741-03AA-4EB5-8033-92172C69A82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136463" y="2104185"/>
                  <a:ext cx="31608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73E4B3F-32EA-4AD1-9069-D3A37CEE4F74}"/>
                    </a:ext>
                  </a:extLst>
                </p14:cNvPr>
                <p14:cNvContentPartPr/>
                <p14:nvPr/>
              </p14:nvContentPartPr>
              <p14:xfrm>
                <a:off x="11494303" y="2462385"/>
                <a:ext cx="290520" cy="199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73E4B3F-32EA-4AD1-9069-D3A37CEE4F7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476303" y="2444745"/>
                  <a:ext cx="3261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86A6096-9DD4-4554-8A8F-C73381915DE7}"/>
                    </a:ext>
                  </a:extLst>
                </p14:cNvPr>
                <p14:cNvContentPartPr/>
                <p14:nvPr/>
              </p14:nvContentPartPr>
              <p14:xfrm>
                <a:off x="8415583" y="387345"/>
                <a:ext cx="21960" cy="226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86A6096-9DD4-4554-8A8F-C73381915DE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397943" y="369705"/>
                  <a:ext cx="57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4F8CBC6-5829-421C-AB74-43D8AF6575F0}"/>
                    </a:ext>
                  </a:extLst>
                </p14:cNvPr>
                <p14:cNvContentPartPr/>
                <p14:nvPr/>
              </p14:nvContentPartPr>
              <p14:xfrm>
                <a:off x="8206783" y="304905"/>
                <a:ext cx="442080" cy="47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4F8CBC6-5829-421C-AB74-43D8AF6575F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188783" y="287265"/>
                  <a:ext cx="4777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3F752D2-7A57-48EB-B936-C6AD267D8682}"/>
                    </a:ext>
                  </a:extLst>
                </p14:cNvPr>
                <p14:cNvContentPartPr/>
                <p14:nvPr/>
              </p14:nvContentPartPr>
              <p14:xfrm>
                <a:off x="8225863" y="643665"/>
                <a:ext cx="309600" cy="27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3F752D2-7A57-48EB-B936-C6AD267D868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208223" y="626025"/>
                  <a:ext cx="345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3C4EFC0-752F-4392-9191-A771DCF84214}"/>
                    </a:ext>
                  </a:extLst>
                </p14:cNvPr>
                <p14:cNvContentPartPr/>
                <p14:nvPr/>
              </p14:nvContentPartPr>
              <p14:xfrm>
                <a:off x="8718703" y="436665"/>
                <a:ext cx="474120" cy="135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3C4EFC0-752F-4392-9191-A771DCF8421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701063" y="418665"/>
                  <a:ext cx="5097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6B687B2-5DB1-4E85-8E52-626B821D9A50}"/>
                    </a:ext>
                  </a:extLst>
                </p14:cNvPr>
                <p14:cNvContentPartPr/>
                <p14:nvPr/>
              </p14:nvContentPartPr>
              <p14:xfrm>
                <a:off x="8705743" y="1342425"/>
                <a:ext cx="162720" cy="1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6B687B2-5DB1-4E85-8E52-626B821D9A5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87743" y="1324425"/>
                  <a:ext cx="198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F724004-486B-4D2F-B88E-0BF24708DDC0}"/>
                    </a:ext>
                  </a:extLst>
                </p14:cNvPr>
                <p14:cNvContentPartPr/>
                <p14:nvPr/>
              </p14:nvContentPartPr>
              <p14:xfrm>
                <a:off x="8315863" y="1059465"/>
                <a:ext cx="271080" cy="349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F724004-486B-4D2F-B88E-0BF24708DDC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298223" y="1041465"/>
                  <a:ext cx="3067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F67B176-B557-4D3F-92A1-D3C3E51C7F8B}"/>
                    </a:ext>
                  </a:extLst>
                </p14:cNvPr>
                <p14:cNvContentPartPr/>
                <p14:nvPr/>
              </p14:nvContentPartPr>
              <p14:xfrm>
                <a:off x="10375783" y="1235145"/>
                <a:ext cx="56520" cy="73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F67B176-B557-4D3F-92A1-D3C3E51C7F8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357783" y="1217145"/>
                  <a:ext cx="921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EF603E-4206-4177-9E8C-9BD82B38F5E0}"/>
                    </a:ext>
                  </a:extLst>
                </p14:cNvPr>
                <p14:cNvContentPartPr/>
                <p14:nvPr/>
              </p14:nvContentPartPr>
              <p14:xfrm>
                <a:off x="8710063" y="2136585"/>
                <a:ext cx="41040" cy="142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EF603E-4206-4177-9E8C-9BD82B38F5E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692423" y="2118945"/>
                  <a:ext cx="766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418964C-4504-4AFD-9DE3-370076E57E88}"/>
                    </a:ext>
                  </a:extLst>
                </p14:cNvPr>
                <p14:cNvContentPartPr/>
                <p14:nvPr/>
              </p14:nvContentPartPr>
              <p14:xfrm>
                <a:off x="8755063" y="2292825"/>
                <a:ext cx="5040" cy="24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418964C-4504-4AFD-9DE3-370076E57E8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737063" y="2274825"/>
                  <a:ext cx="40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711B86E-360F-4A45-A1D0-D74DE8C6402F}"/>
                    </a:ext>
                  </a:extLst>
                </p14:cNvPr>
                <p14:cNvContentPartPr/>
                <p14:nvPr/>
              </p14:nvContentPartPr>
              <p14:xfrm>
                <a:off x="8725183" y="1250265"/>
                <a:ext cx="1689480" cy="1000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711B86E-360F-4A45-A1D0-D74DE8C6402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707183" y="1232265"/>
                  <a:ext cx="1725120" cy="10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8D219A9-A250-4ACD-8F8A-4FDC94080DB4}"/>
                    </a:ext>
                  </a:extLst>
                </p14:cNvPr>
                <p14:cNvContentPartPr/>
                <p14:nvPr/>
              </p14:nvContentPartPr>
              <p14:xfrm>
                <a:off x="10820023" y="953625"/>
                <a:ext cx="213840" cy="390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8D219A9-A250-4ACD-8F8A-4FDC94080DB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802383" y="935625"/>
                  <a:ext cx="24948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3136C36-0F19-4BD2-86A2-1BA6174DBD64}"/>
                    </a:ext>
                  </a:extLst>
                </p14:cNvPr>
                <p14:cNvContentPartPr/>
                <p14:nvPr/>
              </p14:nvContentPartPr>
              <p14:xfrm>
                <a:off x="10913983" y="1133625"/>
                <a:ext cx="179280" cy="26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3136C36-0F19-4BD2-86A2-1BA6174DBD6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895983" y="1115625"/>
                  <a:ext cx="2149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E5BF5AB-D213-408F-9601-E96CF5259D8C}"/>
                    </a:ext>
                  </a:extLst>
                </p14:cNvPr>
                <p14:cNvContentPartPr/>
                <p14:nvPr/>
              </p14:nvContentPartPr>
              <p14:xfrm>
                <a:off x="10408183" y="1273665"/>
                <a:ext cx="468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E5BF5AB-D213-408F-9601-E96CF5259D8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390543" y="1256025"/>
                  <a:ext cx="40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9F3886A-F60B-4A1F-945F-06E8073F4127}"/>
                    </a:ext>
                  </a:extLst>
                </p14:cNvPr>
                <p14:cNvContentPartPr/>
                <p14:nvPr/>
              </p14:nvContentPartPr>
              <p14:xfrm>
                <a:off x="10442383" y="1519545"/>
                <a:ext cx="4680" cy="11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9F3886A-F60B-4A1F-945F-06E8073F412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424743" y="1501545"/>
                  <a:ext cx="403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33AAA72-3DEA-477F-9D6E-9A8056A0C771}"/>
                    </a:ext>
                  </a:extLst>
                </p14:cNvPr>
                <p14:cNvContentPartPr/>
                <p14:nvPr/>
              </p14:nvContentPartPr>
              <p14:xfrm>
                <a:off x="10416823" y="1680825"/>
                <a:ext cx="360" cy="37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33AAA72-3DEA-477F-9D6E-9A8056A0C77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399183" y="1663185"/>
                  <a:ext cx="36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65E6A95-8388-4638-8312-565BAF859DA1}"/>
                    </a:ext>
                  </a:extLst>
                </p14:cNvPr>
                <p14:cNvContentPartPr/>
                <p14:nvPr/>
              </p14:nvContentPartPr>
              <p14:xfrm>
                <a:off x="10331503" y="2069625"/>
                <a:ext cx="36720" cy="94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65E6A95-8388-4638-8312-565BAF859DA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313863" y="2051625"/>
                  <a:ext cx="72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9CF3D3-3E79-46C2-B3A6-B79EA48F01CD}"/>
                    </a:ext>
                  </a:extLst>
                </p14:cNvPr>
                <p14:cNvContentPartPr/>
                <p14:nvPr/>
              </p14:nvContentPartPr>
              <p14:xfrm>
                <a:off x="8816983" y="1352505"/>
                <a:ext cx="205200" cy="16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9CF3D3-3E79-46C2-B3A6-B79EA48F01C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798983" y="1334505"/>
                  <a:ext cx="240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7506664-3479-44FF-8FBA-2AF984A9AD1B}"/>
                    </a:ext>
                  </a:extLst>
                </p14:cNvPr>
                <p14:cNvContentPartPr/>
                <p14:nvPr/>
              </p14:nvContentPartPr>
              <p14:xfrm>
                <a:off x="9209383" y="1356465"/>
                <a:ext cx="70920" cy="1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7506664-3479-44FF-8FBA-2AF984A9AD1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191743" y="1338825"/>
                  <a:ext cx="106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363B616-3650-45C8-9932-181E7273AE3A}"/>
                    </a:ext>
                  </a:extLst>
                </p14:cNvPr>
                <p14:cNvContentPartPr/>
                <p14:nvPr/>
              </p14:nvContentPartPr>
              <p14:xfrm>
                <a:off x="9439783" y="1290945"/>
                <a:ext cx="480240" cy="54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363B616-3650-45C8-9932-181E7273AE3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422143" y="1272945"/>
                  <a:ext cx="515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EE8EDAC-694D-4F09-BB22-C6242F257183}"/>
                    </a:ext>
                  </a:extLst>
                </p14:cNvPr>
                <p14:cNvContentPartPr/>
                <p14:nvPr/>
              </p14:nvContentPartPr>
              <p14:xfrm>
                <a:off x="10214143" y="1250985"/>
                <a:ext cx="30240" cy="19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EE8EDAC-694D-4F09-BB22-C6242F25718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196503" y="1232985"/>
                  <a:ext cx="65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3D8703A-DAE7-43A3-B20A-E0C686CAF32C}"/>
                    </a:ext>
                  </a:extLst>
                </p14:cNvPr>
                <p14:cNvContentPartPr/>
                <p14:nvPr/>
              </p14:nvContentPartPr>
              <p14:xfrm>
                <a:off x="8563903" y="2171145"/>
                <a:ext cx="227520" cy="293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3D8703A-DAE7-43A3-B20A-E0C686CAF32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546263" y="2153145"/>
                  <a:ext cx="2631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9D2AFCB-4D63-4BCB-9369-7EF7EECF512B}"/>
                    </a:ext>
                  </a:extLst>
                </p14:cNvPr>
                <p14:cNvContentPartPr/>
                <p14:nvPr/>
              </p14:nvContentPartPr>
              <p14:xfrm>
                <a:off x="10350583" y="1112385"/>
                <a:ext cx="177120" cy="267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9D2AFCB-4D63-4BCB-9369-7EF7EECF512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332943" y="1094385"/>
                  <a:ext cx="21276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705D8F1-A7AA-4B58-994F-1C45FC051873}"/>
              </a:ext>
            </a:extLst>
          </p:cNvPr>
          <p:cNvGrpSpPr/>
          <p:nvPr/>
        </p:nvGrpSpPr>
        <p:grpSpPr>
          <a:xfrm>
            <a:off x="2602303" y="2775225"/>
            <a:ext cx="2000160" cy="942120"/>
            <a:chOff x="2602303" y="2775225"/>
            <a:chExt cx="2000160" cy="94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77AEA49-FFA3-4356-BBC4-919587E3428F}"/>
                    </a:ext>
                  </a:extLst>
                </p14:cNvPr>
                <p14:cNvContentPartPr/>
                <p14:nvPr/>
              </p14:nvContentPartPr>
              <p14:xfrm>
                <a:off x="2602303" y="2982945"/>
                <a:ext cx="271800" cy="734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77AEA49-FFA3-4356-BBC4-919587E3428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584663" y="2964945"/>
                  <a:ext cx="30744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4488A10-9BE1-4307-B599-057D0D92E572}"/>
                    </a:ext>
                  </a:extLst>
                </p14:cNvPr>
                <p14:cNvContentPartPr/>
                <p14:nvPr/>
              </p14:nvContentPartPr>
              <p14:xfrm>
                <a:off x="2951143" y="3278145"/>
                <a:ext cx="281160" cy="254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4488A10-9BE1-4307-B599-057D0D92E57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933143" y="3260505"/>
                  <a:ext cx="3168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EBD9B1E-069E-4F5B-B931-547AC8000B16}"/>
                    </a:ext>
                  </a:extLst>
                </p14:cNvPr>
                <p14:cNvContentPartPr/>
                <p14:nvPr/>
              </p14:nvContentPartPr>
              <p14:xfrm>
                <a:off x="3222583" y="3053865"/>
                <a:ext cx="159120" cy="203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EBD9B1E-069E-4F5B-B931-547AC8000B1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204583" y="3035865"/>
                  <a:ext cx="1947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44F818D-A5ED-4271-8E45-69164EE08538}"/>
                    </a:ext>
                  </a:extLst>
                </p14:cNvPr>
                <p14:cNvContentPartPr/>
                <p14:nvPr/>
              </p14:nvContentPartPr>
              <p14:xfrm>
                <a:off x="3609583" y="3179865"/>
                <a:ext cx="21600" cy="356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44F818D-A5ED-4271-8E45-69164EE0853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591583" y="3161865"/>
                  <a:ext cx="572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2E0CDB7-5DDE-43F6-894C-A83C138EFE3E}"/>
                    </a:ext>
                  </a:extLst>
                </p14:cNvPr>
                <p14:cNvContentPartPr/>
                <p14:nvPr/>
              </p14:nvContentPartPr>
              <p14:xfrm>
                <a:off x="3532543" y="3352665"/>
                <a:ext cx="262800" cy="21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2E0CDB7-5DDE-43F6-894C-A83C138EFE3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514903" y="3334665"/>
                  <a:ext cx="298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B688FD5-5DA0-4635-8416-F625DD985834}"/>
                    </a:ext>
                  </a:extLst>
                </p14:cNvPr>
                <p14:cNvContentPartPr/>
                <p14:nvPr/>
              </p14:nvContentPartPr>
              <p14:xfrm>
                <a:off x="3946543" y="2932545"/>
                <a:ext cx="170280" cy="540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B688FD5-5DA0-4635-8416-F625DD98583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928543" y="2914545"/>
                  <a:ext cx="20592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B1BBBEF-4EF5-4E13-9FF7-9CE32FDB36DA}"/>
                    </a:ext>
                  </a:extLst>
                </p14:cNvPr>
                <p14:cNvContentPartPr/>
                <p14:nvPr/>
              </p14:nvContentPartPr>
              <p14:xfrm>
                <a:off x="4200343" y="2956665"/>
                <a:ext cx="145440" cy="254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B1BBBEF-4EF5-4E13-9FF7-9CE32FDB36D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182703" y="2938665"/>
                  <a:ext cx="1810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E19EDC8-3C97-42F4-8513-CC38298E919C}"/>
                    </a:ext>
                  </a:extLst>
                </p14:cNvPr>
                <p14:cNvContentPartPr/>
                <p14:nvPr/>
              </p14:nvContentPartPr>
              <p14:xfrm>
                <a:off x="3014503" y="2775225"/>
                <a:ext cx="1587960" cy="199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E19EDC8-3C97-42F4-8513-CC38298E919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996503" y="2757585"/>
                  <a:ext cx="1623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AB2E6AD-EE17-4B66-BDF8-9EA02B271E4E}"/>
                    </a:ext>
                  </a:extLst>
                </p14:cNvPr>
                <p14:cNvContentPartPr/>
                <p14:nvPr/>
              </p14:nvContentPartPr>
              <p14:xfrm>
                <a:off x="2864743" y="2882505"/>
                <a:ext cx="152280" cy="119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AB2E6AD-EE17-4B66-BDF8-9EA02B271E4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846743" y="2864865"/>
                  <a:ext cx="18792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1469857-0559-4FA3-8A65-13A117623CA8}"/>
              </a:ext>
            </a:extLst>
          </p:cNvPr>
          <p:cNvGrpSpPr/>
          <p:nvPr/>
        </p:nvGrpSpPr>
        <p:grpSpPr>
          <a:xfrm>
            <a:off x="9247903" y="1769385"/>
            <a:ext cx="776160" cy="537480"/>
            <a:chOff x="9247903" y="1769385"/>
            <a:chExt cx="776160" cy="5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CB7981B-BF0A-4D86-AFBA-23B8002AD5DA}"/>
                    </a:ext>
                  </a:extLst>
                </p14:cNvPr>
                <p14:cNvContentPartPr/>
                <p14:nvPr/>
              </p14:nvContentPartPr>
              <p14:xfrm>
                <a:off x="9287143" y="1947585"/>
                <a:ext cx="129240" cy="359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CB7981B-BF0A-4D86-AFBA-23B8002AD5D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269503" y="1929945"/>
                  <a:ext cx="1648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3F7A28D-5D8B-4FD9-A1F5-26579B4BC5B9}"/>
                    </a:ext>
                  </a:extLst>
                </p14:cNvPr>
                <p14:cNvContentPartPr/>
                <p14:nvPr/>
              </p14:nvContentPartPr>
              <p14:xfrm>
                <a:off x="9247903" y="1941825"/>
                <a:ext cx="222120" cy="142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3F7A28D-5D8B-4FD9-A1F5-26579B4BC5B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229903" y="1923825"/>
                  <a:ext cx="257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3FBD729-2ADE-402F-BB72-97F3897C4A8E}"/>
                    </a:ext>
                  </a:extLst>
                </p14:cNvPr>
                <p14:cNvContentPartPr/>
                <p14:nvPr/>
              </p14:nvContentPartPr>
              <p14:xfrm>
                <a:off x="9557143" y="1769385"/>
                <a:ext cx="350280" cy="389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3FBD729-2ADE-402F-BB72-97F3897C4A8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539143" y="1751745"/>
                  <a:ext cx="3859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0DFB781-DF25-4271-9D32-2C744B3E5970}"/>
                    </a:ext>
                  </a:extLst>
                </p14:cNvPr>
                <p14:cNvContentPartPr/>
                <p14:nvPr/>
              </p14:nvContentPartPr>
              <p14:xfrm>
                <a:off x="9866383" y="1794945"/>
                <a:ext cx="157680" cy="2491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0DFB781-DF25-4271-9D32-2C744B3E597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848743" y="1777305"/>
                  <a:ext cx="1933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1F11C86-B187-4795-9B56-31A1846477E2}"/>
                    </a:ext>
                  </a:extLst>
                </p14:cNvPr>
                <p14:cNvContentPartPr/>
                <p14:nvPr/>
              </p14:nvContentPartPr>
              <p14:xfrm>
                <a:off x="9836503" y="1898265"/>
                <a:ext cx="179280" cy="19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1F11C86-B187-4795-9B56-31A1846477E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818863" y="1880265"/>
                  <a:ext cx="21492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E961F47-AFE0-4A16-B561-E4A61368447F}"/>
              </a:ext>
            </a:extLst>
          </p:cNvPr>
          <p:cNvGrpSpPr/>
          <p:nvPr/>
        </p:nvGrpSpPr>
        <p:grpSpPr>
          <a:xfrm>
            <a:off x="988063" y="4215945"/>
            <a:ext cx="569520" cy="397080"/>
            <a:chOff x="988063" y="4215945"/>
            <a:chExt cx="569520" cy="3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C6D964C-58A5-4AE9-B651-78A70D49907A}"/>
                    </a:ext>
                  </a:extLst>
                </p14:cNvPr>
                <p14:cNvContentPartPr/>
                <p14:nvPr/>
              </p14:nvContentPartPr>
              <p14:xfrm>
                <a:off x="988063" y="4286505"/>
                <a:ext cx="396720" cy="326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C6D964C-58A5-4AE9-B651-78A70D49907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70063" y="4268505"/>
                  <a:ext cx="4323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3AE4128-6C25-4340-8729-E9B1B07269C3}"/>
                    </a:ext>
                  </a:extLst>
                </p14:cNvPr>
                <p14:cNvContentPartPr/>
                <p14:nvPr/>
              </p14:nvContentPartPr>
              <p14:xfrm>
                <a:off x="1348063" y="4215945"/>
                <a:ext cx="209520" cy="261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3AE4128-6C25-4340-8729-E9B1B07269C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330423" y="4197945"/>
                  <a:ext cx="2451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CEB11F8-659C-400C-B929-9DE99128AAE3}"/>
                    </a:ext>
                  </a:extLst>
                </p14:cNvPr>
                <p14:cNvContentPartPr/>
                <p14:nvPr/>
              </p14:nvContentPartPr>
              <p14:xfrm>
                <a:off x="1314223" y="4365705"/>
                <a:ext cx="235080" cy="4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CEB11F8-659C-400C-B929-9DE99128AAE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96223" y="4347705"/>
                  <a:ext cx="27072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6703FDB-4E32-4C4C-8747-411A1D26FBB5}"/>
              </a:ext>
            </a:extLst>
          </p:cNvPr>
          <p:cNvGrpSpPr/>
          <p:nvPr/>
        </p:nvGrpSpPr>
        <p:grpSpPr>
          <a:xfrm>
            <a:off x="2043583" y="4515465"/>
            <a:ext cx="314280" cy="150480"/>
            <a:chOff x="2043583" y="4515465"/>
            <a:chExt cx="314280" cy="15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91FACE8-167A-4154-8503-180072606803}"/>
                    </a:ext>
                  </a:extLst>
                </p14:cNvPr>
                <p14:cNvContentPartPr/>
                <p14:nvPr/>
              </p14:nvContentPartPr>
              <p14:xfrm>
                <a:off x="2043583" y="4515465"/>
                <a:ext cx="273600" cy="21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91FACE8-167A-4154-8503-18007260680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025943" y="4497825"/>
                  <a:ext cx="309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12F9D3C-069A-4F75-8D15-A95A68DCCB40}"/>
                    </a:ext>
                  </a:extLst>
                </p14:cNvPr>
                <p14:cNvContentPartPr/>
                <p14:nvPr/>
              </p14:nvContentPartPr>
              <p14:xfrm>
                <a:off x="2063023" y="4631385"/>
                <a:ext cx="294840" cy="34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12F9D3C-069A-4F75-8D15-A95A68DCCB4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045023" y="4613385"/>
                  <a:ext cx="33048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0EDA7AA-DDEB-4B4B-8B5B-7FA9203C6648}"/>
              </a:ext>
            </a:extLst>
          </p:cNvPr>
          <p:cNvGrpSpPr/>
          <p:nvPr/>
        </p:nvGrpSpPr>
        <p:grpSpPr>
          <a:xfrm>
            <a:off x="2858623" y="4022625"/>
            <a:ext cx="1077480" cy="646920"/>
            <a:chOff x="2858623" y="4022625"/>
            <a:chExt cx="1077480" cy="64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ABC06C1-ADFC-4975-AD64-24F9415395FA}"/>
                    </a:ext>
                  </a:extLst>
                </p14:cNvPr>
                <p14:cNvContentPartPr/>
                <p14:nvPr/>
              </p14:nvContentPartPr>
              <p14:xfrm>
                <a:off x="2858623" y="4421145"/>
                <a:ext cx="373680" cy="248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ABC06C1-ADFC-4975-AD64-24F9415395F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840623" y="4403505"/>
                  <a:ext cx="4093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95AFCB0-E870-4523-8388-A572A4F08279}"/>
                    </a:ext>
                  </a:extLst>
                </p14:cNvPr>
                <p14:cNvContentPartPr/>
                <p14:nvPr/>
              </p14:nvContentPartPr>
              <p14:xfrm>
                <a:off x="3308623" y="4022625"/>
                <a:ext cx="102960" cy="560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95AFCB0-E870-4523-8388-A572A4F0827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290983" y="4004985"/>
                  <a:ext cx="13860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28C48D9-D095-402C-B9F4-7A0C52BCE6F5}"/>
                    </a:ext>
                  </a:extLst>
                </p14:cNvPr>
                <p14:cNvContentPartPr/>
                <p14:nvPr/>
              </p14:nvContentPartPr>
              <p14:xfrm>
                <a:off x="3210703" y="4294065"/>
                <a:ext cx="292680" cy="38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28C48D9-D095-402C-B9F4-7A0C52BCE6F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192703" y="4276425"/>
                  <a:ext cx="3283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721CEA5-A1A9-40EC-94D6-AC899BB80D1A}"/>
                    </a:ext>
                  </a:extLst>
                </p14:cNvPr>
                <p14:cNvContentPartPr/>
                <p14:nvPr/>
              </p14:nvContentPartPr>
              <p14:xfrm>
                <a:off x="3326623" y="4378665"/>
                <a:ext cx="609480" cy="272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721CEA5-A1A9-40EC-94D6-AC899BB80D1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308983" y="4361025"/>
                  <a:ext cx="645120" cy="30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9986248-31CC-495F-840B-BBEC2F8ED84D}"/>
                  </a:ext>
                </a:extLst>
              </p14:cNvPr>
              <p14:cNvContentPartPr/>
              <p14:nvPr/>
            </p14:nvContentPartPr>
            <p14:xfrm>
              <a:off x="4672663" y="3890865"/>
              <a:ext cx="294120" cy="5086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9986248-31CC-495F-840B-BBEC2F8ED84D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4655023" y="3873225"/>
                <a:ext cx="32976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D926A68-B7C6-45AC-BA9B-3CEFB669E6E5}"/>
                  </a:ext>
                </a:extLst>
              </p14:cNvPr>
              <p14:cNvContentPartPr/>
              <p14:nvPr/>
            </p14:nvContentPartPr>
            <p14:xfrm>
              <a:off x="4471423" y="4656945"/>
              <a:ext cx="531000" cy="1332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D926A68-B7C6-45AC-BA9B-3CEFB669E6E5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4453423" y="4639305"/>
                <a:ext cx="56664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74971A7B-FF1D-4252-ACA1-2F75B2C13247}"/>
                  </a:ext>
                </a:extLst>
              </p14:cNvPr>
              <p14:cNvContentPartPr/>
              <p14:nvPr/>
            </p14:nvContentPartPr>
            <p14:xfrm>
              <a:off x="4559983" y="4894545"/>
              <a:ext cx="438840" cy="2826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74971A7B-FF1D-4252-ACA1-2F75B2C13247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4541983" y="4876905"/>
                <a:ext cx="47448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F31E2F2-C74B-430F-A56B-FAE70BBE0431}"/>
                  </a:ext>
                </a:extLst>
              </p14:cNvPr>
              <p14:cNvContentPartPr/>
              <p14:nvPr/>
            </p14:nvContentPartPr>
            <p14:xfrm>
              <a:off x="5798383" y="4615905"/>
              <a:ext cx="143280" cy="2728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F31E2F2-C74B-430F-A56B-FAE70BBE0431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5780383" y="4597905"/>
                <a:ext cx="17892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2C2E8D7C-61F7-49E3-B687-F6FC2D3C9AA3}"/>
                  </a:ext>
                </a:extLst>
              </p14:cNvPr>
              <p14:cNvContentPartPr/>
              <p14:nvPr/>
            </p14:nvContentPartPr>
            <p14:xfrm>
              <a:off x="5960383" y="4294065"/>
              <a:ext cx="70920" cy="532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2C2E8D7C-61F7-49E3-B687-F6FC2D3C9AA3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5942743" y="4276425"/>
                <a:ext cx="106560" cy="8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FACE884-657D-4D0D-A51E-11EB9E1C4E4E}"/>
              </a:ext>
            </a:extLst>
          </p:cNvPr>
          <p:cNvGrpSpPr/>
          <p:nvPr/>
        </p:nvGrpSpPr>
        <p:grpSpPr>
          <a:xfrm>
            <a:off x="6378703" y="3985905"/>
            <a:ext cx="3200400" cy="745920"/>
            <a:chOff x="6378703" y="3985905"/>
            <a:chExt cx="3200400" cy="74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C581F8F-CF24-4D9F-B732-C804898423F9}"/>
                    </a:ext>
                  </a:extLst>
                </p14:cNvPr>
                <p14:cNvContentPartPr/>
                <p14:nvPr/>
              </p14:nvContentPartPr>
              <p14:xfrm>
                <a:off x="6378703" y="4022625"/>
                <a:ext cx="248400" cy="5000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C581F8F-CF24-4D9F-B732-C804898423F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360703" y="4004985"/>
                  <a:ext cx="28404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261C008-FA24-48CD-9270-D0FABC77FD09}"/>
                    </a:ext>
                  </a:extLst>
                </p14:cNvPr>
                <p14:cNvContentPartPr/>
                <p14:nvPr/>
              </p14:nvContentPartPr>
              <p14:xfrm>
                <a:off x="6830863" y="4378305"/>
                <a:ext cx="226440" cy="6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261C008-FA24-48CD-9270-D0FABC77FD0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812863" y="4360665"/>
                  <a:ext cx="262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52A6464-986A-493F-B53F-85C195CCBE07}"/>
                    </a:ext>
                  </a:extLst>
                </p14:cNvPr>
                <p14:cNvContentPartPr/>
                <p14:nvPr/>
              </p14:nvContentPartPr>
              <p14:xfrm>
                <a:off x="6775423" y="4504305"/>
                <a:ext cx="247680" cy="30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52A6464-986A-493F-B53F-85C195CCBE0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757423" y="4486305"/>
                  <a:ext cx="283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CBADAA2-7EDB-49FB-B094-577A17707E71}"/>
                    </a:ext>
                  </a:extLst>
                </p14:cNvPr>
                <p14:cNvContentPartPr/>
                <p14:nvPr/>
              </p14:nvContentPartPr>
              <p14:xfrm>
                <a:off x="7208503" y="3985905"/>
                <a:ext cx="362880" cy="745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CBADAA2-7EDB-49FB-B094-577A17707E7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190503" y="3967905"/>
                  <a:ext cx="39852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E9500E0-4DB6-44A1-8A05-14730C09A236}"/>
                    </a:ext>
                  </a:extLst>
                </p14:cNvPr>
                <p14:cNvContentPartPr/>
                <p14:nvPr/>
              </p14:nvContentPartPr>
              <p14:xfrm>
                <a:off x="7376983" y="4288305"/>
                <a:ext cx="318240" cy="30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E9500E0-4DB6-44A1-8A05-14730C09A23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358983" y="4270665"/>
                  <a:ext cx="353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DE42CC0-5E91-4F9B-B371-8336CD842C6F}"/>
                    </a:ext>
                  </a:extLst>
                </p14:cNvPr>
                <p14:cNvContentPartPr/>
                <p14:nvPr/>
              </p14:nvContentPartPr>
              <p14:xfrm>
                <a:off x="7571743" y="4374705"/>
                <a:ext cx="471240" cy="253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DE42CC0-5E91-4F9B-B371-8336CD842C6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554103" y="4357065"/>
                  <a:ext cx="5068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4A08CA9-0938-4B35-80FE-E09C8C2600D1}"/>
                    </a:ext>
                  </a:extLst>
                </p14:cNvPr>
                <p14:cNvContentPartPr/>
                <p14:nvPr/>
              </p14:nvContentPartPr>
              <p14:xfrm>
                <a:off x="8245303" y="4119825"/>
                <a:ext cx="525240" cy="531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4A08CA9-0938-4B35-80FE-E09C8C2600D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227303" y="4101825"/>
                  <a:ext cx="56088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675DD45-F560-4C51-99C5-07C0EEF57FF1}"/>
                    </a:ext>
                  </a:extLst>
                </p14:cNvPr>
                <p14:cNvContentPartPr/>
                <p14:nvPr/>
              </p14:nvContentPartPr>
              <p14:xfrm>
                <a:off x="8620783" y="4193985"/>
                <a:ext cx="144360" cy="284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675DD45-F560-4C51-99C5-07C0EEF57FF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602783" y="4175985"/>
                  <a:ext cx="1800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7F33C1F-DAEB-499B-87BF-55A870A95AC6}"/>
                    </a:ext>
                  </a:extLst>
                </p14:cNvPr>
                <p14:cNvContentPartPr/>
                <p14:nvPr/>
              </p14:nvContentPartPr>
              <p14:xfrm>
                <a:off x="8614303" y="4302705"/>
                <a:ext cx="249840" cy="54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7F33C1F-DAEB-499B-87BF-55A870A95AC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596303" y="4285065"/>
                  <a:ext cx="285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D2931FE-2AA6-404D-9438-BCFAD44E68D3}"/>
                    </a:ext>
                  </a:extLst>
                </p14:cNvPr>
                <p14:cNvContentPartPr/>
                <p14:nvPr/>
              </p14:nvContentPartPr>
              <p14:xfrm>
                <a:off x="9019663" y="4614105"/>
                <a:ext cx="6840" cy="23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D2931FE-2AA6-404D-9438-BCFAD44E68D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001663" y="4596465"/>
                  <a:ext cx="424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4A110E8-8D5B-4D93-97BF-4FC471934C02}"/>
                    </a:ext>
                  </a:extLst>
                </p14:cNvPr>
                <p14:cNvContentPartPr/>
                <p14:nvPr/>
              </p14:nvContentPartPr>
              <p14:xfrm>
                <a:off x="9192823" y="4269945"/>
                <a:ext cx="386280" cy="347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4A110E8-8D5B-4D93-97BF-4FC471934C0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174823" y="4251945"/>
                  <a:ext cx="421920" cy="38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05921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192B-37DF-49D7-B49C-3402C70B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Somme de deux complexes et partie réelle</a:t>
            </a:r>
            <a:endParaRPr lang="fr-BE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02994E-7D12-467F-B0E4-40DADD08B740}"/>
              </a:ext>
            </a:extLst>
          </p:cNvPr>
          <p:cNvGrpSpPr/>
          <p:nvPr/>
        </p:nvGrpSpPr>
        <p:grpSpPr>
          <a:xfrm>
            <a:off x="934423" y="2054505"/>
            <a:ext cx="503640" cy="446760"/>
            <a:chOff x="934423" y="2054505"/>
            <a:chExt cx="50364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B9227F8-6417-43DC-9CAC-23E17ED9008C}"/>
                    </a:ext>
                  </a:extLst>
                </p14:cNvPr>
                <p14:cNvContentPartPr/>
                <p14:nvPr/>
              </p14:nvContentPartPr>
              <p14:xfrm>
                <a:off x="983743" y="2054505"/>
                <a:ext cx="200520" cy="293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B9227F8-6417-43DC-9CAC-23E17ED9008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6103" y="2036505"/>
                  <a:ext cx="2361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61BF0FC-B34E-4396-8D77-91D27534E952}"/>
                    </a:ext>
                  </a:extLst>
                </p14:cNvPr>
                <p14:cNvContentPartPr/>
                <p14:nvPr/>
              </p14:nvContentPartPr>
              <p14:xfrm>
                <a:off x="934423" y="2195265"/>
                <a:ext cx="196560" cy="9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61BF0FC-B34E-4396-8D77-91D27534E95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6423" y="2177625"/>
                  <a:ext cx="232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4623D6A-DDA2-4935-A8CC-AB052501DB3D}"/>
                    </a:ext>
                  </a:extLst>
                </p14:cNvPr>
                <p14:cNvContentPartPr/>
                <p14:nvPr/>
              </p14:nvContentPartPr>
              <p14:xfrm>
                <a:off x="1307743" y="2285985"/>
                <a:ext cx="130320" cy="215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4623D6A-DDA2-4935-A8CC-AB052501DB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9743" y="2267985"/>
                  <a:ext cx="16596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905524-D383-4B7D-9B95-A1F9F059F532}"/>
              </a:ext>
            </a:extLst>
          </p:cNvPr>
          <p:cNvGrpSpPr/>
          <p:nvPr/>
        </p:nvGrpSpPr>
        <p:grpSpPr>
          <a:xfrm>
            <a:off x="1749463" y="1832745"/>
            <a:ext cx="996480" cy="633240"/>
            <a:chOff x="1749463" y="1832745"/>
            <a:chExt cx="996480" cy="63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167963B-EC50-4682-8183-303370BEA711}"/>
                    </a:ext>
                  </a:extLst>
                </p14:cNvPr>
                <p14:cNvContentPartPr/>
                <p14:nvPr/>
              </p14:nvContentPartPr>
              <p14:xfrm>
                <a:off x="1749463" y="1832745"/>
                <a:ext cx="324720" cy="451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167963B-EC50-4682-8183-303370BEA7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31463" y="1815105"/>
                  <a:ext cx="36036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CA1563B-A91D-4700-BFF2-732987556A43}"/>
                    </a:ext>
                  </a:extLst>
                </p14:cNvPr>
                <p14:cNvContentPartPr/>
                <p14:nvPr/>
              </p14:nvContentPartPr>
              <p14:xfrm>
                <a:off x="2024503" y="2022465"/>
                <a:ext cx="138960" cy="10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CA1563B-A91D-4700-BFF2-732987556A4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06503" y="2004465"/>
                  <a:ext cx="174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EF2A668-14EF-46E2-BBF5-4E461CC12A99}"/>
                    </a:ext>
                  </a:extLst>
                </p14:cNvPr>
                <p14:cNvContentPartPr/>
                <p14:nvPr/>
              </p14:nvContentPartPr>
              <p14:xfrm>
                <a:off x="2378383" y="2015265"/>
                <a:ext cx="121320" cy="301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EF2A668-14EF-46E2-BBF5-4E461CC12A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60743" y="1997625"/>
                  <a:ext cx="1569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45995B1-1308-448F-8143-22344308DE16}"/>
                    </a:ext>
                  </a:extLst>
                </p14:cNvPr>
                <p14:cNvContentPartPr/>
                <p14:nvPr/>
              </p14:nvContentPartPr>
              <p14:xfrm>
                <a:off x="2321143" y="2168265"/>
                <a:ext cx="183960" cy="19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45995B1-1308-448F-8143-22344308DE1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03143" y="2150265"/>
                  <a:ext cx="219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8DB7FD3-1418-411B-908F-4C5119643BDE}"/>
                    </a:ext>
                  </a:extLst>
                </p14:cNvPr>
                <p14:cNvContentPartPr/>
                <p14:nvPr/>
              </p14:nvContentPartPr>
              <p14:xfrm>
                <a:off x="2589703" y="2220105"/>
                <a:ext cx="156240" cy="245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8DB7FD3-1418-411B-908F-4C5119643BD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72063" y="2202465"/>
                  <a:ext cx="19188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61C368-F4F0-491D-AEAC-45CA9DC1BF09}"/>
              </a:ext>
            </a:extLst>
          </p:cNvPr>
          <p:cNvGrpSpPr/>
          <p:nvPr/>
        </p:nvGrpSpPr>
        <p:grpSpPr>
          <a:xfrm>
            <a:off x="3086863" y="2023545"/>
            <a:ext cx="330840" cy="290880"/>
            <a:chOff x="3086863" y="2023545"/>
            <a:chExt cx="330840" cy="2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D9FDCAF-50C7-4728-A525-F8F2AE589078}"/>
                    </a:ext>
                  </a:extLst>
                </p14:cNvPr>
                <p14:cNvContentPartPr/>
                <p14:nvPr/>
              </p14:nvContentPartPr>
              <p14:xfrm>
                <a:off x="3133663" y="2023545"/>
                <a:ext cx="284040" cy="290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D9FDCAF-50C7-4728-A525-F8F2AE58907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16023" y="2005905"/>
                  <a:ext cx="3196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07A6DC0-986A-435E-8A29-981B4872AC49}"/>
                    </a:ext>
                  </a:extLst>
                </p14:cNvPr>
                <p14:cNvContentPartPr/>
                <p14:nvPr/>
              </p14:nvContentPartPr>
              <p14:xfrm>
                <a:off x="3086863" y="2115345"/>
                <a:ext cx="267120" cy="25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07A6DC0-986A-435E-8A29-981B4872AC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68863" y="2097345"/>
                  <a:ext cx="30276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610878F-D017-4696-B1F0-1E51F03F43E0}"/>
              </a:ext>
            </a:extLst>
          </p:cNvPr>
          <p:cNvGrpSpPr/>
          <p:nvPr/>
        </p:nvGrpSpPr>
        <p:grpSpPr>
          <a:xfrm>
            <a:off x="3689863" y="1663905"/>
            <a:ext cx="346680" cy="628200"/>
            <a:chOff x="3689863" y="1663905"/>
            <a:chExt cx="346680" cy="62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6A74AB-59D5-41E5-B9C5-658A91F19C0D}"/>
                    </a:ext>
                  </a:extLst>
                </p14:cNvPr>
                <p14:cNvContentPartPr/>
                <p14:nvPr/>
              </p14:nvContentPartPr>
              <p14:xfrm>
                <a:off x="3689863" y="1852545"/>
                <a:ext cx="254880" cy="439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6A74AB-59D5-41E5-B9C5-658A91F19C0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71863" y="1834545"/>
                  <a:ext cx="29052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60FF7E-6259-4C38-BB66-8715B25F85F0}"/>
                    </a:ext>
                  </a:extLst>
                </p14:cNvPr>
                <p14:cNvContentPartPr/>
                <p14:nvPr/>
              </p14:nvContentPartPr>
              <p14:xfrm>
                <a:off x="3948703" y="1663905"/>
                <a:ext cx="19440" cy="271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60FF7E-6259-4C38-BB66-8715B25F85F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31063" y="1645905"/>
                  <a:ext cx="550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FB8F75-FD74-4FAB-9B56-296E66EF0861}"/>
                    </a:ext>
                  </a:extLst>
                </p14:cNvPr>
                <p14:cNvContentPartPr/>
                <p14:nvPr/>
              </p14:nvContentPartPr>
              <p14:xfrm>
                <a:off x="3769783" y="1849665"/>
                <a:ext cx="266760" cy="411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FB8F75-FD74-4FAB-9B56-296E66EF086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51783" y="1831665"/>
                  <a:ext cx="302400" cy="44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0897850-0CD5-453C-A4FA-2311FD2335EF}"/>
              </a:ext>
            </a:extLst>
          </p:cNvPr>
          <p:cNvGrpSpPr/>
          <p:nvPr/>
        </p:nvGrpSpPr>
        <p:grpSpPr>
          <a:xfrm>
            <a:off x="948103" y="2891145"/>
            <a:ext cx="2546640" cy="855720"/>
            <a:chOff x="948103" y="2891145"/>
            <a:chExt cx="2546640" cy="85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8EDC72-184A-46BF-8E51-C7C301FF017E}"/>
                    </a:ext>
                  </a:extLst>
                </p14:cNvPr>
                <p14:cNvContentPartPr/>
                <p14:nvPr/>
              </p14:nvContentPartPr>
              <p14:xfrm>
                <a:off x="948103" y="3036945"/>
                <a:ext cx="195840" cy="471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8EDC72-184A-46BF-8E51-C7C301FF017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30103" y="3018945"/>
                  <a:ext cx="23148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5EEC6F5-9762-4FA4-941F-17C90CE2325E}"/>
                    </a:ext>
                  </a:extLst>
                </p14:cNvPr>
                <p14:cNvContentPartPr/>
                <p14:nvPr/>
              </p14:nvContentPartPr>
              <p14:xfrm>
                <a:off x="979063" y="2891145"/>
                <a:ext cx="488880" cy="589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5EEC6F5-9762-4FA4-941F-17C90CE232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1423" y="2873145"/>
                  <a:ext cx="52452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C7AFD9-15DF-41D4-8CB0-9D52827B4EAB}"/>
                    </a:ext>
                  </a:extLst>
                </p14:cNvPr>
                <p14:cNvContentPartPr/>
                <p14:nvPr/>
              </p14:nvContentPartPr>
              <p14:xfrm>
                <a:off x="1601863" y="2965305"/>
                <a:ext cx="173160" cy="781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C7AFD9-15DF-41D4-8CB0-9D52827B4EA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84223" y="2947665"/>
                  <a:ext cx="208800" cy="8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D31E292-C0EE-4099-AA69-C54F2AED7148}"/>
                    </a:ext>
                  </a:extLst>
                </p14:cNvPr>
                <p14:cNvContentPartPr/>
                <p14:nvPr/>
              </p14:nvContentPartPr>
              <p14:xfrm>
                <a:off x="1706623" y="3122985"/>
                <a:ext cx="194400" cy="282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D31E292-C0EE-4099-AA69-C54F2AED71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88623" y="3105345"/>
                  <a:ext cx="2300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376C0D-4F16-49D7-8CB7-35FD4186AC46}"/>
                    </a:ext>
                  </a:extLst>
                </p14:cNvPr>
                <p14:cNvContentPartPr/>
                <p14:nvPr/>
              </p14:nvContentPartPr>
              <p14:xfrm>
                <a:off x="1725703" y="3308385"/>
                <a:ext cx="222120" cy="7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376C0D-4F16-49D7-8CB7-35FD4186AC4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08063" y="3290385"/>
                  <a:ext cx="257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CCCF2F9-5996-4733-B9FE-1E355E5C2090}"/>
                    </a:ext>
                  </a:extLst>
                </p14:cNvPr>
                <p14:cNvContentPartPr/>
                <p14:nvPr/>
              </p14:nvContentPartPr>
              <p14:xfrm>
                <a:off x="2037103" y="2948385"/>
                <a:ext cx="183960" cy="646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CCCF2F9-5996-4733-B9FE-1E355E5C209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19463" y="2930385"/>
                  <a:ext cx="21960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01066EA-C938-4881-AAE6-D1AEECA52E8B}"/>
                    </a:ext>
                  </a:extLst>
                </p14:cNvPr>
                <p14:cNvContentPartPr/>
                <p14:nvPr/>
              </p14:nvContentPartPr>
              <p14:xfrm>
                <a:off x="2393503" y="3279585"/>
                <a:ext cx="171000" cy="1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01066EA-C938-4881-AAE6-D1AEECA52E8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75863" y="3261945"/>
                  <a:ext cx="206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80DEC5A-4A89-4350-A957-8C83D886F1B0}"/>
                    </a:ext>
                  </a:extLst>
                </p14:cNvPr>
                <p14:cNvContentPartPr/>
                <p14:nvPr/>
              </p14:nvContentPartPr>
              <p14:xfrm>
                <a:off x="2354983" y="3398385"/>
                <a:ext cx="179640" cy="24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80DEC5A-4A89-4350-A957-8C83D886F1B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37343" y="3380385"/>
                  <a:ext cx="215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354D382-ACFA-4546-9FAE-8B6D331C9889}"/>
                    </a:ext>
                  </a:extLst>
                </p14:cNvPr>
                <p14:cNvContentPartPr/>
                <p14:nvPr/>
              </p14:nvContentPartPr>
              <p14:xfrm>
                <a:off x="2789863" y="3187065"/>
                <a:ext cx="267480" cy="277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354D382-ACFA-4546-9FAE-8B6D331C988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72223" y="3169065"/>
                  <a:ext cx="3031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A3E4B3F-B36E-454C-9C68-D8DD44537D7C}"/>
                    </a:ext>
                  </a:extLst>
                </p14:cNvPr>
                <p14:cNvContentPartPr/>
                <p14:nvPr/>
              </p14:nvContentPartPr>
              <p14:xfrm>
                <a:off x="3080383" y="3344025"/>
                <a:ext cx="36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A3E4B3F-B36E-454C-9C68-D8DD44537D7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62743" y="33260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391925C-161D-4E91-92E9-EBD05CCECE5C}"/>
                    </a:ext>
                  </a:extLst>
                </p14:cNvPr>
                <p14:cNvContentPartPr/>
                <p14:nvPr/>
              </p14:nvContentPartPr>
              <p14:xfrm>
                <a:off x="3016303" y="3239625"/>
                <a:ext cx="124200" cy="217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391925C-161D-4E91-92E9-EBD05CCECE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98663" y="3221985"/>
                  <a:ext cx="1598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FA5619F-E90E-406C-B83F-D8816A559FC0}"/>
                    </a:ext>
                  </a:extLst>
                </p14:cNvPr>
                <p14:cNvContentPartPr/>
                <p14:nvPr/>
              </p14:nvContentPartPr>
              <p14:xfrm>
                <a:off x="3185143" y="3422505"/>
                <a:ext cx="309600" cy="221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FA5619F-E90E-406C-B83F-D8816A559FC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67143" y="3404865"/>
                  <a:ext cx="34524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14A9ED2-782D-43DC-A38B-B9C996896461}"/>
              </a:ext>
            </a:extLst>
          </p:cNvPr>
          <p:cNvGrpSpPr/>
          <p:nvPr/>
        </p:nvGrpSpPr>
        <p:grpSpPr>
          <a:xfrm>
            <a:off x="3874183" y="2900865"/>
            <a:ext cx="1230840" cy="632520"/>
            <a:chOff x="3874183" y="2900865"/>
            <a:chExt cx="1230840" cy="63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DBE0718-107A-4816-A3FE-42B6145DF6B0}"/>
                    </a:ext>
                  </a:extLst>
                </p14:cNvPr>
                <p14:cNvContentPartPr/>
                <p14:nvPr/>
              </p14:nvContentPartPr>
              <p14:xfrm>
                <a:off x="3874183" y="2990865"/>
                <a:ext cx="422640" cy="465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DBE0718-107A-4816-A3FE-42B6145DF6B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56183" y="2972865"/>
                  <a:ext cx="45828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1F7C825-720D-4FBB-8F5D-C4990E7690B3}"/>
                    </a:ext>
                  </a:extLst>
                </p14:cNvPr>
                <p14:cNvContentPartPr/>
                <p14:nvPr/>
              </p14:nvContentPartPr>
              <p14:xfrm>
                <a:off x="4605703" y="2998425"/>
                <a:ext cx="226800" cy="534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1F7C825-720D-4FBB-8F5D-C4990E7690B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88063" y="2980425"/>
                  <a:ext cx="26244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1D311C3-3408-4FDF-8D46-9A82D9FAF8CF}"/>
                    </a:ext>
                  </a:extLst>
                </p14:cNvPr>
                <p14:cNvContentPartPr/>
                <p14:nvPr/>
              </p14:nvContentPartPr>
              <p14:xfrm>
                <a:off x="4557823" y="2900865"/>
                <a:ext cx="547200" cy="574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1D311C3-3408-4FDF-8D46-9A82D9FAF8C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40183" y="2883225"/>
                  <a:ext cx="582840" cy="61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A944C37-4410-41A4-9C67-62B757981DC7}"/>
              </a:ext>
            </a:extLst>
          </p:cNvPr>
          <p:cNvGrpSpPr/>
          <p:nvPr/>
        </p:nvGrpSpPr>
        <p:grpSpPr>
          <a:xfrm>
            <a:off x="5396623" y="2960985"/>
            <a:ext cx="2030040" cy="756000"/>
            <a:chOff x="5396623" y="2960985"/>
            <a:chExt cx="2030040" cy="75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C460A1B-24EE-4A25-BFB8-B3CD64881F9E}"/>
                    </a:ext>
                  </a:extLst>
                </p14:cNvPr>
                <p14:cNvContentPartPr/>
                <p14:nvPr/>
              </p14:nvContentPartPr>
              <p14:xfrm>
                <a:off x="5396623" y="3012465"/>
                <a:ext cx="158760" cy="614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C460A1B-24EE-4A25-BFB8-B3CD64881F9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78623" y="2994825"/>
                  <a:ext cx="194400" cy="6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E9A5254-FB98-4FAF-AB0D-79F5A90A6B5D}"/>
                    </a:ext>
                  </a:extLst>
                </p14:cNvPr>
                <p14:cNvContentPartPr/>
                <p14:nvPr/>
              </p14:nvContentPartPr>
              <p14:xfrm>
                <a:off x="5610463" y="3090225"/>
                <a:ext cx="138960" cy="326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E9A5254-FB98-4FAF-AB0D-79F5A90A6B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92823" y="3072225"/>
                  <a:ext cx="17460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C044CD4-FB50-47E1-B8D8-724AA0D3EFA3}"/>
                    </a:ext>
                  </a:extLst>
                </p14:cNvPr>
                <p14:cNvContentPartPr/>
                <p14:nvPr/>
              </p14:nvContentPartPr>
              <p14:xfrm>
                <a:off x="5610463" y="3211185"/>
                <a:ext cx="205200" cy="25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C044CD4-FB50-47E1-B8D8-724AA0D3EFA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92823" y="3193185"/>
                  <a:ext cx="2408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FFA3616-C8A4-4225-B410-27D005CB5A24}"/>
                    </a:ext>
                  </a:extLst>
                </p14:cNvPr>
                <p14:cNvContentPartPr/>
                <p14:nvPr/>
              </p14:nvContentPartPr>
              <p14:xfrm>
                <a:off x="5840863" y="3302985"/>
                <a:ext cx="175320" cy="196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FFA3616-C8A4-4225-B410-27D005CB5A2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23223" y="3285345"/>
                  <a:ext cx="2109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B4B9BD6-2C88-4451-A5D8-63F925839AFF}"/>
                    </a:ext>
                  </a:extLst>
                </p14:cNvPr>
                <p14:cNvContentPartPr/>
                <p14:nvPr/>
              </p14:nvContentPartPr>
              <p14:xfrm>
                <a:off x="6013663" y="2960985"/>
                <a:ext cx="186120" cy="756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B4B9BD6-2C88-4451-A5D8-63F925839AF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96023" y="2943345"/>
                  <a:ext cx="221760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C27CFE1-EE09-4E14-91BA-C9AE0C45DA1C}"/>
                    </a:ext>
                  </a:extLst>
                </p14:cNvPr>
                <p14:cNvContentPartPr/>
                <p14:nvPr/>
              </p14:nvContentPartPr>
              <p14:xfrm>
                <a:off x="6380503" y="3314145"/>
                <a:ext cx="247680" cy="17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C27CFE1-EE09-4E14-91BA-C9AE0C45DA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62863" y="3296145"/>
                  <a:ext cx="283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FF17BE7-050F-4FC9-86C1-06429F1D2F50}"/>
                    </a:ext>
                  </a:extLst>
                </p14:cNvPr>
                <p14:cNvContentPartPr/>
                <p14:nvPr/>
              </p14:nvContentPartPr>
              <p14:xfrm>
                <a:off x="6429823" y="3373905"/>
                <a:ext cx="311760" cy="13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FF17BE7-050F-4FC9-86C1-06429F1D2F5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11823" y="3356265"/>
                  <a:ext cx="3474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F804149-9351-43E6-BBEC-66B3931673B6}"/>
                    </a:ext>
                  </a:extLst>
                </p14:cNvPr>
                <p14:cNvContentPartPr/>
                <p14:nvPr/>
              </p14:nvContentPartPr>
              <p14:xfrm>
                <a:off x="6867583" y="3161145"/>
                <a:ext cx="283320" cy="283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F804149-9351-43E6-BBEC-66B3931673B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49943" y="3143145"/>
                  <a:ext cx="3189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F29887A-1FAB-42CC-8D30-7EAB76FDC074}"/>
                    </a:ext>
                  </a:extLst>
                </p14:cNvPr>
                <p14:cNvContentPartPr/>
                <p14:nvPr/>
              </p14:nvContentPartPr>
              <p14:xfrm>
                <a:off x="7210663" y="3372465"/>
                <a:ext cx="216000" cy="297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F29887A-1FAB-42CC-8D30-7EAB76FDC0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92663" y="3354825"/>
                  <a:ext cx="251640" cy="33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F20BFC5-776E-432E-99D7-FACF5572242F}"/>
              </a:ext>
            </a:extLst>
          </p:cNvPr>
          <p:cNvGrpSpPr/>
          <p:nvPr/>
        </p:nvGrpSpPr>
        <p:grpSpPr>
          <a:xfrm>
            <a:off x="978703" y="4047105"/>
            <a:ext cx="2671920" cy="846360"/>
            <a:chOff x="978703" y="4047105"/>
            <a:chExt cx="2671920" cy="84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57B7BA3-E840-4C69-A0E8-A17E8A637ABF}"/>
                    </a:ext>
                  </a:extLst>
                </p14:cNvPr>
                <p14:cNvContentPartPr/>
                <p14:nvPr/>
              </p14:nvContentPartPr>
              <p14:xfrm>
                <a:off x="978703" y="4245465"/>
                <a:ext cx="295560" cy="485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57B7BA3-E840-4C69-A0E8-A17E8A637A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61063" y="4227825"/>
                  <a:ext cx="33120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E50F432-6726-4AE9-9B81-9AC6F5BDC0BB}"/>
                    </a:ext>
                  </a:extLst>
                </p14:cNvPr>
                <p14:cNvContentPartPr/>
                <p14:nvPr/>
              </p14:nvContentPartPr>
              <p14:xfrm>
                <a:off x="983743" y="4056465"/>
                <a:ext cx="672120" cy="623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E50F432-6726-4AE9-9B81-9AC6F5BDC0B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5743" y="4038465"/>
                  <a:ext cx="70776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8EB733-C335-4A6B-85EC-0326E5BDE71F}"/>
                    </a:ext>
                  </a:extLst>
                </p14:cNvPr>
                <p14:cNvContentPartPr/>
                <p14:nvPr/>
              </p14:nvContentPartPr>
              <p14:xfrm>
                <a:off x="1856023" y="4162665"/>
                <a:ext cx="222120" cy="668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8EB733-C335-4A6B-85EC-0326E5BDE71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38023" y="4145025"/>
                  <a:ext cx="25776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ABE6492-3121-4DF7-839A-84D6B9E2A0B0}"/>
                    </a:ext>
                  </a:extLst>
                </p14:cNvPr>
                <p14:cNvContentPartPr/>
                <p14:nvPr/>
              </p14:nvContentPartPr>
              <p14:xfrm>
                <a:off x="2041423" y="4295505"/>
                <a:ext cx="260640" cy="333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ABE6492-3121-4DF7-839A-84D6B9E2A0B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23783" y="4277865"/>
                  <a:ext cx="2962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1F1C68E-D2F0-4685-B8D5-D76BBAD23BD2}"/>
                    </a:ext>
                  </a:extLst>
                </p14:cNvPr>
                <p14:cNvContentPartPr/>
                <p14:nvPr/>
              </p14:nvContentPartPr>
              <p14:xfrm>
                <a:off x="2086423" y="4464345"/>
                <a:ext cx="241560" cy="20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1F1C68E-D2F0-4685-B8D5-D76BBAD23BD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68423" y="4446345"/>
                  <a:ext cx="277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60B984E-7CEC-4536-9D3D-D56DB62989D8}"/>
                    </a:ext>
                  </a:extLst>
                </p14:cNvPr>
                <p14:cNvContentPartPr/>
                <p14:nvPr/>
              </p14:nvContentPartPr>
              <p14:xfrm>
                <a:off x="2427703" y="4548585"/>
                <a:ext cx="23760" cy="291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60B984E-7CEC-4536-9D3D-D56DB62989D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09703" y="4530585"/>
                  <a:ext cx="594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86DE656-8A3E-40A1-BA3F-721ACE2E1763}"/>
                    </a:ext>
                  </a:extLst>
                </p14:cNvPr>
                <p14:cNvContentPartPr/>
                <p14:nvPr/>
              </p14:nvContentPartPr>
              <p14:xfrm>
                <a:off x="2696623" y="4349865"/>
                <a:ext cx="23760" cy="271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86DE656-8A3E-40A1-BA3F-721ACE2E176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78623" y="4332225"/>
                  <a:ext cx="594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A709EDA-3910-475F-8037-067930D67AB2}"/>
                    </a:ext>
                  </a:extLst>
                </p14:cNvPr>
                <p14:cNvContentPartPr/>
                <p14:nvPr/>
              </p14:nvContentPartPr>
              <p14:xfrm>
                <a:off x="2602663" y="4491345"/>
                <a:ext cx="262800" cy="14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A709EDA-3910-475F-8037-067930D67AB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84663" y="4473345"/>
                  <a:ext cx="298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D3CB3E4-1016-4A8D-976B-0FD95B105EA2}"/>
                    </a:ext>
                  </a:extLst>
                </p14:cNvPr>
                <p14:cNvContentPartPr/>
                <p14:nvPr/>
              </p14:nvContentPartPr>
              <p14:xfrm>
                <a:off x="2918383" y="4252305"/>
                <a:ext cx="198720" cy="403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D3CB3E4-1016-4A8D-976B-0FD95B105EA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00383" y="4234305"/>
                  <a:ext cx="2343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8E67A6B-5991-45B0-9C1C-DBB9167FA200}"/>
                    </a:ext>
                  </a:extLst>
                </p14:cNvPr>
                <p14:cNvContentPartPr/>
                <p14:nvPr/>
              </p14:nvContentPartPr>
              <p14:xfrm>
                <a:off x="2865103" y="4432665"/>
                <a:ext cx="200880" cy="17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8E67A6B-5991-45B0-9C1C-DBB9167FA20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47103" y="4415025"/>
                  <a:ext cx="236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9487CED-FAF9-46FD-ABC7-6F5C3C3BA9E9}"/>
                    </a:ext>
                  </a:extLst>
                </p14:cNvPr>
                <p14:cNvContentPartPr/>
                <p14:nvPr/>
              </p14:nvContentPartPr>
              <p14:xfrm>
                <a:off x="3178663" y="4508625"/>
                <a:ext cx="247680" cy="232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9487CED-FAF9-46FD-ABC7-6F5C3C3BA9E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60663" y="4490985"/>
                  <a:ext cx="2833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771B080-C24A-4B4D-B60F-94AA124B7BDB}"/>
                    </a:ext>
                  </a:extLst>
                </p14:cNvPr>
                <p14:cNvContentPartPr/>
                <p14:nvPr/>
              </p14:nvContentPartPr>
              <p14:xfrm>
                <a:off x="3387823" y="4047105"/>
                <a:ext cx="262800" cy="846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771B080-C24A-4B4D-B60F-94AA124B7BD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69823" y="4029105"/>
                  <a:ext cx="298440" cy="88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1DCE907-F12E-4CA5-97BE-AA2A411350FE}"/>
              </a:ext>
            </a:extLst>
          </p:cNvPr>
          <p:cNvGrpSpPr/>
          <p:nvPr/>
        </p:nvGrpSpPr>
        <p:grpSpPr>
          <a:xfrm>
            <a:off x="3927463" y="4005705"/>
            <a:ext cx="1693800" cy="875880"/>
            <a:chOff x="3927463" y="4005705"/>
            <a:chExt cx="1693800" cy="87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F23C591-DC69-45DE-93EC-54DAC0894553}"/>
                    </a:ext>
                  </a:extLst>
                </p14:cNvPr>
                <p14:cNvContentPartPr/>
                <p14:nvPr/>
              </p14:nvContentPartPr>
              <p14:xfrm>
                <a:off x="3927463" y="4485585"/>
                <a:ext cx="237240" cy="25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F23C591-DC69-45DE-93EC-54DAC089455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09463" y="4467945"/>
                  <a:ext cx="272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919FF37-B3C4-4F78-94D5-A092A7F24042}"/>
                    </a:ext>
                  </a:extLst>
                </p14:cNvPr>
                <p14:cNvContentPartPr/>
                <p14:nvPr/>
              </p14:nvContentPartPr>
              <p14:xfrm>
                <a:off x="3976423" y="4566945"/>
                <a:ext cx="271440" cy="38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919FF37-B3C4-4F78-94D5-A092A7F2404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958783" y="4549305"/>
                  <a:ext cx="307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F8FE13D-6E00-48F8-AF3C-01A3A183A96B}"/>
                    </a:ext>
                  </a:extLst>
                </p14:cNvPr>
                <p14:cNvContentPartPr/>
                <p14:nvPr/>
              </p14:nvContentPartPr>
              <p14:xfrm>
                <a:off x="4428583" y="4159785"/>
                <a:ext cx="169200" cy="540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F8FE13D-6E00-48F8-AF3C-01A3A183A96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10943" y="4142145"/>
                  <a:ext cx="20484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D304DEB-D9BD-40BA-807E-B3DC1BDBA8D6}"/>
                    </a:ext>
                  </a:extLst>
                </p14:cNvPr>
                <p14:cNvContentPartPr/>
                <p14:nvPr/>
              </p14:nvContentPartPr>
              <p14:xfrm>
                <a:off x="4350103" y="4005705"/>
                <a:ext cx="595080" cy="690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D304DEB-D9BD-40BA-807E-B3DC1BDBA8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32463" y="3987705"/>
                  <a:ext cx="630720" cy="72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B52D3C6-1747-42E0-AA91-ECF2CAB50E17}"/>
                    </a:ext>
                  </a:extLst>
                </p14:cNvPr>
                <p14:cNvContentPartPr/>
                <p14:nvPr/>
              </p14:nvContentPartPr>
              <p14:xfrm>
                <a:off x="5007103" y="4038465"/>
                <a:ext cx="271080" cy="843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B52D3C6-1747-42E0-AA91-ECF2CAB50E1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89103" y="4020465"/>
                  <a:ext cx="306720" cy="87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04D392C-ADAF-4A59-9ADD-CEE9C7F5DE22}"/>
                    </a:ext>
                  </a:extLst>
                </p14:cNvPr>
                <p14:cNvContentPartPr/>
                <p14:nvPr/>
              </p14:nvContentPartPr>
              <p14:xfrm>
                <a:off x="5326423" y="4353465"/>
                <a:ext cx="294840" cy="279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04D392C-ADAF-4A59-9ADD-CEE9C7F5DE2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308783" y="4335825"/>
                  <a:ext cx="330480" cy="31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5804E54-B1B4-4898-A829-240BB4102F68}"/>
              </a:ext>
            </a:extLst>
          </p:cNvPr>
          <p:cNvGrpSpPr/>
          <p:nvPr/>
        </p:nvGrpSpPr>
        <p:grpSpPr>
          <a:xfrm>
            <a:off x="5748343" y="4034145"/>
            <a:ext cx="2563200" cy="804600"/>
            <a:chOff x="5748343" y="4034145"/>
            <a:chExt cx="2563200" cy="80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FA9FE7F-63D4-4418-B7FB-4D667545A6F2}"/>
                    </a:ext>
                  </a:extLst>
                </p14:cNvPr>
                <p14:cNvContentPartPr/>
                <p14:nvPr/>
              </p14:nvContentPartPr>
              <p14:xfrm>
                <a:off x="5748343" y="4545705"/>
                <a:ext cx="30960" cy="204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FA9FE7F-63D4-4418-B7FB-4D667545A6F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30703" y="4527705"/>
                  <a:ext cx="666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CE92D2A-5C32-4077-A371-70F28269B153}"/>
                    </a:ext>
                  </a:extLst>
                </p14:cNvPr>
                <p14:cNvContentPartPr/>
                <p14:nvPr/>
              </p14:nvContentPartPr>
              <p14:xfrm>
                <a:off x="5951743" y="4376865"/>
                <a:ext cx="2520" cy="257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CE92D2A-5C32-4077-A371-70F28269B15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934103" y="4359225"/>
                  <a:ext cx="381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6FB314B-4E97-48D6-BD5F-F90692716712}"/>
                    </a:ext>
                  </a:extLst>
                </p14:cNvPr>
                <p14:cNvContentPartPr/>
                <p14:nvPr/>
              </p14:nvContentPartPr>
              <p14:xfrm>
                <a:off x="5866423" y="4458585"/>
                <a:ext cx="156240" cy="9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6FB314B-4E97-48D6-BD5F-F9069271671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48783" y="4440585"/>
                  <a:ext cx="191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1334660-674A-43B7-8071-724645F5B383}"/>
                    </a:ext>
                  </a:extLst>
                </p14:cNvPr>
                <p14:cNvContentPartPr/>
                <p14:nvPr/>
              </p14:nvContentPartPr>
              <p14:xfrm>
                <a:off x="6109423" y="4212705"/>
                <a:ext cx="140760" cy="626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334660-674A-43B7-8071-724645F5B38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91423" y="4195065"/>
                  <a:ext cx="17640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1BA0482-7619-4CA5-B9A2-889CA011717D}"/>
                    </a:ext>
                  </a:extLst>
                </p14:cNvPr>
                <p14:cNvContentPartPr/>
                <p14:nvPr/>
              </p14:nvContentPartPr>
              <p14:xfrm>
                <a:off x="6303823" y="4034145"/>
                <a:ext cx="192600" cy="569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1BA0482-7619-4CA5-B9A2-889CA011717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286183" y="4016145"/>
                  <a:ext cx="22824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BF96A2F-4C10-4862-9817-394E02C0307A}"/>
                    </a:ext>
                  </a:extLst>
                </p14:cNvPr>
                <p14:cNvContentPartPr/>
                <p14:nvPr/>
              </p14:nvContentPartPr>
              <p14:xfrm>
                <a:off x="6572743" y="4486665"/>
                <a:ext cx="162360" cy="240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BF96A2F-4C10-4862-9817-394E02C030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54743" y="4468665"/>
                  <a:ext cx="198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D9F57E8-EFD0-454E-822E-574506A6BA8C}"/>
                    </a:ext>
                  </a:extLst>
                </p14:cNvPr>
                <p14:cNvContentPartPr/>
                <p14:nvPr/>
              </p14:nvContentPartPr>
              <p14:xfrm>
                <a:off x="6525583" y="4452105"/>
                <a:ext cx="320400" cy="251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9F57E8-EFD0-454E-822E-574506A6BA8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507943" y="4434105"/>
                  <a:ext cx="3560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6C52389-7C40-4A09-82D5-4CD5E0F52312}"/>
                    </a:ext>
                  </a:extLst>
                </p14:cNvPr>
                <p14:cNvContentPartPr/>
                <p14:nvPr/>
              </p14:nvContentPartPr>
              <p14:xfrm>
                <a:off x="7041823" y="4362825"/>
                <a:ext cx="11160" cy="273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6C52389-7C40-4A09-82D5-4CD5E0F5231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24183" y="4344825"/>
                  <a:ext cx="468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6B0E546-8ED3-49E0-8D6C-2573FF2C6E7F}"/>
                    </a:ext>
                  </a:extLst>
                </p14:cNvPr>
                <p14:cNvContentPartPr/>
                <p14:nvPr/>
              </p14:nvContentPartPr>
              <p14:xfrm>
                <a:off x="6946063" y="4479825"/>
                <a:ext cx="219960" cy="11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6B0E546-8ED3-49E0-8D6C-2573FF2C6E7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28063" y="4462185"/>
                  <a:ext cx="2556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65082BC-1C34-4688-A959-52DC568212F0}"/>
                    </a:ext>
                  </a:extLst>
                </p14:cNvPr>
                <p14:cNvContentPartPr/>
                <p14:nvPr/>
              </p14:nvContentPartPr>
              <p14:xfrm>
                <a:off x="7325503" y="4304865"/>
                <a:ext cx="273600" cy="289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65082BC-1C34-4688-A959-52DC568212F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07503" y="4287225"/>
                  <a:ext cx="3092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D47CA01-65DD-490D-8D07-64242C6C7CA0}"/>
                    </a:ext>
                  </a:extLst>
                </p14:cNvPr>
                <p14:cNvContentPartPr/>
                <p14:nvPr/>
              </p14:nvContentPartPr>
              <p14:xfrm>
                <a:off x="7626463" y="4512225"/>
                <a:ext cx="151920" cy="238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D47CA01-65DD-490D-8D07-64242C6C7C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08823" y="4494585"/>
                  <a:ext cx="1875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31444DA-5E71-4889-8D97-FE8759C3BEBA}"/>
                    </a:ext>
                  </a:extLst>
                </p14:cNvPr>
                <p14:cNvContentPartPr/>
                <p14:nvPr/>
              </p14:nvContentPartPr>
              <p14:xfrm>
                <a:off x="7982863" y="4304145"/>
                <a:ext cx="21600" cy="270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31444DA-5E71-4889-8D97-FE8759C3BEB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964863" y="4286505"/>
                  <a:ext cx="572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EE8C7D7-0E1D-42E8-BCF7-ADB2DC37191C}"/>
                    </a:ext>
                  </a:extLst>
                </p14:cNvPr>
                <p14:cNvContentPartPr/>
                <p14:nvPr/>
              </p14:nvContentPartPr>
              <p14:xfrm>
                <a:off x="7907983" y="4381185"/>
                <a:ext cx="403560" cy="429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EE8C7D7-0E1D-42E8-BCF7-ADB2DC37191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90343" y="4363545"/>
                  <a:ext cx="43920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6B7D714-475A-4418-A2E6-E318215175D7}"/>
                    </a:ext>
                  </a:extLst>
                </p14:cNvPr>
                <p14:cNvContentPartPr/>
                <p14:nvPr/>
              </p14:nvContentPartPr>
              <p14:xfrm>
                <a:off x="8151343" y="4224225"/>
                <a:ext cx="360" cy="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6B7D714-475A-4418-A2E6-E318215175D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33343" y="42062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DBA5D2D-970D-4764-8187-12BAE973A044}"/>
              </a:ext>
            </a:extLst>
          </p:cNvPr>
          <p:cNvGrpSpPr/>
          <p:nvPr/>
        </p:nvGrpSpPr>
        <p:grpSpPr>
          <a:xfrm>
            <a:off x="8550223" y="3947025"/>
            <a:ext cx="768240" cy="807120"/>
            <a:chOff x="8550223" y="3947025"/>
            <a:chExt cx="768240" cy="80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024CCEE-0734-4C99-9749-86AB41F557F5}"/>
                    </a:ext>
                  </a:extLst>
                </p14:cNvPr>
                <p14:cNvContentPartPr/>
                <p14:nvPr/>
              </p14:nvContentPartPr>
              <p14:xfrm>
                <a:off x="8550223" y="4029825"/>
                <a:ext cx="209520" cy="564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024CCEE-0734-4C99-9749-86AB41F557F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532583" y="4012185"/>
                  <a:ext cx="24516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5326BCE-FA63-41EB-9CBB-33AF8E4CAE96}"/>
                    </a:ext>
                  </a:extLst>
                </p14:cNvPr>
                <p14:cNvContentPartPr/>
                <p14:nvPr/>
              </p14:nvContentPartPr>
              <p14:xfrm>
                <a:off x="8840743" y="4472625"/>
                <a:ext cx="183240" cy="273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5326BCE-FA63-41EB-9CBB-33AF8E4CAE9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823103" y="4454985"/>
                  <a:ext cx="2188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8671732-E6B0-4B5A-82B9-F02979780A84}"/>
                    </a:ext>
                  </a:extLst>
                </p14:cNvPr>
                <p14:cNvContentPartPr/>
                <p14:nvPr/>
              </p14:nvContentPartPr>
              <p14:xfrm>
                <a:off x="9102823" y="3947025"/>
                <a:ext cx="215640" cy="807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8671732-E6B0-4B5A-82B9-F02979780A8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084823" y="3929025"/>
                  <a:ext cx="251280" cy="84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8D8F8CB-1508-4497-A617-8E961C676F1F}"/>
              </a:ext>
            </a:extLst>
          </p:cNvPr>
          <p:cNvGrpSpPr/>
          <p:nvPr/>
        </p:nvGrpSpPr>
        <p:grpSpPr>
          <a:xfrm>
            <a:off x="1439863" y="5526705"/>
            <a:ext cx="2242440" cy="445320"/>
            <a:chOff x="1439863" y="5526705"/>
            <a:chExt cx="2242440" cy="44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BE94407-C023-403E-8BB5-AAFF071371C6}"/>
                    </a:ext>
                  </a:extLst>
                </p14:cNvPr>
                <p14:cNvContentPartPr/>
                <p14:nvPr/>
              </p14:nvContentPartPr>
              <p14:xfrm>
                <a:off x="1439863" y="5667105"/>
                <a:ext cx="284040" cy="17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BE94407-C023-403E-8BB5-AAFF071371C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422223" y="5649465"/>
                  <a:ext cx="319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A758DB2-F5B4-409B-88C4-C62342439536}"/>
                    </a:ext>
                  </a:extLst>
                </p14:cNvPr>
                <p14:cNvContentPartPr/>
                <p14:nvPr/>
              </p14:nvContentPartPr>
              <p14:xfrm>
                <a:off x="1457143" y="5767185"/>
                <a:ext cx="290520" cy="4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A758DB2-F5B4-409B-88C4-C6234243953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439143" y="5749545"/>
                  <a:ext cx="326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C2B3715-7BFD-4B27-AEA7-77AE4FB65243}"/>
                    </a:ext>
                  </a:extLst>
                </p14:cNvPr>
                <p14:cNvContentPartPr/>
                <p14:nvPr/>
              </p14:nvContentPartPr>
              <p14:xfrm>
                <a:off x="1956103" y="5526705"/>
                <a:ext cx="361080" cy="282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C2B3715-7BFD-4B27-AEA7-77AE4FB6524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938103" y="5508705"/>
                  <a:ext cx="3967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86220FE-0FA0-498E-A3FC-1AADE36D06C6}"/>
                    </a:ext>
                  </a:extLst>
                </p14:cNvPr>
                <p14:cNvContentPartPr/>
                <p14:nvPr/>
              </p14:nvContentPartPr>
              <p14:xfrm>
                <a:off x="2432023" y="5691225"/>
                <a:ext cx="183960" cy="2527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6220FE-0FA0-498E-A3FC-1AADE36D06C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414023" y="5673225"/>
                  <a:ext cx="2196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66AD15B-D657-4755-8C26-37FB97C15278}"/>
                    </a:ext>
                  </a:extLst>
                </p14:cNvPr>
                <p14:cNvContentPartPr/>
                <p14:nvPr/>
              </p14:nvContentPartPr>
              <p14:xfrm>
                <a:off x="2762503" y="5569905"/>
                <a:ext cx="70920" cy="228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66AD15B-D657-4755-8C26-37FB97C1527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744863" y="5552265"/>
                  <a:ext cx="1065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321755A-E9B3-4451-AAE8-62B2DFCABEDF}"/>
                    </a:ext>
                  </a:extLst>
                </p14:cNvPr>
                <p14:cNvContentPartPr/>
                <p14:nvPr/>
              </p14:nvContentPartPr>
              <p14:xfrm>
                <a:off x="2687983" y="5687265"/>
                <a:ext cx="262800" cy="19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321755A-E9B3-4451-AAE8-62B2DFCABED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669983" y="5669265"/>
                  <a:ext cx="298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415D136-BBAB-44BB-BBE5-06DA40F17CD1}"/>
                    </a:ext>
                  </a:extLst>
                </p14:cNvPr>
                <p14:cNvContentPartPr/>
                <p14:nvPr/>
              </p14:nvContentPartPr>
              <p14:xfrm>
                <a:off x="3027823" y="5535345"/>
                <a:ext cx="381240" cy="279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415D136-BBAB-44BB-BBE5-06DA40F17CD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010183" y="5517705"/>
                  <a:ext cx="4168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602CD8E-36FF-43BA-A42A-8C5D7C2E8E03}"/>
                    </a:ext>
                  </a:extLst>
                </p14:cNvPr>
                <p14:cNvContentPartPr/>
                <p14:nvPr/>
              </p14:nvContentPartPr>
              <p14:xfrm>
                <a:off x="3483583" y="5714265"/>
                <a:ext cx="198720" cy="257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602CD8E-36FF-43BA-A42A-8C5D7C2E8E0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465943" y="5696625"/>
                  <a:ext cx="234360" cy="29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6B8251A-D475-4AFA-8565-A72EC8CF6A72}"/>
              </a:ext>
            </a:extLst>
          </p:cNvPr>
          <p:cNvGrpSpPr/>
          <p:nvPr/>
        </p:nvGrpSpPr>
        <p:grpSpPr>
          <a:xfrm>
            <a:off x="4206823" y="5707065"/>
            <a:ext cx="365400" cy="113040"/>
            <a:chOff x="4206823" y="5707065"/>
            <a:chExt cx="365400" cy="1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6B7B35B-9F14-4BDE-8573-4E937FAB5421}"/>
                    </a:ext>
                  </a:extLst>
                </p14:cNvPr>
                <p14:cNvContentPartPr/>
                <p14:nvPr/>
              </p14:nvContentPartPr>
              <p14:xfrm>
                <a:off x="4206823" y="5707065"/>
                <a:ext cx="267120" cy="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6B7B35B-9F14-4BDE-8573-4E937FAB542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189183" y="5689425"/>
                  <a:ext cx="302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32F4264-E2AB-40BD-A97A-2A1B4D7605AF}"/>
                    </a:ext>
                  </a:extLst>
                </p14:cNvPr>
                <p14:cNvContentPartPr/>
                <p14:nvPr/>
              </p14:nvContentPartPr>
              <p14:xfrm>
                <a:off x="4249663" y="5792745"/>
                <a:ext cx="322560" cy="27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32F4264-E2AB-40BD-A97A-2A1B4D7605A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231663" y="5775105"/>
                  <a:ext cx="35820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D12ECB9-538B-4132-93C0-FC1D5F0BEC07}"/>
              </a:ext>
            </a:extLst>
          </p:cNvPr>
          <p:cNvGrpSpPr/>
          <p:nvPr/>
        </p:nvGrpSpPr>
        <p:grpSpPr>
          <a:xfrm>
            <a:off x="4914583" y="5211345"/>
            <a:ext cx="3953880" cy="840600"/>
            <a:chOff x="4914583" y="5211345"/>
            <a:chExt cx="3953880" cy="84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7B772A8-BF56-41C4-BC02-99A830F15AE3}"/>
                    </a:ext>
                  </a:extLst>
                </p14:cNvPr>
                <p14:cNvContentPartPr/>
                <p14:nvPr/>
              </p14:nvContentPartPr>
              <p14:xfrm>
                <a:off x="4953103" y="5317185"/>
                <a:ext cx="263160" cy="590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7B772A8-BF56-41C4-BC02-99A830F15AE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935103" y="5299185"/>
                  <a:ext cx="29880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39AF116-89D0-48BC-A9A6-25DDAF0EA20C}"/>
                    </a:ext>
                  </a:extLst>
                </p14:cNvPr>
                <p14:cNvContentPartPr/>
                <p14:nvPr/>
              </p14:nvContentPartPr>
              <p14:xfrm>
                <a:off x="4914583" y="5259585"/>
                <a:ext cx="651240" cy="577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39AF116-89D0-48BC-A9A6-25DDAF0EA20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896943" y="5241945"/>
                  <a:ext cx="68688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424755C-FA68-4094-8295-3021EF630D93}"/>
                    </a:ext>
                  </a:extLst>
                </p14:cNvPr>
                <p14:cNvContentPartPr/>
                <p14:nvPr/>
              </p14:nvContentPartPr>
              <p14:xfrm>
                <a:off x="5733943" y="5379825"/>
                <a:ext cx="245880" cy="596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424755C-FA68-4094-8295-3021EF630D9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716303" y="5362185"/>
                  <a:ext cx="28152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F927A85-AD0F-424E-BE6D-E5AC4F9AABC3}"/>
                    </a:ext>
                  </a:extLst>
                </p14:cNvPr>
                <p14:cNvContentPartPr/>
                <p14:nvPr/>
              </p14:nvContentPartPr>
              <p14:xfrm>
                <a:off x="5891983" y="5501145"/>
                <a:ext cx="303120" cy="346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F927A85-AD0F-424E-BE6D-E5AC4F9AABC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874343" y="5483505"/>
                  <a:ext cx="3387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07578E7-77F5-4267-9F45-98390F673124}"/>
                    </a:ext>
                  </a:extLst>
                </p14:cNvPr>
                <p14:cNvContentPartPr/>
                <p14:nvPr/>
              </p14:nvContentPartPr>
              <p14:xfrm>
                <a:off x="5975503" y="5690145"/>
                <a:ext cx="367200" cy="255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07578E7-77F5-4267-9F45-98390F67312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957503" y="5672145"/>
                  <a:ext cx="4028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DD071CF-98A9-475F-800E-9CEF0BF87E4B}"/>
                    </a:ext>
                  </a:extLst>
                </p14:cNvPr>
                <p14:cNvContentPartPr/>
                <p14:nvPr/>
              </p14:nvContentPartPr>
              <p14:xfrm>
                <a:off x="6391303" y="5262825"/>
                <a:ext cx="183960" cy="646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DD071CF-98A9-475F-800E-9CEF0BF87E4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373663" y="5245185"/>
                  <a:ext cx="21960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ECEDA7E-5892-4BE3-8B64-7DEDA8DB804D}"/>
                    </a:ext>
                  </a:extLst>
                </p14:cNvPr>
                <p14:cNvContentPartPr/>
                <p14:nvPr/>
              </p14:nvContentPartPr>
              <p14:xfrm>
                <a:off x="6858583" y="5447145"/>
                <a:ext cx="23760" cy="351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ECEDA7E-5892-4BE3-8B64-7DEDA8DB804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840583" y="5429505"/>
                  <a:ext cx="5940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486CB73-D064-4059-95B6-151386DE6291}"/>
                    </a:ext>
                  </a:extLst>
                </p14:cNvPr>
                <p14:cNvContentPartPr/>
                <p14:nvPr/>
              </p14:nvContentPartPr>
              <p14:xfrm>
                <a:off x="6755983" y="5625705"/>
                <a:ext cx="262800" cy="24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486CB73-D064-4059-95B6-151386DE629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738343" y="5608065"/>
                  <a:ext cx="298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68E6E7E-DB3F-43C4-B8DF-751E504E9281}"/>
                    </a:ext>
                  </a:extLst>
                </p14:cNvPr>
                <p14:cNvContentPartPr/>
                <p14:nvPr/>
              </p14:nvContentPartPr>
              <p14:xfrm>
                <a:off x="7133623" y="5301345"/>
                <a:ext cx="166680" cy="522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68E6E7E-DB3F-43C4-B8DF-751E504E928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115983" y="5283345"/>
                  <a:ext cx="20232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1E9AC60-5838-4BE4-B3F3-B1D9CCA1CE05}"/>
                    </a:ext>
                  </a:extLst>
                </p14:cNvPr>
                <p14:cNvContentPartPr/>
                <p14:nvPr/>
              </p14:nvContentPartPr>
              <p14:xfrm>
                <a:off x="7066663" y="5211345"/>
                <a:ext cx="404280" cy="586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1E9AC60-5838-4BE4-B3F3-B1D9CCA1CE0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049023" y="5193705"/>
                  <a:ext cx="439920" cy="6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EC8F258-8817-489A-9A54-B808E3460ABA}"/>
                    </a:ext>
                  </a:extLst>
                </p14:cNvPr>
                <p14:cNvContentPartPr/>
                <p14:nvPr/>
              </p14:nvContentPartPr>
              <p14:xfrm>
                <a:off x="7487863" y="5529945"/>
                <a:ext cx="130680" cy="2426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EC8F258-8817-489A-9A54-B808E3460AB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469863" y="5511945"/>
                  <a:ext cx="1663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889A989-1D59-45D3-8007-3A5848F272B2}"/>
                    </a:ext>
                  </a:extLst>
                </p14:cNvPr>
                <p14:cNvContentPartPr/>
                <p14:nvPr/>
              </p14:nvContentPartPr>
              <p14:xfrm>
                <a:off x="7571023" y="5325825"/>
                <a:ext cx="192240" cy="618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889A989-1D59-45D3-8007-3A5848F272B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553383" y="5307825"/>
                  <a:ext cx="22788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B6C8654-6431-4FD7-815B-FCF94755CD9B}"/>
                    </a:ext>
                  </a:extLst>
                </p14:cNvPr>
                <p14:cNvContentPartPr/>
                <p14:nvPr/>
              </p14:nvContentPartPr>
              <p14:xfrm>
                <a:off x="7726903" y="5429505"/>
                <a:ext cx="271440" cy="371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B6C8654-6431-4FD7-815B-FCF94755CD9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708903" y="5411865"/>
                  <a:ext cx="3070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61D9D83-D826-4175-BA58-F4D9D47891F0}"/>
                    </a:ext>
                  </a:extLst>
                </p14:cNvPr>
                <p14:cNvContentPartPr/>
                <p14:nvPr/>
              </p14:nvContentPartPr>
              <p14:xfrm>
                <a:off x="7741663" y="5621385"/>
                <a:ext cx="154080" cy="20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61D9D83-D826-4175-BA58-F4D9D47891F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724023" y="5603745"/>
                  <a:ext cx="189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23DA70E-DB96-4CDF-A3B0-DA9FBF16023B}"/>
                    </a:ext>
                  </a:extLst>
                </p14:cNvPr>
                <p14:cNvContentPartPr/>
                <p14:nvPr/>
              </p14:nvContentPartPr>
              <p14:xfrm>
                <a:off x="8106343" y="5655225"/>
                <a:ext cx="198720" cy="243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23DA70E-DB96-4CDF-A3B0-DA9FBF16023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088703" y="5637585"/>
                  <a:ext cx="2343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D585C55-FF46-4972-B286-A2ECE0BDB21B}"/>
                    </a:ext>
                  </a:extLst>
                </p14:cNvPr>
                <p14:cNvContentPartPr/>
                <p14:nvPr/>
              </p14:nvContentPartPr>
              <p14:xfrm>
                <a:off x="8328463" y="5237265"/>
                <a:ext cx="540000" cy="814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D585C55-FF46-4972-B286-A2ECE0BDB21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310463" y="5219265"/>
                  <a:ext cx="575640" cy="85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68969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C1BB-2B49-4B8C-9766-370EC5E2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>
                <a:latin typeface="+mn-lt"/>
              </a:rPr>
              <a:t>Représentation polaire</a:t>
            </a:r>
            <a:endParaRPr lang="fr-BE" sz="3200">
              <a:latin typeface="+mn-lt"/>
            </a:endParaRPr>
          </a:p>
        </p:txBody>
      </p: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03B52908-4D02-4263-9144-CEF1CD57EED4}"/>
              </a:ext>
            </a:extLst>
          </p:cNvPr>
          <p:cNvGrpSpPr/>
          <p:nvPr/>
        </p:nvGrpSpPr>
        <p:grpSpPr>
          <a:xfrm>
            <a:off x="1015063" y="1960905"/>
            <a:ext cx="664200" cy="304920"/>
            <a:chOff x="1015063" y="1960905"/>
            <a:chExt cx="66420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976A198-2693-4F73-B664-752AA714F483}"/>
                    </a:ext>
                  </a:extLst>
                </p14:cNvPr>
                <p14:cNvContentPartPr/>
                <p14:nvPr/>
              </p14:nvContentPartPr>
              <p14:xfrm>
                <a:off x="1015063" y="1960905"/>
                <a:ext cx="273600" cy="304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976A198-2693-4F73-B664-752AA714F48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97423" y="1942905"/>
                  <a:ext cx="3092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C8AA3C3-2C1C-4C0A-A291-4859A1F8261E}"/>
                    </a:ext>
                  </a:extLst>
                </p14:cNvPr>
                <p14:cNvContentPartPr/>
                <p14:nvPr/>
              </p14:nvContentPartPr>
              <p14:xfrm>
                <a:off x="1053943" y="2123985"/>
                <a:ext cx="179640" cy="10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C8AA3C3-2C1C-4C0A-A291-4859A1F8261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35943" y="2105985"/>
                  <a:ext cx="215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F9A7EB9-8BFD-403D-9B40-8B2AA8E862CF}"/>
                    </a:ext>
                  </a:extLst>
                </p14:cNvPr>
                <p14:cNvContentPartPr/>
                <p14:nvPr/>
              </p14:nvContentPartPr>
              <p14:xfrm>
                <a:off x="1474063" y="2113905"/>
                <a:ext cx="205200" cy="97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F9A7EB9-8BFD-403D-9B40-8B2AA8E862C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56423" y="2095905"/>
                  <a:ext cx="24084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D7CEE1F7-61F7-456A-A5B0-E843742A9DDB}"/>
              </a:ext>
            </a:extLst>
          </p:cNvPr>
          <p:cNvGrpSpPr/>
          <p:nvPr/>
        </p:nvGrpSpPr>
        <p:grpSpPr>
          <a:xfrm>
            <a:off x="2074183" y="1702425"/>
            <a:ext cx="1165320" cy="850320"/>
            <a:chOff x="2074183" y="1702425"/>
            <a:chExt cx="1165320" cy="85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C0B89CB-841C-469F-A76B-BC9A5E88514B}"/>
                    </a:ext>
                  </a:extLst>
                </p14:cNvPr>
                <p14:cNvContentPartPr/>
                <p14:nvPr/>
              </p14:nvContentPartPr>
              <p14:xfrm>
                <a:off x="2074183" y="2055585"/>
                <a:ext cx="204840" cy="239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C0B89CB-841C-469F-A76B-BC9A5E88514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56183" y="2037585"/>
                  <a:ext cx="2404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EA88B8A-41B6-4DDC-9654-25F7CF7CBB52}"/>
                    </a:ext>
                  </a:extLst>
                </p14:cNvPr>
                <p14:cNvContentPartPr/>
                <p14:nvPr/>
              </p14:nvContentPartPr>
              <p14:xfrm>
                <a:off x="2276143" y="2043705"/>
                <a:ext cx="326880" cy="230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EA88B8A-41B6-4DDC-9654-25F7CF7CBB5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58503" y="2026065"/>
                  <a:ext cx="362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8E2EE99-933E-4FA1-A7EA-0CE27520B3B9}"/>
                    </a:ext>
                  </a:extLst>
                </p14:cNvPr>
                <p14:cNvContentPartPr/>
                <p14:nvPr/>
              </p14:nvContentPartPr>
              <p14:xfrm>
                <a:off x="2496103" y="2171145"/>
                <a:ext cx="190080" cy="10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8E2EE99-933E-4FA1-A7EA-0CE27520B3B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78103" y="2153145"/>
                  <a:ext cx="2257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709B236-80FC-4CE4-AB04-6EA95CA9EBC9}"/>
                    </a:ext>
                  </a:extLst>
                </p14:cNvPr>
                <p14:cNvContentPartPr/>
                <p14:nvPr/>
              </p14:nvContentPartPr>
              <p14:xfrm>
                <a:off x="2753143" y="1889625"/>
                <a:ext cx="155520" cy="663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709B236-80FC-4CE4-AB04-6EA95CA9EBC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35143" y="1871625"/>
                  <a:ext cx="19116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60E01CD4-26A5-40D7-9351-04A31DF7E1EC}"/>
                    </a:ext>
                  </a:extLst>
                </p14:cNvPr>
                <p14:cNvContentPartPr/>
                <p14:nvPr/>
              </p14:nvContentPartPr>
              <p14:xfrm>
                <a:off x="2973823" y="1702425"/>
                <a:ext cx="265680" cy="51804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60E01CD4-26A5-40D7-9351-04A31DF7E1E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955823" y="1684425"/>
                  <a:ext cx="301320" cy="55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1933A4BB-37C3-4ADC-8DA7-3FCCA022B220}"/>
              </a:ext>
            </a:extLst>
          </p:cNvPr>
          <p:cNvGrpSpPr/>
          <p:nvPr/>
        </p:nvGrpSpPr>
        <p:grpSpPr>
          <a:xfrm>
            <a:off x="3639463" y="2182305"/>
            <a:ext cx="322560" cy="109080"/>
            <a:chOff x="3639463" y="2182305"/>
            <a:chExt cx="322560" cy="10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C2244D76-4C73-4626-BD4D-FDFD49EF3AE7}"/>
                    </a:ext>
                  </a:extLst>
                </p14:cNvPr>
                <p14:cNvContentPartPr/>
                <p14:nvPr/>
              </p14:nvContentPartPr>
              <p14:xfrm>
                <a:off x="3639463" y="2182305"/>
                <a:ext cx="292680" cy="2052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C2244D76-4C73-4626-BD4D-FDFD49EF3AE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21463" y="2164665"/>
                  <a:ext cx="328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947A92EE-D765-4A79-A285-0068799C45F8}"/>
                    </a:ext>
                  </a:extLst>
                </p14:cNvPr>
                <p14:cNvContentPartPr/>
                <p14:nvPr/>
              </p14:nvContentPartPr>
              <p14:xfrm>
                <a:off x="3675823" y="2278065"/>
                <a:ext cx="286200" cy="1332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947A92EE-D765-4A79-A285-0068799C45F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57823" y="2260425"/>
                  <a:ext cx="32184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A2131EAF-AEAB-4B96-B280-B7C559971170}"/>
              </a:ext>
            </a:extLst>
          </p:cNvPr>
          <p:cNvGrpSpPr/>
          <p:nvPr/>
        </p:nvGrpSpPr>
        <p:grpSpPr>
          <a:xfrm>
            <a:off x="4193863" y="1882425"/>
            <a:ext cx="580680" cy="540360"/>
            <a:chOff x="4193863" y="1882425"/>
            <a:chExt cx="580680" cy="54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20BEFDD4-35EB-4C46-A3C0-3252EC2B43F7}"/>
                    </a:ext>
                  </a:extLst>
                </p14:cNvPr>
                <p14:cNvContentPartPr/>
                <p14:nvPr/>
              </p14:nvContentPartPr>
              <p14:xfrm>
                <a:off x="4193863" y="1882425"/>
                <a:ext cx="49680" cy="54036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20BEFDD4-35EB-4C46-A3C0-3252EC2B43F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75863" y="1864425"/>
                  <a:ext cx="8532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44F5B9D8-1B51-48DB-9929-1A1BB93C9016}"/>
                    </a:ext>
                  </a:extLst>
                </p14:cNvPr>
                <p14:cNvContentPartPr/>
                <p14:nvPr/>
              </p14:nvContentPartPr>
              <p14:xfrm>
                <a:off x="4271263" y="1907985"/>
                <a:ext cx="63720" cy="42336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44F5B9D8-1B51-48DB-9929-1A1BB93C901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53623" y="1890345"/>
                  <a:ext cx="9936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B2FCB34C-BE58-4DB4-885A-67AB46806D0A}"/>
                    </a:ext>
                  </a:extLst>
                </p14:cNvPr>
                <p14:cNvContentPartPr/>
                <p14:nvPr/>
              </p14:nvContentPartPr>
              <p14:xfrm>
                <a:off x="4345423" y="1969185"/>
                <a:ext cx="258480" cy="32148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B2FCB34C-BE58-4DB4-885A-67AB46806D0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327783" y="1951185"/>
                  <a:ext cx="2941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F2245D1E-6D4F-48FE-834E-64DAD7D07378}"/>
                    </a:ext>
                  </a:extLst>
                </p14:cNvPr>
                <p14:cNvContentPartPr/>
                <p14:nvPr/>
              </p14:nvContentPartPr>
              <p14:xfrm>
                <a:off x="4379623" y="2177985"/>
                <a:ext cx="173160" cy="1188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F2245D1E-6D4F-48FE-834E-64DAD7D0737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361983" y="2160345"/>
                  <a:ext cx="2088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46F34F90-3AF9-47F9-B548-22ECEDDB603A}"/>
                    </a:ext>
                  </a:extLst>
                </p14:cNvPr>
                <p14:cNvContentPartPr/>
                <p14:nvPr/>
              </p14:nvContentPartPr>
              <p14:xfrm>
                <a:off x="4629103" y="1946865"/>
                <a:ext cx="145440" cy="43884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46F34F90-3AF9-47F9-B548-22ECEDDB603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611463" y="1928865"/>
                  <a:ext cx="181080" cy="47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99D5D053-14CD-443A-BD20-3A0C2F54E0F7}"/>
              </a:ext>
            </a:extLst>
          </p:cNvPr>
          <p:cNvGrpSpPr/>
          <p:nvPr/>
        </p:nvGrpSpPr>
        <p:grpSpPr>
          <a:xfrm>
            <a:off x="5078743" y="1822305"/>
            <a:ext cx="528120" cy="453240"/>
            <a:chOff x="5078743" y="1822305"/>
            <a:chExt cx="528120" cy="45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6697BB2A-0BDA-408A-8781-02CFB3820C0C}"/>
                    </a:ext>
                  </a:extLst>
                </p14:cNvPr>
                <p14:cNvContentPartPr/>
                <p14:nvPr/>
              </p14:nvContentPartPr>
              <p14:xfrm>
                <a:off x="5078743" y="1822305"/>
                <a:ext cx="438480" cy="45324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6697BB2A-0BDA-408A-8781-02CFB3820C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060743" y="1804665"/>
                  <a:ext cx="47412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12C10B80-AD0F-463E-882C-B4884FCBDBDA}"/>
                    </a:ext>
                  </a:extLst>
                </p14:cNvPr>
                <p14:cNvContentPartPr/>
                <p14:nvPr/>
              </p14:nvContentPartPr>
              <p14:xfrm>
                <a:off x="5437663" y="1862265"/>
                <a:ext cx="164520" cy="29988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12C10B80-AD0F-463E-882C-B4884FCBDBD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20023" y="1844625"/>
                  <a:ext cx="2001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8422E2AA-01B8-4DC7-81AB-08B8D7C6B907}"/>
                    </a:ext>
                  </a:extLst>
                </p14:cNvPr>
                <p14:cNvContentPartPr/>
                <p14:nvPr/>
              </p14:nvContentPartPr>
              <p14:xfrm>
                <a:off x="5367463" y="2019585"/>
                <a:ext cx="239400" cy="2448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8422E2AA-01B8-4DC7-81AB-08B8D7C6B90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349463" y="2001585"/>
                  <a:ext cx="27504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9DD48F93-82FE-4F30-9572-CFCCFF52E3EA}"/>
              </a:ext>
            </a:extLst>
          </p:cNvPr>
          <p:cNvGrpSpPr/>
          <p:nvPr/>
        </p:nvGrpSpPr>
        <p:grpSpPr>
          <a:xfrm>
            <a:off x="6007183" y="2230905"/>
            <a:ext cx="331200" cy="83520"/>
            <a:chOff x="6007183" y="2230905"/>
            <a:chExt cx="331200" cy="8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25C96525-5E88-4CB6-8470-27343F76426E}"/>
                    </a:ext>
                  </a:extLst>
                </p14:cNvPr>
                <p14:cNvContentPartPr/>
                <p14:nvPr/>
              </p14:nvContentPartPr>
              <p14:xfrm>
                <a:off x="6007183" y="2230905"/>
                <a:ext cx="243720" cy="900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25C96525-5E88-4CB6-8470-27343F76426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989543" y="2213265"/>
                  <a:ext cx="279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9FDF9544-2572-4E34-BAD5-39E93FED3171}"/>
                    </a:ext>
                  </a:extLst>
                </p14:cNvPr>
                <p14:cNvContentPartPr/>
                <p14:nvPr/>
              </p14:nvContentPartPr>
              <p14:xfrm>
                <a:off x="6037063" y="2306865"/>
                <a:ext cx="301320" cy="756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9FDF9544-2572-4E34-BAD5-39E93FED317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019423" y="2288865"/>
                  <a:ext cx="3369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215281DD-16D4-4A49-BFA6-8CB1F5620F25}"/>
              </a:ext>
            </a:extLst>
          </p:cNvPr>
          <p:cNvGrpSpPr/>
          <p:nvPr/>
        </p:nvGrpSpPr>
        <p:grpSpPr>
          <a:xfrm>
            <a:off x="6634663" y="1783785"/>
            <a:ext cx="766080" cy="674280"/>
            <a:chOff x="6634663" y="1783785"/>
            <a:chExt cx="766080" cy="67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EDD5D1A1-3997-4912-AC76-2CEBFCD27A37}"/>
                    </a:ext>
                  </a:extLst>
                </p14:cNvPr>
                <p14:cNvContentPartPr/>
                <p14:nvPr/>
              </p14:nvContentPartPr>
              <p14:xfrm>
                <a:off x="6634663" y="1813665"/>
                <a:ext cx="113400" cy="56484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EDD5D1A1-3997-4912-AC76-2CEBFCD27A3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616663" y="1796025"/>
                  <a:ext cx="14904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9740C9B8-AF4B-4BB6-8CEF-70D4F275D700}"/>
                    </a:ext>
                  </a:extLst>
                </p14:cNvPr>
                <p14:cNvContentPartPr/>
                <p14:nvPr/>
              </p14:nvContentPartPr>
              <p14:xfrm>
                <a:off x="6795583" y="1817985"/>
                <a:ext cx="65160" cy="50904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9740C9B8-AF4B-4BB6-8CEF-70D4F275D70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777583" y="1800345"/>
                  <a:ext cx="10080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A09BC9BF-E18F-47B2-AB40-F9EED4FFEAB0}"/>
                    </a:ext>
                  </a:extLst>
                </p14:cNvPr>
                <p14:cNvContentPartPr/>
                <p14:nvPr/>
              </p14:nvContentPartPr>
              <p14:xfrm>
                <a:off x="7003663" y="1904025"/>
                <a:ext cx="177480" cy="40320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A09BC9BF-E18F-47B2-AB40-F9EED4FFEAB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985663" y="1886025"/>
                  <a:ext cx="21312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A22373AD-3FC4-4EAC-BBDF-07F2DF9F2580}"/>
                    </a:ext>
                  </a:extLst>
                </p14:cNvPr>
                <p14:cNvContentPartPr/>
                <p14:nvPr/>
              </p14:nvContentPartPr>
              <p14:xfrm>
                <a:off x="6954343" y="2119665"/>
                <a:ext cx="228600" cy="2196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A22373AD-3FC4-4EAC-BBDF-07F2DF9F258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936703" y="2101665"/>
                  <a:ext cx="264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E10CE650-3152-497C-8E32-8DE2F5400BB6}"/>
                    </a:ext>
                  </a:extLst>
                </p14:cNvPr>
                <p14:cNvContentPartPr/>
                <p14:nvPr/>
              </p14:nvContentPartPr>
              <p14:xfrm>
                <a:off x="7306423" y="1783785"/>
                <a:ext cx="2520" cy="53028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E10CE650-3152-497C-8E32-8DE2F5400BB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288783" y="1766145"/>
                  <a:ext cx="3816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42AECC6-2608-4BDF-A967-D6F4CC7C88F5}"/>
                    </a:ext>
                  </a:extLst>
                </p14:cNvPr>
                <p14:cNvContentPartPr/>
                <p14:nvPr/>
              </p14:nvContentPartPr>
              <p14:xfrm>
                <a:off x="7392103" y="1805385"/>
                <a:ext cx="8640" cy="652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42AECC6-2608-4BDF-A967-D6F4CC7C88F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374463" y="1787385"/>
                  <a:ext cx="44280" cy="68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DF04E23-1A46-46F2-B7A9-DB998CC0FDB5}"/>
              </a:ext>
            </a:extLst>
          </p:cNvPr>
          <p:cNvGrpSpPr/>
          <p:nvPr/>
        </p:nvGrpSpPr>
        <p:grpSpPr>
          <a:xfrm>
            <a:off x="7718263" y="1349625"/>
            <a:ext cx="1280160" cy="944640"/>
            <a:chOff x="7718263" y="1349625"/>
            <a:chExt cx="1280160" cy="94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6345A01-967D-47BD-A2D8-063FE5E5F484}"/>
                    </a:ext>
                  </a:extLst>
                </p14:cNvPr>
                <p14:cNvContentPartPr/>
                <p14:nvPr/>
              </p14:nvContentPartPr>
              <p14:xfrm>
                <a:off x="7718263" y="2044065"/>
                <a:ext cx="249840" cy="2502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6345A01-967D-47BD-A2D8-063FE5E5F48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700263" y="2026425"/>
                  <a:ext cx="2854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A84A124-1FAE-427D-B7F4-D6BABB26C4AA}"/>
                    </a:ext>
                  </a:extLst>
                </p14:cNvPr>
                <p14:cNvContentPartPr/>
                <p14:nvPr/>
              </p14:nvContentPartPr>
              <p14:xfrm>
                <a:off x="8072503" y="1622505"/>
                <a:ext cx="141480" cy="3834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A84A124-1FAE-427D-B7F4-D6BABB26C4A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054503" y="1604505"/>
                  <a:ext cx="17712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41BDD50-BD72-47B2-80B6-0886236F683D}"/>
                    </a:ext>
                  </a:extLst>
                </p14:cNvPr>
                <p14:cNvContentPartPr/>
                <p14:nvPr/>
              </p14:nvContentPartPr>
              <p14:xfrm>
                <a:off x="8125783" y="1456545"/>
                <a:ext cx="360" cy="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41BDD50-BD72-47B2-80B6-0886236F683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07783" y="14389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795AC01-A0AF-421A-99E7-6DEF3F559EC6}"/>
                    </a:ext>
                  </a:extLst>
                </p14:cNvPr>
                <p14:cNvContentPartPr/>
                <p14:nvPr/>
              </p14:nvContentPartPr>
              <p14:xfrm>
                <a:off x="8388583" y="1382385"/>
                <a:ext cx="336960" cy="4021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795AC01-A0AF-421A-99E7-6DEF3F559EC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70583" y="1364385"/>
                  <a:ext cx="37260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E35C5C0-63E6-451B-A253-8A9AEDCF69CC}"/>
                    </a:ext>
                  </a:extLst>
                </p14:cNvPr>
                <p14:cNvContentPartPr/>
                <p14:nvPr/>
              </p14:nvContentPartPr>
              <p14:xfrm>
                <a:off x="8684503" y="1349625"/>
                <a:ext cx="224280" cy="290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E35C5C0-63E6-451B-A253-8A9AEDCF69C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666863" y="1331625"/>
                  <a:ext cx="2599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8C61575-28C2-4879-AA7A-7186AC313581}"/>
                    </a:ext>
                  </a:extLst>
                </p14:cNvPr>
                <p14:cNvContentPartPr/>
                <p14:nvPr/>
              </p14:nvContentPartPr>
              <p14:xfrm>
                <a:off x="8682343" y="1436745"/>
                <a:ext cx="316080" cy="388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8C61575-28C2-4879-AA7A-7186AC31358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664703" y="1418745"/>
                  <a:ext cx="35172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7A3F075A-D693-4C4E-A721-E76F9C7465AA}"/>
                  </a:ext>
                </a:extLst>
              </p14:cNvPr>
              <p14:cNvContentPartPr/>
              <p14:nvPr/>
            </p14:nvContentPartPr>
            <p14:xfrm>
              <a:off x="2890663" y="3549945"/>
              <a:ext cx="1203480" cy="108612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7A3F075A-D693-4C4E-A721-E76F9C7465AA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872663" y="3531945"/>
                <a:ext cx="1239120" cy="11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5AE583CB-0E1B-4CCC-B550-2474D4E95572}"/>
                  </a:ext>
                </a:extLst>
              </p14:cNvPr>
              <p14:cNvContentPartPr/>
              <p14:nvPr/>
            </p14:nvContentPartPr>
            <p14:xfrm>
              <a:off x="3974263" y="3444105"/>
              <a:ext cx="248400" cy="25452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5AE583CB-0E1B-4CCC-B550-2474D4E9557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956623" y="3426105"/>
                <a:ext cx="28404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709FCD2A-B52A-4E20-840A-9DF0D3994BAE}"/>
                  </a:ext>
                </a:extLst>
              </p14:cNvPr>
              <p14:cNvContentPartPr/>
              <p14:nvPr/>
            </p14:nvContentPartPr>
            <p14:xfrm>
              <a:off x="2707063" y="4578465"/>
              <a:ext cx="250920" cy="15732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709FCD2A-B52A-4E20-840A-9DF0D3994BA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689423" y="4560825"/>
                <a:ext cx="28656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9BBF4DDC-1C61-4E6E-A0A2-9BFF9A302F78}"/>
                  </a:ext>
                </a:extLst>
              </p14:cNvPr>
              <p14:cNvContentPartPr/>
              <p14:nvPr/>
            </p14:nvContentPartPr>
            <p14:xfrm>
              <a:off x="4122583" y="3331425"/>
              <a:ext cx="197640" cy="27216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9BBF4DDC-1C61-4E6E-A0A2-9BFF9A302F78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104943" y="3313425"/>
                <a:ext cx="23328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5784FD79-CF7E-4D22-B6B2-F467FD016FDC}"/>
                  </a:ext>
                </a:extLst>
              </p14:cNvPr>
              <p14:cNvContentPartPr/>
              <p14:nvPr/>
            </p14:nvContentPartPr>
            <p14:xfrm>
              <a:off x="2860783" y="3536985"/>
              <a:ext cx="41040" cy="32760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5784FD79-CF7E-4D22-B6B2-F467FD016FD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842783" y="3518985"/>
                <a:ext cx="7668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C6A0B13F-CDD5-43CD-AC4F-28C496F062EB}"/>
                  </a:ext>
                </a:extLst>
              </p14:cNvPr>
              <p14:cNvContentPartPr/>
              <p14:nvPr/>
            </p14:nvContentPartPr>
            <p14:xfrm>
              <a:off x="2950423" y="3486945"/>
              <a:ext cx="21600" cy="44604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C6A0B13F-CDD5-43CD-AC4F-28C496F062EB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932423" y="3468945"/>
                <a:ext cx="5724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37C8B30B-46AB-460D-9456-690595B28B90}"/>
                  </a:ext>
                </a:extLst>
              </p14:cNvPr>
              <p14:cNvContentPartPr/>
              <p14:nvPr/>
            </p14:nvContentPartPr>
            <p14:xfrm>
              <a:off x="2986423" y="3605385"/>
              <a:ext cx="187920" cy="29844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37C8B30B-46AB-460D-9456-690595B28B9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968783" y="3587385"/>
                <a:ext cx="22356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28DD987E-6C36-46D4-B734-C5DDCAC994B1}"/>
                  </a:ext>
                </a:extLst>
              </p14:cNvPr>
              <p14:cNvContentPartPr/>
              <p14:nvPr/>
            </p14:nvContentPartPr>
            <p14:xfrm>
              <a:off x="2971663" y="3769905"/>
              <a:ext cx="181800" cy="3888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28DD987E-6C36-46D4-B734-C5DDCAC994B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953663" y="3751905"/>
                <a:ext cx="2174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B9C2D06A-6479-4D0B-B63F-3B9DF550A36C}"/>
                  </a:ext>
                </a:extLst>
              </p14:cNvPr>
              <p14:cNvContentPartPr/>
              <p14:nvPr/>
            </p14:nvContentPartPr>
            <p14:xfrm>
              <a:off x="3206383" y="3515385"/>
              <a:ext cx="23760" cy="40068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B9C2D06A-6479-4D0B-B63F-3B9DF550A36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188383" y="3497745"/>
                <a:ext cx="5940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72EC8F88-5B38-4D88-9332-76866C25BDA9}"/>
                  </a:ext>
                </a:extLst>
              </p14:cNvPr>
              <p14:cNvContentPartPr/>
              <p14:nvPr/>
            </p14:nvContentPartPr>
            <p14:xfrm>
              <a:off x="3308623" y="3524025"/>
              <a:ext cx="2520" cy="40320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72EC8F88-5B38-4D88-9332-76866C25BDA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290983" y="3506385"/>
                <a:ext cx="38160" cy="43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Group 231">
            <a:extLst>
              <a:ext uri="{FF2B5EF4-FFF2-40B4-BE49-F238E27FC236}">
                <a16:creationId xmlns:a16="http://schemas.microsoft.com/office/drawing/2014/main" id="{49B83AF5-75CE-47E8-9D2A-A1B5410C667C}"/>
              </a:ext>
            </a:extLst>
          </p:cNvPr>
          <p:cNvGrpSpPr/>
          <p:nvPr/>
        </p:nvGrpSpPr>
        <p:grpSpPr>
          <a:xfrm>
            <a:off x="3361183" y="4095705"/>
            <a:ext cx="1084680" cy="580320"/>
            <a:chOff x="3361183" y="4095705"/>
            <a:chExt cx="1084680" cy="58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58AA3C1-2712-44D2-A22C-43A76F81556A}"/>
                    </a:ext>
                  </a:extLst>
                </p14:cNvPr>
                <p14:cNvContentPartPr/>
                <p14:nvPr/>
              </p14:nvContentPartPr>
              <p14:xfrm>
                <a:off x="3462343" y="4152585"/>
                <a:ext cx="224280" cy="5234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58AA3C1-2712-44D2-A22C-43A76F81556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444343" y="4134945"/>
                  <a:ext cx="25992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FFB1AE8-7401-4889-B9EB-7C4D1D73A7DD}"/>
                    </a:ext>
                  </a:extLst>
                </p14:cNvPr>
                <p14:cNvContentPartPr/>
                <p14:nvPr/>
              </p14:nvContentPartPr>
              <p14:xfrm>
                <a:off x="3361183" y="4144305"/>
                <a:ext cx="278640" cy="1479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FFB1AE8-7401-4889-B9EB-7C4D1D73A7D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343543" y="4126305"/>
                  <a:ext cx="314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AAB8B76-3346-45D9-A3EA-DD37C53569A7}"/>
                    </a:ext>
                  </a:extLst>
                </p14:cNvPr>
                <p14:cNvContentPartPr/>
                <p14:nvPr/>
              </p14:nvContentPartPr>
              <p14:xfrm>
                <a:off x="3884623" y="4095705"/>
                <a:ext cx="320760" cy="3693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AAB8B76-3346-45D9-A3EA-DD37C53569A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866623" y="4077705"/>
                  <a:ext cx="3564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ED93896-75F1-4B74-9399-8DC94D38C647}"/>
                    </a:ext>
                  </a:extLst>
                </p14:cNvPr>
                <p14:cNvContentPartPr/>
                <p14:nvPr/>
              </p14:nvContentPartPr>
              <p14:xfrm>
                <a:off x="4189903" y="4128105"/>
                <a:ext cx="222120" cy="2167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ED93896-75F1-4B74-9399-8DC94D38C64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171903" y="4110465"/>
                  <a:ext cx="2577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A8A6F79-3E73-42C4-AAAF-D4CFB4BCA762}"/>
                    </a:ext>
                  </a:extLst>
                </p14:cNvPr>
                <p14:cNvContentPartPr/>
                <p14:nvPr/>
              </p14:nvContentPartPr>
              <p14:xfrm>
                <a:off x="4198183" y="4219905"/>
                <a:ext cx="247680" cy="66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A8A6F79-3E73-42C4-AAAF-D4CFB4BCA76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80543" y="4201905"/>
                  <a:ext cx="283320" cy="101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66742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C1BB-2B49-4B8C-9766-370EC5E2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>
                <a:latin typeface="+mn-lt"/>
              </a:rPr>
              <a:t>Nombre imaginaire</a:t>
            </a:r>
            <a:endParaRPr lang="fr-BE" sz="3200"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D4FB0D-7784-4DC7-BB41-4D81EC85C8AC}"/>
              </a:ext>
            </a:extLst>
          </p:cNvPr>
          <p:cNvGrpSpPr/>
          <p:nvPr/>
        </p:nvGrpSpPr>
        <p:grpSpPr>
          <a:xfrm>
            <a:off x="1311703" y="1632585"/>
            <a:ext cx="1252800" cy="1150920"/>
            <a:chOff x="1311703" y="1632585"/>
            <a:chExt cx="1252800" cy="11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21A5DBB-DF1D-46DE-A4A2-CECBC4F94E2E}"/>
                    </a:ext>
                  </a:extLst>
                </p14:cNvPr>
                <p14:cNvContentPartPr/>
                <p14:nvPr/>
              </p14:nvContentPartPr>
              <p14:xfrm>
                <a:off x="1311703" y="2065665"/>
                <a:ext cx="264600" cy="717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21A5DBB-DF1D-46DE-A4A2-CECBC4F94E2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93703" y="2048025"/>
                  <a:ext cx="30024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06190B8-255D-44EE-B873-0E2981014D4B}"/>
                    </a:ext>
                  </a:extLst>
                </p14:cNvPr>
                <p14:cNvContentPartPr/>
                <p14:nvPr/>
              </p14:nvContentPartPr>
              <p14:xfrm>
                <a:off x="1324663" y="1817985"/>
                <a:ext cx="28080" cy="13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06190B8-255D-44EE-B873-0E2981014D4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07023" y="1800345"/>
                  <a:ext cx="637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ACF9AF5-E0DD-467F-A696-E913BB1B5127}"/>
                    </a:ext>
                  </a:extLst>
                </p14:cNvPr>
                <p14:cNvContentPartPr/>
                <p14:nvPr/>
              </p14:nvContentPartPr>
              <p14:xfrm>
                <a:off x="1724623" y="1632585"/>
                <a:ext cx="229680" cy="330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ACF9AF5-E0DD-467F-A696-E913BB1B512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06983" y="1614945"/>
                  <a:ext cx="2653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3364B75-14FE-4C28-9A57-9385898862DB}"/>
                    </a:ext>
                  </a:extLst>
                </p14:cNvPr>
                <p14:cNvContentPartPr/>
                <p14:nvPr/>
              </p14:nvContentPartPr>
              <p14:xfrm>
                <a:off x="2178223" y="2218305"/>
                <a:ext cx="316080" cy="17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3364B75-14FE-4C28-9A57-9385898862D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60223" y="2200305"/>
                  <a:ext cx="3517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9FF0886-EFB3-4DE2-A700-024B0FF34688}"/>
                    </a:ext>
                  </a:extLst>
                </p14:cNvPr>
                <p14:cNvContentPartPr/>
                <p14:nvPr/>
              </p14:nvContentPartPr>
              <p14:xfrm>
                <a:off x="2254903" y="2323785"/>
                <a:ext cx="309600" cy="16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9FF0886-EFB3-4DE2-A700-024B0FF3468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36903" y="2306145"/>
                  <a:ext cx="345240" cy="5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72338FA-0DD2-414A-89DE-4E08E512A8BF}"/>
                  </a:ext>
                </a:extLst>
              </p14:cNvPr>
              <p14:cNvContentPartPr/>
              <p14:nvPr/>
            </p14:nvContentPartPr>
            <p14:xfrm>
              <a:off x="2871223" y="2275185"/>
              <a:ext cx="22428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72338FA-0DD2-414A-89DE-4E08E512A8B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53583" y="2257545"/>
                <a:ext cx="2599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8990984-C11A-4561-A6C6-ADB35951EF67}"/>
                  </a:ext>
                </a:extLst>
              </p14:cNvPr>
              <p14:cNvContentPartPr/>
              <p14:nvPr/>
            </p14:nvContentPartPr>
            <p14:xfrm>
              <a:off x="3402583" y="1969545"/>
              <a:ext cx="422640" cy="322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8990984-C11A-4561-A6C6-ADB35951EF6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84943" y="1951905"/>
                <a:ext cx="45828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7F4F29C-5AED-4300-8AE1-65BB88BA5049}"/>
                  </a:ext>
                </a:extLst>
              </p14:cNvPr>
              <p14:cNvContentPartPr/>
              <p14:nvPr/>
            </p14:nvContentPartPr>
            <p14:xfrm>
              <a:off x="1207303" y="2960985"/>
              <a:ext cx="343800" cy="343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7F4F29C-5AED-4300-8AE1-65BB88BA504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89663" y="2943345"/>
                <a:ext cx="37944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EBB1755-C8EB-4690-864F-C2D390724605}"/>
                  </a:ext>
                </a:extLst>
              </p14:cNvPr>
              <p14:cNvContentPartPr/>
              <p14:nvPr/>
            </p14:nvContentPartPr>
            <p14:xfrm>
              <a:off x="1205143" y="3465345"/>
              <a:ext cx="488880" cy="162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EBB1755-C8EB-4690-864F-C2D39072460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87503" y="3447705"/>
                <a:ext cx="52452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79F0D465-0C27-469E-9086-7258605A9972}"/>
              </a:ext>
            </a:extLst>
          </p:cNvPr>
          <p:cNvGrpSpPr/>
          <p:nvPr/>
        </p:nvGrpSpPr>
        <p:grpSpPr>
          <a:xfrm>
            <a:off x="1277863" y="3728505"/>
            <a:ext cx="218160" cy="534240"/>
            <a:chOff x="1277863" y="3728505"/>
            <a:chExt cx="218160" cy="53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CAD8914-CBA7-4223-836A-74CE47F03A7E}"/>
                    </a:ext>
                  </a:extLst>
                </p14:cNvPr>
                <p14:cNvContentPartPr/>
                <p14:nvPr/>
              </p14:nvContentPartPr>
              <p14:xfrm>
                <a:off x="1277863" y="3833985"/>
                <a:ext cx="218160" cy="428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CAD8914-CBA7-4223-836A-74CE47F03A7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59863" y="3816345"/>
                  <a:ext cx="25380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3D1FB61-186A-4AEC-BE27-E6A1AF19043C}"/>
                    </a:ext>
                  </a:extLst>
                </p14:cNvPr>
                <p14:cNvContentPartPr/>
                <p14:nvPr/>
              </p14:nvContentPartPr>
              <p14:xfrm>
                <a:off x="1350223" y="3728505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3D1FB61-186A-4AEC-BE27-E6A1AF19043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32583" y="37105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3FD8B8B-6062-4484-A622-C85B0278B287}"/>
              </a:ext>
            </a:extLst>
          </p:cNvPr>
          <p:cNvGrpSpPr/>
          <p:nvPr/>
        </p:nvGrpSpPr>
        <p:grpSpPr>
          <a:xfrm>
            <a:off x="2150503" y="3425385"/>
            <a:ext cx="362880" cy="143280"/>
            <a:chOff x="2150503" y="3425385"/>
            <a:chExt cx="362880" cy="14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4534FA6-83C7-4AFA-84F5-F52EC42820D8}"/>
                    </a:ext>
                  </a:extLst>
                </p14:cNvPr>
                <p14:cNvContentPartPr/>
                <p14:nvPr/>
              </p14:nvContentPartPr>
              <p14:xfrm>
                <a:off x="2150503" y="3425385"/>
                <a:ext cx="290520" cy="6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4534FA6-83C7-4AFA-84F5-F52EC42820D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32503" y="3407745"/>
                  <a:ext cx="326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6BE417C-20BD-4D56-8BA2-B5BA32370FD8}"/>
                    </a:ext>
                  </a:extLst>
                </p14:cNvPr>
                <p14:cNvContentPartPr/>
                <p14:nvPr/>
              </p14:nvContentPartPr>
              <p14:xfrm>
                <a:off x="2239783" y="3534105"/>
                <a:ext cx="273600" cy="34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6BE417C-20BD-4D56-8BA2-B5BA32370FD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222143" y="3516105"/>
                  <a:ext cx="309240" cy="7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BB336D7-F620-4E3B-B2D9-D9EDCD07CBE6}"/>
                  </a:ext>
                </a:extLst>
              </p14:cNvPr>
              <p14:cNvContentPartPr/>
              <p14:nvPr/>
            </p14:nvContentPartPr>
            <p14:xfrm>
              <a:off x="3366223" y="2808345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BB336D7-F620-4E3B-B2D9-D9EDCD07CBE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348583" y="279034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1F955C9-8E21-449D-AEFE-96027EF6B0E8}"/>
              </a:ext>
            </a:extLst>
          </p:cNvPr>
          <p:cNvGrpSpPr/>
          <p:nvPr/>
        </p:nvGrpSpPr>
        <p:grpSpPr>
          <a:xfrm>
            <a:off x="3158863" y="2951265"/>
            <a:ext cx="547200" cy="520200"/>
            <a:chOff x="3158863" y="2951265"/>
            <a:chExt cx="54720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DF52FDD-6AF0-4E5D-B758-3D422C034A79}"/>
                    </a:ext>
                  </a:extLst>
                </p14:cNvPr>
                <p14:cNvContentPartPr/>
                <p14:nvPr/>
              </p14:nvContentPartPr>
              <p14:xfrm>
                <a:off x="3332383" y="2951265"/>
                <a:ext cx="185760" cy="355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DF52FDD-6AF0-4E5D-B758-3D422C034A7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14743" y="2933265"/>
                  <a:ext cx="22140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B89A0C5-2B70-413F-B8D8-C5EA5C174BC2}"/>
                    </a:ext>
                  </a:extLst>
                </p14:cNvPr>
                <p14:cNvContentPartPr/>
                <p14:nvPr/>
              </p14:nvContentPartPr>
              <p14:xfrm>
                <a:off x="3158863" y="3436905"/>
                <a:ext cx="547200" cy="34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B89A0C5-2B70-413F-B8D8-C5EA5C174BC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41223" y="3418905"/>
                  <a:ext cx="58284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6F1A4A1-19FB-4690-8D16-003C40C3F67A}"/>
              </a:ext>
            </a:extLst>
          </p:cNvPr>
          <p:cNvGrpSpPr/>
          <p:nvPr/>
        </p:nvGrpSpPr>
        <p:grpSpPr>
          <a:xfrm>
            <a:off x="3220783" y="3664065"/>
            <a:ext cx="427680" cy="666000"/>
            <a:chOff x="3220783" y="3664065"/>
            <a:chExt cx="427680" cy="66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EDB926A-91CD-445F-B111-AC09BAAD4F4D}"/>
                    </a:ext>
                  </a:extLst>
                </p14:cNvPr>
                <p14:cNvContentPartPr/>
                <p14:nvPr/>
              </p14:nvContentPartPr>
              <p14:xfrm>
                <a:off x="3220783" y="3876465"/>
                <a:ext cx="177480" cy="453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EDB926A-91CD-445F-B111-AC09BAAD4F4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02783" y="3858465"/>
                  <a:ext cx="21312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A4AFED-E45A-4171-B6A9-23F90712003E}"/>
                    </a:ext>
                  </a:extLst>
                </p14:cNvPr>
                <p14:cNvContentPartPr/>
                <p14:nvPr/>
              </p14:nvContentPartPr>
              <p14:xfrm>
                <a:off x="3244903" y="3695385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A4AFED-E45A-4171-B6A9-23F90712003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26903" y="36777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C53C9D8-9088-46CF-83B4-1469263D2B00}"/>
                    </a:ext>
                  </a:extLst>
                </p14:cNvPr>
                <p14:cNvContentPartPr/>
                <p14:nvPr/>
              </p14:nvContentPartPr>
              <p14:xfrm>
                <a:off x="3469543" y="3664065"/>
                <a:ext cx="178920" cy="253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C53C9D8-9088-46CF-83B4-1469263D2B0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51543" y="3646425"/>
                  <a:ext cx="214560" cy="28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9948A6-D440-4200-B46E-7FD658900BD4}"/>
              </a:ext>
            </a:extLst>
          </p:cNvPr>
          <p:cNvGrpSpPr/>
          <p:nvPr/>
        </p:nvGrpSpPr>
        <p:grpSpPr>
          <a:xfrm>
            <a:off x="4391143" y="3399825"/>
            <a:ext cx="268200" cy="103320"/>
            <a:chOff x="4391143" y="3399825"/>
            <a:chExt cx="268200" cy="10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70E5FFF-C8D9-4E12-8A16-5C74D7FEED09}"/>
                    </a:ext>
                  </a:extLst>
                </p14:cNvPr>
                <p14:cNvContentPartPr/>
                <p14:nvPr/>
              </p14:nvContentPartPr>
              <p14:xfrm>
                <a:off x="4391143" y="3399825"/>
                <a:ext cx="227880" cy="12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70E5FFF-C8D9-4E12-8A16-5C74D7FEED0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73143" y="3381825"/>
                  <a:ext cx="263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FC96C8-1662-4D0A-8F7A-D960DBF01571}"/>
                    </a:ext>
                  </a:extLst>
                </p14:cNvPr>
                <p14:cNvContentPartPr/>
                <p14:nvPr/>
              </p14:nvContentPartPr>
              <p14:xfrm>
                <a:off x="4428583" y="3502785"/>
                <a:ext cx="2307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FC96C8-1662-4D0A-8F7A-D960DBF0157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410943" y="3484785"/>
                  <a:ext cx="2664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2CFA1D6-7A3A-4FBC-AB74-B1D3AA4AA5E6}"/>
              </a:ext>
            </a:extLst>
          </p:cNvPr>
          <p:cNvGrpSpPr/>
          <p:nvPr/>
        </p:nvGrpSpPr>
        <p:grpSpPr>
          <a:xfrm>
            <a:off x="5089903" y="3249705"/>
            <a:ext cx="757800" cy="545760"/>
            <a:chOff x="5089903" y="3249705"/>
            <a:chExt cx="75780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627FCC0-0BE6-436E-A47D-547EDCBD67BC}"/>
                    </a:ext>
                  </a:extLst>
                </p14:cNvPr>
                <p14:cNvContentPartPr/>
                <p14:nvPr/>
              </p14:nvContentPartPr>
              <p14:xfrm>
                <a:off x="5089903" y="3436905"/>
                <a:ext cx="275760" cy="16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627FCC0-0BE6-436E-A47D-547EDCBD67B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072263" y="3418905"/>
                  <a:ext cx="3114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284635D-4286-42CE-A33E-26E4831D8AFF}"/>
                    </a:ext>
                  </a:extLst>
                </p14:cNvPr>
                <p14:cNvContentPartPr/>
                <p14:nvPr/>
              </p14:nvContentPartPr>
              <p14:xfrm>
                <a:off x="5616583" y="3249705"/>
                <a:ext cx="231120" cy="545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284635D-4286-42CE-A33E-26E4831D8AF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598583" y="3232065"/>
                  <a:ext cx="266760" cy="58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9B5972F-D474-405E-9329-998AF2BC4A3F}"/>
                  </a:ext>
                </a:extLst>
              </p14:cNvPr>
              <p14:cNvContentPartPr/>
              <p14:nvPr/>
            </p14:nvContentPartPr>
            <p14:xfrm>
              <a:off x="5725663" y="2969625"/>
              <a:ext cx="36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9B5972F-D474-405E-9329-998AF2BC4A3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08023" y="295198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391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C1BB-2B49-4B8C-9766-370EC5E2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>
                <a:latin typeface="+mn-lt"/>
              </a:rPr>
              <a:t>Multiplier par </a:t>
            </a:r>
            <a:r>
              <a:rPr lang="en-GB" sz="3200" i="1">
                <a:latin typeface="+mn-lt"/>
              </a:rPr>
              <a:t>j</a:t>
            </a:r>
            <a:r>
              <a:rPr lang="en-GB" sz="3200">
                <a:latin typeface="+mn-lt"/>
              </a:rPr>
              <a:t> </a:t>
            </a:r>
            <a:endParaRPr lang="fr-BE" sz="3200">
              <a:latin typeface="+mn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B8F1D9-37B5-4DA4-869D-FA2BA30A2B95}"/>
              </a:ext>
            </a:extLst>
          </p:cNvPr>
          <p:cNvGrpSpPr/>
          <p:nvPr/>
        </p:nvGrpSpPr>
        <p:grpSpPr>
          <a:xfrm>
            <a:off x="1048903" y="1682265"/>
            <a:ext cx="1492200" cy="705240"/>
            <a:chOff x="1048903" y="1682265"/>
            <a:chExt cx="1492200" cy="70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8966FE8-F137-4FAE-BBFB-D81CAC8983F3}"/>
                    </a:ext>
                  </a:extLst>
                </p14:cNvPr>
                <p14:cNvContentPartPr/>
                <p14:nvPr/>
              </p14:nvContentPartPr>
              <p14:xfrm>
                <a:off x="1048903" y="1968105"/>
                <a:ext cx="270000" cy="301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8966FE8-F137-4FAE-BBFB-D81CAC8983F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30903" y="1950105"/>
                  <a:ext cx="3056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E602272-992C-4CB0-9654-5FBDAB3D6A4F}"/>
                    </a:ext>
                  </a:extLst>
                </p14:cNvPr>
                <p14:cNvContentPartPr/>
                <p14:nvPr/>
              </p14:nvContentPartPr>
              <p14:xfrm>
                <a:off x="1062223" y="2182305"/>
                <a:ext cx="239400" cy="17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E602272-992C-4CB0-9654-5FBDAB3D6A4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44583" y="2164665"/>
                  <a:ext cx="275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3D8DA18-2EC7-4C8B-A5BB-1038D923FA85}"/>
                    </a:ext>
                  </a:extLst>
                </p14:cNvPr>
                <p14:cNvContentPartPr/>
                <p14:nvPr/>
              </p14:nvContentPartPr>
              <p14:xfrm>
                <a:off x="1539943" y="2000865"/>
                <a:ext cx="299160" cy="386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3D8DA18-2EC7-4C8B-A5BB-1038D923FA8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22303" y="1983225"/>
                  <a:ext cx="3348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08EAEB8-6C3D-43AA-AF0E-6C509EB5C47B}"/>
                    </a:ext>
                  </a:extLst>
                </p14:cNvPr>
                <p14:cNvContentPartPr/>
                <p14:nvPr/>
              </p14:nvContentPartPr>
              <p14:xfrm>
                <a:off x="1570183" y="2169705"/>
                <a:ext cx="326880" cy="56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08EAEB8-6C3D-43AA-AF0E-6C509EB5C47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52183" y="2151705"/>
                  <a:ext cx="362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727FDEE-106D-438D-8A65-F56DDEA6D82C}"/>
                    </a:ext>
                  </a:extLst>
                </p14:cNvPr>
                <p14:cNvContentPartPr/>
                <p14:nvPr/>
              </p14:nvContentPartPr>
              <p14:xfrm>
                <a:off x="2180023" y="1844985"/>
                <a:ext cx="361080" cy="450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727FDEE-106D-438D-8A65-F56DDEA6D82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62383" y="1826985"/>
                  <a:ext cx="39672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D681583-976A-4C7C-83E7-CAADCE063AF7}"/>
                    </a:ext>
                  </a:extLst>
                </p14:cNvPr>
                <p14:cNvContentPartPr/>
                <p14:nvPr/>
              </p14:nvContentPartPr>
              <p14:xfrm>
                <a:off x="2232583" y="1828065"/>
                <a:ext cx="231480" cy="415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D681583-976A-4C7C-83E7-CAADCE063AF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14943" y="1810425"/>
                  <a:ext cx="26712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DB76C1F-7A38-43D2-86A1-6EA4F64CA212}"/>
                    </a:ext>
                  </a:extLst>
                </p14:cNvPr>
                <p14:cNvContentPartPr/>
                <p14:nvPr/>
              </p14:nvContentPartPr>
              <p14:xfrm>
                <a:off x="2487463" y="1682265"/>
                <a:ext cx="4680" cy="345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DB76C1F-7A38-43D2-86A1-6EA4F64CA21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69463" y="1664625"/>
                  <a:ext cx="40320" cy="38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B9B3647-2D0F-4C5D-B1B9-A299492AD700}"/>
              </a:ext>
            </a:extLst>
          </p:cNvPr>
          <p:cNvGrpSpPr/>
          <p:nvPr/>
        </p:nvGrpSpPr>
        <p:grpSpPr>
          <a:xfrm>
            <a:off x="1324303" y="2831025"/>
            <a:ext cx="8290800" cy="3562560"/>
            <a:chOff x="1324303" y="2831025"/>
            <a:chExt cx="8290800" cy="356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DB7D357-6863-4323-9338-65F81B11B1AB}"/>
                    </a:ext>
                  </a:extLst>
                </p14:cNvPr>
                <p14:cNvContentPartPr/>
                <p14:nvPr/>
              </p14:nvContentPartPr>
              <p14:xfrm>
                <a:off x="5651863" y="6182265"/>
                <a:ext cx="396360" cy="190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DB7D357-6863-4323-9338-65F81B11B1A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34223" y="6164625"/>
                  <a:ext cx="432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C62D26F-6F0B-4644-8C84-0AE47E0AA016}"/>
                    </a:ext>
                  </a:extLst>
                </p14:cNvPr>
                <p14:cNvContentPartPr/>
                <p14:nvPr/>
              </p14:nvContentPartPr>
              <p14:xfrm>
                <a:off x="1324303" y="3191025"/>
                <a:ext cx="226800" cy="620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C62D26F-6F0B-4644-8C84-0AE47E0AA01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06303" y="3173385"/>
                  <a:ext cx="26244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C2AD156-8EA0-46F0-B432-856ED6D07AF2}"/>
                    </a:ext>
                  </a:extLst>
                </p14:cNvPr>
                <p14:cNvContentPartPr/>
                <p14:nvPr/>
              </p14:nvContentPartPr>
              <p14:xfrm>
                <a:off x="1403863" y="3069705"/>
                <a:ext cx="55800" cy="20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C2AD156-8EA0-46F0-B432-856ED6D07AF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85863" y="3051705"/>
                  <a:ext cx="91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9C1EDD5-80B2-4DF9-82EA-A0EF15F16542}"/>
                    </a:ext>
                  </a:extLst>
                </p14:cNvPr>
                <p14:cNvContentPartPr/>
                <p14:nvPr/>
              </p14:nvContentPartPr>
              <p14:xfrm>
                <a:off x="1853863" y="2966745"/>
                <a:ext cx="245520" cy="434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9C1EDD5-80B2-4DF9-82EA-A0EF15F1654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35863" y="2949105"/>
                  <a:ext cx="28116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561CBD0-55BD-4B2E-B0DC-C62F1BA53B4B}"/>
                    </a:ext>
                  </a:extLst>
                </p14:cNvPr>
                <p14:cNvContentPartPr/>
                <p14:nvPr/>
              </p14:nvContentPartPr>
              <p14:xfrm>
                <a:off x="1778983" y="3178425"/>
                <a:ext cx="288360" cy="30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561CBD0-55BD-4B2E-B0DC-C62F1BA53B4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61343" y="3160425"/>
                  <a:ext cx="324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C51B25D-B1ED-4868-803E-D96E2934FEA9}"/>
                    </a:ext>
                  </a:extLst>
                </p14:cNvPr>
                <p14:cNvContentPartPr/>
                <p14:nvPr/>
              </p14:nvContentPartPr>
              <p14:xfrm>
                <a:off x="2668183" y="3353745"/>
                <a:ext cx="303840" cy="37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C51B25D-B1ED-4868-803E-D96E2934FEA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650543" y="3336105"/>
                  <a:ext cx="339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E3E5110-6D07-4D86-BB07-334D0DE78180}"/>
                    </a:ext>
                  </a:extLst>
                </p14:cNvPr>
                <p14:cNvContentPartPr/>
                <p14:nvPr/>
              </p14:nvContentPartPr>
              <p14:xfrm>
                <a:off x="2704903" y="3462465"/>
                <a:ext cx="269280" cy="11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E3E5110-6D07-4D86-BB07-334D0DE7818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87263" y="3444825"/>
                  <a:ext cx="304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05A6C8F-498A-4E8B-BE92-A04EAEBF7D0D}"/>
                    </a:ext>
                  </a:extLst>
                </p14:cNvPr>
                <p14:cNvContentPartPr/>
                <p14:nvPr/>
              </p14:nvContentPartPr>
              <p14:xfrm>
                <a:off x="6338023" y="3364185"/>
                <a:ext cx="301320" cy="13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05A6C8F-498A-4E8B-BE92-A04EAEBF7D0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320023" y="3346185"/>
                  <a:ext cx="3369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FBB3144-4435-41A6-AC34-B48798D452DF}"/>
                    </a:ext>
                  </a:extLst>
                </p14:cNvPr>
                <p14:cNvContentPartPr/>
                <p14:nvPr/>
              </p14:nvContentPartPr>
              <p14:xfrm>
                <a:off x="6384823" y="3492705"/>
                <a:ext cx="318240" cy="25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FBB3144-4435-41A6-AC34-B48798D452D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367183" y="3474705"/>
                  <a:ext cx="353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2E010A7-352F-48CD-B227-0D7AEBEA568D}"/>
                    </a:ext>
                  </a:extLst>
                </p14:cNvPr>
                <p14:cNvContentPartPr/>
                <p14:nvPr/>
              </p14:nvContentPartPr>
              <p14:xfrm>
                <a:off x="7167823" y="3412785"/>
                <a:ext cx="279720" cy="19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2E010A7-352F-48CD-B227-0D7AEBEA568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50183" y="3394785"/>
                  <a:ext cx="315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A1B4E9C-C5FD-4011-93D8-37612ABE5CDA}"/>
                    </a:ext>
                  </a:extLst>
                </p14:cNvPr>
                <p14:cNvContentPartPr/>
                <p14:nvPr/>
              </p14:nvContentPartPr>
              <p14:xfrm>
                <a:off x="7658503" y="2969625"/>
                <a:ext cx="315000" cy="478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A1B4E9C-C5FD-4011-93D8-37612ABE5CD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640863" y="2951985"/>
                  <a:ext cx="35064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F386E3B-8204-4FDE-8F17-D54B01A63AEF}"/>
                    </a:ext>
                  </a:extLst>
                </p14:cNvPr>
                <p14:cNvContentPartPr/>
                <p14:nvPr/>
              </p14:nvContentPartPr>
              <p14:xfrm>
                <a:off x="8426383" y="3206865"/>
                <a:ext cx="41040" cy="390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F386E3B-8204-4FDE-8F17-D54B01A63AE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408743" y="3189225"/>
                  <a:ext cx="7668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229ECF5-E605-4511-8F38-CB5F7F60F2EA}"/>
                    </a:ext>
                  </a:extLst>
                </p14:cNvPr>
                <p14:cNvContentPartPr/>
                <p14:nvPr/>
              </p14:nvContentPartPr>
              <p14:xfrm>
                <a:off x="8305063" y="3389745"/>
                <a:ext cx="350280" cy="16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229ECF5-E605-4511-8F38-CB5F7F60F2E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87063" y="3372105"/>
                  <a:ext cx="385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4D74B5B-2103-491C-9F98-F37344F6A983}"/>
                    </a:ext>
                  </a:extLst>
                </p14:cNvPr>
                <p14:cNvContentPartPr/>
                <p14:nvPr/>
              </p14:nvContentPartPr>
              <p14:xfrm>
                <a:off x="8696743" y="3349785"/>
                <a:ext cx="195480" cy="472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4D74B5B-2103-491C-9F98-F37344F6A98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679103" y="3331785"/>
                  <a:ext cx="23112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9A6AB57-D369-4473-8D98-5AF8046C60DB}"/>
                    </a:ext>
                  </a:extLst>
                </p14:cNvPr>
                <p14:cNvContentPartPr/>
                <p14:nvPr/>
              </p14:nvContentPartPr>
              <p14:xfrm>
                <a:off x="8791423" y="3140985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9A6AB57-D369-4473-8D98-5AF8046C60D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773423" y="31233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7EFF356-1208-46BC-BBA5-08607B787C78}"/>
                    </a:ext>
                  </a:extLst>
                </p14:cNvPr>
                <p14:cNvContentPartPr/>
                <p14:nvPr/>
              </p14:nvContentPartPr>
              <p14:xfrm>
                <a:off x="9067543" y="3211185"/>
                <a:ext cx="547560" cy="243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7EFF356-1208-46BC-BBA5-08607B787C7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49903" y="3193545"/>
                  <a:ext cx="5832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8F76667-9707-42CB-98A5-19C2208703E7}"/>
                    </a:ext>
                  </a:extLst>
                </p14:cNvPr>
                <p14:cNvContentPartPr/>
                <p14:nvPr/>
              </p14:nvContentPartPr>
              <p14:xfrm>
                <a:off x="4473583" y="4131345"/>
                <a:ext cx="99000" cy="1702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8F76667-9707-42CB-98A5-19C2208703E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455583" y="4113345"/>
                  <a:ext cx="134640" cy="173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DDD35DD-1057-47D1-8581-6D647329ED70}"/>
                    </a:ext>
                  </a:extLst>
                </p14:cNvPr>
                <p14:cNvContentPartPr/>
                <p14:nvPr/>
              </p14:nvContentPartPr>
              <p14:xfrm>
                <a:off x="4522903" y="5752785"/>
                <a:ext cx="2466360" cy="87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DDD35DD-1057-47D1-8581-6D647329ED7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05263" y="5735145"/>
                  <a:ext cx="25020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5309E34-0FA7-448B-8F4A-B785B319BBF6}"/>
                    </a:ext>
                  </a:extLst>
                </p14:cNvPr>
                <p14:cNvContentPartPr/>
                <p14:nvPr/>
              </p14:nvContentPartPr>
              <p14:xfrm>
                <a:off x="6865063" y="5691225"/>
                <a:ext cx="253440" cy="279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5309E34-0FA7-448B-8F4A-B785B319BBF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847063" y="5673585"/>
                  <a:ext cx="2890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836D1BA-E2F2-4444-90A0-B5ADF82609EB}"/>
                    </a:ext>
                  </a:extLst>
                </p14:cNvPr>
                <p14:cNvContentPartPr/>
                <p14:nvPr/>
              </p14:nvContentPartPr>
              <p14:xfrm>
                <a:off x="3413383" y="3331065"/>
                <a:ext cx="226440" cy="488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836D1BA-E2F2-4444-90A0-B5ADF82609E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95383" y="3313425"/>
                  <a:ext cx="26208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ADF99E1-7A0E-4D4C-BC10-A0F22486CB76}"/>
                    </a:ext>
                  </a:extLst>
                </p14:cNvPr>
                <p14:cNvContentPartPr/>
                <p14:nvPr/>
              </p14:nvContentPartPr>
              <p14:xfrm>
                <a:off x="3453703" y="3101025"/>
                <a:ext cx="36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ADF99E1-7A0E-4D4C-BC10-A0F22486CB7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36063" y="30833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D308C4D-B335-4F16-B7A8-E84386C896E9}"/>
                    </a:ext>
                  </a:extLst>
                </p14:cNvPr>
                <p14:cNvContentPartPr/>
                <p14:nvPr/>
              </p14:nvContentPartPr>
              <p14:xfrm>
                <a:off x="3722263" y="3195705"/>
                <a:ext cx="314280" cy="277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D308C4D-B335-4F16-B7A8-E84386C896E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04623" y="3177705"/>
                  <a:ext cx="3499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422D65F-8946-49BB-B478-10856B9E7F59}"/>
                    </a:ext>
                  </a:extLst>
                </p14:cNvPr>
                <p14:cNvContentPartPr/>
                <p14:nvPr/>
              </p14:nvContentPartPr>
              <p14:xfrm>
                <a:off x="4411663" y="3206865"/>
                <a:ext cx="55800" cy="404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422D65F-8946-49BB-B478-10856B9E7F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93663" y="3189225"/>
                  <a:ext cx="9144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79B0A44-8740-4BC3-97BE-0876F9526550}"/>
                    </a:ext>
                  </a:extLst>
                </p14:cNvPr>
                <p14:cNvContentPartPr/>
                <p14:nvPr/>
              </p14:nvContentPartPr>
              <p14:xfrm>
                <a:off x="4330663" y="3411345"/>
                <a:ext cx="271440" cy="57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79B0A44-8740-4BC3-97BE-0876F952655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12663" y="3393345"/>
                  <a:ext cx="307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6337CDB-7ABC-423B-B92F-98D941831F39}"/>
                    </a:ext>
                  </a:extLst>
                </p14:cNvPr>
                <p14:cNvContentPartPr/>
                <p14:nvPr/>
              </p14:nvContentPartPr>
              <p14:xfrm>
                <a:off x="4865983" y="3254025"/>
                <a:ext cx="254160" cy="521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6337CDB-7ABC-423B-B92F-98D941831F3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48343" y="3236025"/>
                  <a:ext cx="28980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0D2EC11-E915-4306-9CAA-BAF2A0F9EEA0}"/>
                    </a:ext>
                  </a:extLst>
                </p14:cNvPr>
                <p14:cNvContentPartPr/>
                <p14:nvPr/>
              </p14:nvContentPartPr>
              <p14:xfrm>
                <a:off x="4964263" y="3011025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0D2EC11-E915-4306-9CAA-BAF2A0F9EEA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946263" y="29933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ED7801F-E1E2-442E-B459-FB42C2DDE3F6}"/>
                    </a:ext>
                  </a:extLst>
                </p14:cNvPr>
                <p14:cNvContentPartPr/>
                <p14:nvPr/>
              </p14:nvContentPartPr>
              <p14:xfrm>
                <a:off x="5147503" y="2875665"/>
                <a:ext cx="228600" cy="319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ED7801F-E1E2-442E-B459-FB42C2DDE3F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29863" y="2857665"/>
                  <a:ext cx="2642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8456108-0967-4AA9-B3D9-08DFC7B20ED7}"/>
                    </a:ext>
                  </a:extLst>
                </p14:cNvPr>
                <p14:cNvContentPartPr/>
                <p14:nvPr/>
              </p14:nvContentPartPr>
              <p14:xfrm>
                <a:off x="5627023" y="2831025"/>
                <a:ext cx="235800" cy="613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8456108-0967-4AA9-B3D9-08DFC7B20ED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609023" y="2813385"/>
                  <a:ext cx="27144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A9A4792-ABFD-4DEA-A677-C648C7B7BC96}"/>
                    </a:ext>
                  </a:extLst>
                </p14:cNvPr>
                <p14:cNvContentPartPr/>
                <p14:nvPr/>
              </p14:nvContentPartPr>
              <p14:xfrm>
                <a:off x="4535143" y="3857025"/>
                <a:ext cx="15840" cy="338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A9A4792-ABFD-4DEA-A677-C648C7B7BC9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517143" y="3839385"/>
                  <a:ext cx="5148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D59745E-5201-4D2A-B518-16F8A1887720}"/>
                    </a:ext>
                  </a:extLst>
                </p14:cNvPr>
                <p14:cNvContentPartPr/>
                <p14:nvPr/>
              </p14:nvContentPartPr>
              <p14:xfrm>
                <a:off x="4412023" y="3760545"/>
                <a:ext cx="292320" cy="221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D59745E-5201-4D2A-B518-16F8A188772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394023" y="3742545"/>
                  <a:ext cx="3279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89039E4-8994-48A0-A346-6BF4DD304FED}"/>
                    </a:ext>
                  </a:extLst>
                </p14:cNvPr>
                <p14:cNvContentPartPr/>
                <p14:nvPr/>
              </p14:nvContentPartPr>
              <p14:xfrm>
                <a:off x="5798383" y="5749545"/>
                <a:ext cx="49320" cy="191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89039E4-8994-48A0-A346-6BF4DD304FE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780383" y="5731545"/>
                  <a:ext cx="849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82420A9-C819-40F3-8566-13772FC8E1E6}"/>
                    </a:ext>
                  </a:extLst>
                </p14:cNvPr>
                <p14:cNvContentPartPr/>
                <p14:nvPr/>
              </p14:nvContentPartPr>
              <p14:xfrm>
                <a:off x="5128063" y="5718585"/>
                <a:ext cx="30600" cy="208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82420A9-C819-40F3-8566-13772FC8E1E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10063" y="5700945"/>
                  <a:ext cx="66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AFEEFEA-2E74-44A6-9DC4-E0D52B75C438}"/>
                    </a:ext>
                  </a:extLst>
                </p14:cNvPr>
                <p14:cNvContentPartPr/>
                <p14:nvPr/>
              </p14:nvContentPartPr>
              <p14:xfrm>
                <a:off x="4488343" y="5185785"/>
                <a:ext cx="205200" cy="3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AFEEFEA-2E74-44A6-9DC4-E0D52B75C43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470703" y="5167785"/>
                  <a:ext cx="240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C700F81-921D-416F-92D9-82E3E921B3EF}"/>
                    </a:ext>
                  </a:extLst>
                </p14:cNvPr>
                <p14:cNvContentPartPr/>
                <p14:nvPr/>
              </p14:nvContentPartPr>
              <p14:xfrm>
                <a:off x="4072183" y="4907145"/>
                <a:ext cx="229320" cy="457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C700F81-921D-416F-92D9-82E3E921B3E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054543" y="4889145"/>
                  <a:ext cx="26496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AE67A0B-3927-45E9-AD5E-BBC2BC0913CE}"/>
                    </a:ext>
                  </a:extLst>
                </p14:cNvPr>
                <p14:cNvContentPartPr/>
                <p14:nvPr/>
              </p14:nvContentPartPr>
              <p14:xfrm>
                <a:off x="2262823" y="5790225"/>
                <a:ext cx="2224080" cy="80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AE67A0B-3927-45E9-AD5E-BBC2BC0913C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244823" y="5772225"/>
                  <a:ext cx="22597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E5B8A73-7171-4014-87A1-7AC7850994F6}"/>
                    </a:ext>
                  </a:extLst>
                </p14:cNvPr>
                <p14:cNvContentPartPr/>
                <p14:nvPr/>
              </p14:nvContentPartPr>
              <p14:xfrm>
                <a:off x="5736463" y="5125305"/>
                <a:ext cx="92160" cy="118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E5B8A73-7171-4014-87A1-7AC7850994F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718463" y="5107305"/>
                  <a:ext cx="127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AA7E44B-6A7F-4099-948F-636FA40D3BE8}"/>
                    </a:ext>
                  </a:extLst>
                </p14:cNvPr>
                <p14:cNvContentPartPr/>
                <p14:nvPr/>
              </p14:nvContentPartPr>
              <p14:xfrm>
                <a:off x="4490503" y="5207025"/>
                <a:ext cx="1306080" cy="614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AA7E44B-6A7F-4099-948F-636FA40D3BE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472863" y="5189385"/>
                  <a:ext cx="134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ED42BAC-4D23-4D86-8415-433BB08368A8}"/>
                    </a:ext>
                  </a:extLst>
                </p14:cNvPr>
                <p14:cNvContentPartPr/>
                <p14:nvPr/>
              </p14:nvContentPartPr>
              <p14:xfrm>
                <a:off x="4471423" y="4595745"/>
                <a:ext cx="290520" cy="33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ED42BAC-4D23-4D86-8415-433BB08368A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453423" y="4577745"/>
                  <a:ext cx="326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23E28F1-721C-41F4-B46C-4B419E73DD2C}"/>
                    </a:ext>
                  </a:extLst>
                </p14:cNvPr>
                <p14:cNvContentPartPr/>
                <p14:nvPr/>
              </p14:nvContentPartPr>
              <p14:xfrm>
                <a:off x="3833503" y="5699145"/>
                <a:ext cx="41040" cy="265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23E28F1-721C-41F4-B46C-4B419E73DD2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815863" y="5681145"/>
                  <a:ext cx="76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CC20F04-8A80-458B-A357-B287177B7750}"/>
                    </a:ext>
                  </a:extLst>
                </p14:cNvPr>
                <p14:cNvContentPartPr/>
                <p14:nvPr/>
              </p14:nvContentPartPr>
              <p14:xfrm>
                <a:off x="3504823" y="6211065"/>
                <a:ext cx="241200" cy="6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CC20F04-8A80-458B-A357-B287177B775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487183" y="6193425"/>
                  <a:ext cx="276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5E1725C-9DF4-477C-846F-27290B706214}"/>
                    </a:ext>
                  </a:extLst>
                </p14:cNvPr>
                <p14:cNvContentPartPr/>
                <p14:nvPr/>
              </p14:nvContentPartPr>
              <p14:xfrm>
                <a:off x="3850423" y="6014505"/>
                <a:ext cx="275760" cy="379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5E1725C-9DF4-477C-846F-27290B70621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832783" y="5996505"/>
                  <a:ext cx="311400" cy="41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886B07F-594C-4EE2-9EAA-EBAA5362C285}"/>
              </a:ext>
            </a:extLst>
          </p:cNvPr>
          <p:cNvGrpSpPr/>
          <p:nvPr/>
        </p:nvGrpSpPr>
        <p:grpSpPr>
          <a:xfrm>
            <a:off x="4842223" y="4392345"/>
            <a:ext cx="342000" cy="225000"/>
            <a:chOff x="4842223" y="4392345"/>
            <a:chExt cx="342000" cy="22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0AA461-BBFC-481F-8D94-F313677818C5}"/>
                    </a:ext>
                  </a:extLst>
                </p14:cNvPr>
                <p14:cNvContentPartPr/>
                <p14:nvPr/>
              </p14:nvContentPartPr>
              <p14:xfrm>
                <a:off x="4842223" y="4392345"/>
                <a:ext cx="198360" cy="225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0AA461-BBFC-481F-8D94-F313677818C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24223" y="4374705"/>
                  <a:ext cx="2340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D3AA435-066F-4D3C-B487-ADE4580DD6BF}"/>
                    </a:ext>
                  </a:extLst>
                </p14:cNvPr>
                <p14:cNvContentPartPr/>
                <p14:nvPr/>
              </p14:nvContentPartPr>
              <p14:xfrm>
                <a:off x="4912783" y="4399905"/>
                <a:ext cx="271440" cy="177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D3AA435-066F-4D3C-B487-ADE4580DD6B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895143" y="4381905"/>
                  <a:ext cx="307080" cy="21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04EA9F7-18BF-4C04-9F9B-B9A944113887}"/>
                  </a:ext>
                </a:extLst>
              </p14:cNvPr>
              <p14:cNvContentPartPr/>
              <p14:nvPr/>
            </p14:nvContentPartPr>
            <p14:xfrm>
              <a:off x="3775903" y="4632825"/>
              <a:ext cx="2520" cy="32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04EA9F7-18BF-4C04-9F9B-B9A944113887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758263" y="4614825"/>
                <a:ext cx="3816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0466F67D-EAB0-442B-9DA6-A755EB36E255}"/>
              </a:ext>
            </a:extLst>
          </p:cNvPr>
          <p:cNvGrpSpPr/>
          <p:nvPr/>
        </p:nvGrpSpPr>
        <p:grpSpPr>
          <a:xfrm>
            <a:off x="3382423" y="4575225"/>
            <a:ext cx="1080720" cy="1249560"/>
            <a:chOff x="3382423" y="4575225"/>
            <a:chExt cx="1080720" cy="12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EC337F3-05FD-4B6C-ABD6-04EDFC9BC19C}"/>
                    </a:ext>
                  </a:extLst>
                </p14:cNvPr>
                <p14:cNvContentPartPr/>
                <p14:nvPr/>
              </p14:nvContentPartPr>
              <p14:xfrm>
                <a:off x="3767263" y="4618425"/>
                <a:ext cx="695880" cy="1206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EC337F3-05FD-4B6C-ABD6-04EDFC9BC19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749623" y="4600785"/>
                  <a:ext cx="731520" cy="12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0870715-6868-4D02-8206-801F4A025927}"/>
                    </a:ext>
                  </a:extLst>
                </p14:cNvPr>
                <p14:cNvContentPartPr/>
                <p14:nvPr/>
              </p14:nvContentPartPr>
              <p14:xfrm>
                <a:off x="3746023" y="4575225"/>
                <a:ext cx="173160" cy="164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0870715-6868-4D02-8206-801F4A02592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728383" y="4557225"/>
                  <a:ext cx="208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BB7107-9D88-4927-A691-50D7492D7912}"/>
                    </a:ext>
                  </a:extLst>
                </p14:cNvPr>
                <p14:cNvContentPartPr/>
                <p14:nvPr/>
              </p14:nvContentPartPr>
              <p14:xfrm>
                <a:off x="3382423" y="5016945"/>
                <a:ext cx="162360" cy="406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BB7107-9D88-4927-A691-50D7492D791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364423" y="4999305"/>
                  <a:ext cx="1980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18F3B12-E4E8-4AB1-880B-CD184FA61C27}"/>
                    </a:ext>
                  </a:extLst>
                </p14:cNvPr>
                <p14:cNvContentPartPr/>
                <p14:nvPr/>
              </p14:nvContentPartPr>
              <p14:xfrm>
                <a:off x="3432463" y="4872945"/>
                <a:ext cx="47160" cy="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18F3B12-E4E8-4AB1-880B-CD184FA61C2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414463" y="4854945"/>
                  <a:ext cx="82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A50B011-AE48-453B-8CCA-C327A3D64EBB}"/>
                    </a:ext>
                  </a:extLst>
                </p14:cNvPr>
                <p14:cNvContentPartPr/>
                <p14:nvPr/>
              </p14:nvContentPartPr>
              <p14:xfrm>
                <a:off x="3649903" y="4870065"/>
                <a:ext cx="173160" cy="336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A50B011-AE48-453B-8CCA-C327A3D64EB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632263" y="4852065"/>
                  <a:ext cx="2088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F8BA88F-AE8B-42AD-B637-64FFCF0A4A7E}"/>
                    </a:ext>
                  </a:extLst>
                </p14:cNvPr>
                <p14:cNvContentPartPr/>
                <p14:nvPr/>
              </p14:nvContentPartPr>
              <p14:xfrm>
                <a:off x="3594463" y="5050065"/>
                <a:ext cx="190080" cy="40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F8BA88F-AE8B-42AD-B637-64FFCF0A4A7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576823" y="5032065"/>
                  <a:ext cx="225720" cy="7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6CFA72A-420B-4EE6-BA4F-1CD9693160EC}"/>
                  </a:ext>
                </a:extLst>
              </p14:cNvPr>
              <p14:cNvContentPartPr/>
              <p14:nvPr/>
            </p14:nvContentPartPr>
            <p14:xfrm>
              <a:off x="4373143" y="5511585"/>
              <a:ext cx="411480" cy="2257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6CFA72A-420B-4EE6-BA4F-1CD9693160EC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355503" y="5493585"/>
                <a:ext cx="447120" cy="26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1381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61F2-4F97-4E21-9892-7A034D179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Multiplier par un réel</a:t>
            </a:r>
            <a:endParaRPr lang="fr-BE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FB21D6A-9C37-4EBA-AD6D-AE53341EC1F3}"/>
              </a:ext>
            </a:extLst>
          </p:cNvPr>
          <p:cNvGrpSpPr/>
          <p:nvPr/>
        </p:nvGrpSpPr>
        <p:grpSpPr>
          <a:xfrm>
            <a:off x="1093903" y="1998345"/>
            <a:ext cx="638640" cy="298800"/>
            <a:chOff x="1093903" y="1998345"/>
            <a:chExt cx="63864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AD2874-3154-4F77-A84D-26B0FD0E57E5}"/>
                    </a:ext>
                  </a:extLst>
                </p14:cNvPr>
                <p14:cNvContentPartPr/>
                <p14:nvPr/>
              </p14:nvContentPartPr>
              <p14:xfrm>
                <a:off x="1093903" y="2065305"/>
                <a:ext cx="261000" cy="231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AD2874-3154-4F77-A84D-26B0FD0E57E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75903" y="2047305"/>
                  <a:ext cx="2966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20939E5-CA56-43D4-BE7D-2CF9A3CD81F2}"/>
                    </a:ext>
                  </a:extLst>
                </p14:cNvPr>
                <p14:cNvContentPartPr/>
                <p14:nvPr/>
              </p14:nvContentPartPr>
              <p14:xfrm>
                <a:off x="1501063" y="1998345"/>
                <a:ext cx="231480" cy="240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20939E5-CA56-43D4-BE7D-2CF9A3CD81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83423" y="1980345"/>
                  <a:ext cx="2671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F8C5CA-900B-46B3-A6E1-2BFEC4F6595D}"/>
                    </a:ext>
                  </a:extLst>
                </p14:cNvPr>
                <p14:cNvContentPartPr/>
                <p14:nvPr/>
              </p14:nvContentPartPr>
              <p14:xfrm>
                <a:off x="1476223" y="2119665"/>
                <a:ext cx="239400" cy="14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F8C5CA-900B-46B3-A6E1-2BFEC4F659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58583" y="2101665"/>
                  <a:ext cx="27504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57BFD0E-60CD-4B77-9C40-4BBFD638FDC6}"/>
              </a:ext>
            </a:extLst>
          </p:cNvPr>
          <p:cNvGrpSpPr/>
          <p:nvPr/>
        </p:nvGrpSpPr>
        <p:grpSpPr>
          <a:xfrm>
            <a:off x="2778703" y="2056665"/>
            <a:ext cx="2503440" cy="1516320"/>
            <a:chOff x="2778703" y="2056665"/>
            <a:chExt cx="2503440" cy="151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163F900-4FB2-41CB-A1A6-417FE5C133ED}"/>
                    </a:ext>
                  </a:extLst>
                </p14:cNvPr>
                <p14:cNvContentPartPr/>
                <p14:nvPr/>
              </p14:nvContentPartPr>
              <p14:xfrm>
                <a:off x="3242743" y="2180865"/>
                <a:ext cx="52560" cy="137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163F900-4FB2-41CB-A1A6-417FE5C133E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24743" y="2163225"/>
                  <a:ext cx="88200" cy="14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A03A781-2795-4AD9-8D74-AD3085343DB1}"/>
                    </a:ext>
                  </a:extLst>
                </p14:cNvPr>
                <p14:cNvContentPartPr/>
                <p14:nvPr/>
              </p14:nvContentPartPr>
              <p14:xfrm>
                <a:off x="3103783" y="2056665"/>
                <a:ext cx="339480" cy="216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A03A781-2795-4AD9-8D74-AD3085343D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86143" y="2038665"/>
                  <a:ext cx="3751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982E4F6-A6C5-45E8-9715-049EEE78EA22}"/>
                    </a:ext>
                  </a:extLst>
                </p14:cNvPr>
                <p14:cNvContentPartPr/>
                <p14:nvPr/>
              </p14:nvContentPartPr>
              <p14:xfrm>
                <a:off x="2778703" y="3404145"/>
                <a:ext cx="2192040" cy="153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982E4F6-A6C5-45E8-9715-049EEE78EA2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61063" y="3386145"/>
                  <a:ext cx="2227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6199DBD-5848-4512-8EE8-3A8EE27E08F2}"/>
                    </a:ext>
                  </a:extLst>
                </p14:cNvPr>
                <p14:cNvContentPartPr/>
                <p14:nvPr/>
              </p14:nvContentPartPr>
              <p14:xfrm>
                <a:off x="4930063" y="3269865"/>
                <a:ext cx="350280" cy="303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6199DBD-5848-4512-8EE8-3A8EE27E08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12063" y="3251865"/>
                  <a:ext cx="3859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C7CC741-DA09-4D83-946E-A48A5EFA7673}"/>
                    </a:ext>
                  </a:extLst>
                </p14:cNvPr>
                <p14:cNvContentPartPr/>
                <p14:nvPr/>
              </p14:nvContentPartPr>
              <p14:xfrm>
                <a:off x="3937543" y="2808345"/>
                <a:ext cx="95760" cy="114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C7CC741-DA09-4D83-946E-A48A5EFA76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19903" y="2790345"/>
                  <a:ext cx="131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957BFAA-DA9E-429C-A961-57F5966ACD47}"/>
                    </a:ext>
                  </a:extLst>
                </p14:cNvPr>
                <p14:cNvContentPartPr/>
                <p14:nvPr/>
              </p14:nvContentPartPr>
              <p14:xfrm>
                <a:off x="3215023" y="2866665"/>
                <a:ext cx="766080" cy="636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957BFAA-DA9E-429C-A961-57F5966ACD4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97023" y="2849025"/>
                  <a:ext cx="80172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37BE31A-5B8A-4335-9D82-3FB4B4226DAA}"/>
                    </a:ext>
                  </a:extLst>
                </p14:cNvPr>
                <p14:cNvContentPartPr/>
                <p14:nvPr/>
              </p14:nvContentPartPr>
              <p14:xfrm>
                <a:off x="3807943" y="3128385"/>
                <a:ext cx="128520" cy="191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37BE31A-5B8A-4335-9D82-3FB4B4226D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89943" y="3110385"/>
                  <a:ext cx="1641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D79F3EC-1CDA-4BFB-9E07-2A790B5E8BF1}"/>
                    </a:ext>
                  </a:extLst>
                </p14:cNvPr>
                <p14:cNvContentPartPr/>
                <p14:nvPr/>
              </p14:nvContentPartPr>
              <p14:xfrm>
                <a:off x="3810103" y="3172665"/>
                <a:ext cx="158400" cy="48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D79F3EC-1CDA-4BFB-9E07-2A790B5E8BF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92103" y="3154665"/>
                  <a:ext cx="194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2D04B42-C32E-42FE-A317-30B597A28AD0}"/>
                    </a:ext>
                  </a:extLst>
                </p14:cNvPr>
                <p14:cNvContentPartPr/>
                <p14:nvPr/>
              </p14:nvContentPartPr>
              <p14:xfrm>
                <a:off x="3995503" y="2878185"/>
                <a:ext cx="2520" cy="9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2D04B42-C32E-42FE-A317-30B597A28AD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77863" y="2860545"/>
                  <a:ext cx="38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2843C9D-DBD3-471D-9271-2B82873B0EEB}"/>
                    </a:ext>
                  </a:extLst>
                </p14:cNvPr>
                <p14:cNvContentPartPr/>
                <p14:nvPr/>
              </p14:nvContentPartPr>
              <p14:xfrm>
                <a:off x="3967783" y="2372385"/>
                <a:ext cx="604080" cy="526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2843C9D-DBD3-471D-9271-2B82873B0EE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50143" y="2354745"/>
                  <a:ext cx="63972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0D2221F-EF2F-426F-8373-69705676760C}"/>
                    </a:ext>
                  </a:extLst>
                </p14:cNvPr>
                <p14:cNvContentPartPr/>
                <p14:nvPr/>
              </p14:nvContentPartPr>
              <p14:xfrm>
                <a:off x="4492663" y="2240985"/>
                <a:ext cx="247680" cy="213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0D2221F-EF2F-426F-8373-69705676760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75023" y="2223345"/>
                  <a:ext cx="2833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F3AE5EF-9F8A-4500-BE74-1ED505A2BDC6}"/>
                    </a:ext>
                  </a:extLst>
                </p14:cNvPr>
                <p14:cNvContentPartPr/>
                <p14:nvPr/>
              </p14:nvContentPartPr>
              <p14:xfrm>
                <a:off x="4698943" y="2465985"/>
                <a:ext cx="227160" cy="148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F3AE5EF-9F8A-4500-BE74-1ED505A2BDC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80943" y="2448345"/>
                  <a:ext cx="2628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6F1A6A9-0A24-4ABA-8824-C6B0D6DC09C6}"/>
                    </a:ext>
                  </a:extLst>
                </p14:cNvPr>
                <p14:cNvContentPartPr/>
                <p14:nvPr/>
              </p14:nvContentPartPr>
              <p14:xfrm>
                <a:off x="5036623" y="2306865"/>
                <a:ext cx="198720" cy="266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6F1A6A9-0A24-4ABA-8824-C6B0D6DC09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18983" y="2288865"/>
                  <a:ext cx="2343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706D04E-7548-403D-86E1-E854FB5DC79D}"/>
                    </a:ext>
                  </a:extLst>
                </p14:cNvPr>
                <p14:cNvContentPartPr/>
                <p14:nvPr/>
              </p14:nvContentPartPr>
              <p14:xfrm>
                <a:off x="5036623" y="2452305"/>
                <a:ext cx="245520" cy="17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706D04E-7548-403D-86E1-E854FB5DC79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18983" y="2434665"/>
                  <a:ext cx="28116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4EFE301-C563-403C-8B8F-F1D70A067C48}"/>
              </a:ext>
            </a:extLst>
          </p:cNvPr>
          <p:cNvGrpSpPr/>
          <p:nvPr/>
        </p:nvGrpSpPr>
        <p:grpSpPr>
          <a:xfrm>
            <a:off x="953143" y="4273545"/>
            <a:ext cx="739080" cy="322200"/>
            <a:chOff x="953143" y="4273545"/>
            <a:chExt cx="73908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A28487C-9E0E-44AF-AC30-9C42D5AE7CD7}"/>
                    </a:ext>
                  </a:extLst>
                </p14:cNvPr>
                <p14:cNvContentPartPr/>
                <p14:nvPr/>
              </p14:nvContentPartPr>
              <p14:xfrm>
                <a:off x="953143" y="4375425"/>
                <a:ext cx="212040" cy="220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A28487C-9E0E-44AF-AC30-9C42D5AE7CD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5143" y="4357785"/>
                  <a:ext cx="2476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06CC0C-9127-46DB-9EC8-3D995E459E15}"/>
                    </a:ext>
                  </a:extLst>
                </p14:cNvPr>
                <p14:cNvContentPartPr/>
                <p14:nvPr/>
              </p14:nvContentPartPr>
              <p14:xfrm>
                <a:off x="1215943" y="4273545"/>
                <a:ext cx="141120" cy="314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06CC0C-9127-46DB-9EC8-3D995E459E1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97943" y="4255545"/>
                  <a:ext cx="1767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E05991A-AB3B-4B31-A8DC-392064E39218}"/>
                    </a:ext>
                  </a:extLst>
                </p14:cNvPr>
                <p14:cNvContentPartPr/>
                <p14:nvPr/>
              </p14:nvContentPartPr>
              <p14:xfrm>
                <a:off x="1158343" y="4421145"/>
                <a:ext cx="245520" cy="36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E05991A-AB3B-4B31-A8DC-392064E392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40703" y="4403505"/>
                  <a:ext cx="281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AD8EA76-C394-4205-84EF-9E590EF3C004}"/>
                    </a:ext>
                  </a:extLst>
                </p14:cNvPr>
                <p14:cNvContentPartPr/>
                <p14:nvPr/>
              </p14:nvContentPartPr>
              <p14:xfrm>
                <a:off x="1478383" y="4414305"/>
                <a:ext cx="213840" cy="149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AD8EA76-C394-4205-84EF-9E590EF3C00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60383" y="4396305"/>
                  <a:ext cx="24948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8762DD1-9EB9-4577-A8F9-33260FD484DB}"/>
              </a:ext>
            </a:extLst>
          </p:cNvPr>
          <p:cNvGrpSpPr/>
          <p:nvPr/>
        </p:nvGrpSpPr>
        <p:grpSpPr>
          <a:xfrm>
            <a:off x="2073463" y="4169865"/>
            <a:ext cx="1818720" cy="699840"/>
            <a:chOff x="2073463" y="4169865"/>
            <a:chExt cx="1818720" cy="69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B1DE827-C6C9-4FB0-BE5B-70BCC7785B36}"/>
                    </a:ext>
                  </a:extLst>
                </p14:cNvPr>
                <p14:cNvContentPartPr/>
                <p14:nvPr/>
              </p14:nvContentPartPr>
              <p14:xfrm>
                <a:off x="2073463" y="4334025"/>
                <a:ext cx="171000" cy="297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B1DE827-C6C9-4FB0-BE5B-70BCC7785B3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55823" y="4316385"/>
                  <a:ext cx="2066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4FA0A47-B6F2-4959-8016-F84F924F644F}"/>
                    </a:ext>
                  </a:extLst>
                </p14:cNvPr>
                <p14:cNvContentPartPr/>
                <p14:nvPr/>
              </p14:nvContentPartPr>
              <p14:xfrm>
                <a:off x="2195143" y="4401705"/>
                <a:ext cx="313920" cy="216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4FA0A47-B6F2-4959-8016-F84F924F644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77143" y="4384065"/>
                  <a:ext cx="3495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434827D-77BF-4244-A58F-5FBF32F2B732}"/>
                    </a:ext>
                  </a:extLst>
                </p14:cNvPr>
                <p14:cNvContentPartPr/>
                <p14:nvPr/>
              </p14:nvContentPartPr>
              <p14:xfrm>
                <a:off x="2732263" y="4409985"/>
                <a:ext cx="13680" cy="291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434827D-77BF-4244-A58F-5FBF32F2B7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14263" y="4391985"/>
                  <a:ext cx="493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BB2010E-2516-4ED0-B032-CE80E1CD9044}"/>
                    </a:ext>
                  </a:extLst>
                </p14:cNvPr>
                <p14:cNvContentPartPr/>
                <p14:nvPr/>
              </p14:nvContentPartPr>
              <p14:xfrm>
                <a:off x="2645143" y="4545705"/>
                <a:ext cx="217800" cy="3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BB2010E-2516-4ED0-B032-CE80E1CD904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27503" y="4527705"/>
                  <a:ext cx="253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FE6D51C-A22F-4DA3-9660-59408A2493B9}"/>
                    </a:ext>
                  </a:extLst>
                </p14:cNvPr>
                <p14:cNvContentPartPr/>
                <p14:nvPr/>
              </p14:nvContentPartPr>
              <p14:xfrm>
                <a:off x="3034303" y="4457145"/>
                <a:ext cx="187200" cy="412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FE6D51C-A22F-4DA3-9660-59408A2493B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16663" y="4439145"/>
                  <a:ext cx="22284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6900CC4-AA88-4190-BFA3-1BB95DAB3883}"/>
                    </a:ext>
                  </a:extLst>
                </p14:cNvPr>
                <p14:cNvContentPartPr/>
                <p14:nvPr/>
              </p14:nvContentPartPr>
              <p14:xfrm>
                <a:off x="3185143" y="4268505"/>
                <a:ext cx="360" cy="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900CC4-AA88-4190-BFA3-1BB95DAB388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67143" y="42505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98C65D3-6144-46F8-978E-512B649266BE}"/>
                    </a:ext>
                  </a:extLst>
                </p14:cNvPr>
                <p14:cNvContentPartPr/>
                <p14:nvPr/>
              </p14:nvContentPartPr>
              <p14:xfrm>
                <a:off x="3330223" y="4435545"/>
                <a:ext cx="224280" cy="170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98C65D3-6144-46F8-978E-512B649266B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12223" y="4417905"/>
                  <a:ext cx="2599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F65F9C0-F316-4F83-8F88-C411381E8C67}"/>
                    </a:ext>
                  </a:extLst>
                </p14:cNvPr>
                <p14:cNvContentPartPr/>
                <p14:nvPr/>
              </p14:nvContentPartPr>
              <p14:xfrm>
                <a:off x="3654223" y="4169865"/>
                <a:ext cx="237960" cy="416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F65F9C0-F316-4F83-8F88-C411381E8C6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36583" y="4151865"/>
                  <a:ext cx="273600" cy="45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8B8674A-F9DC-46B2-8A12-7F756E0CD818}"/>
              </a:ext>
            </a:extLst>
          </p:cNvPr>
          <p:cNvGrpSpPr/>
          <p:nvPr/>
        </p:nvGrpSpPr>
        <p:grpSpPr>
          <a:xfrm>
            <a:off x="1035583" y="5203785"/>
            <a:ext cx="2051640" cy="863640"/>
            <a:chOff x="1035583" y="5203785"/>
            <a:chExt cx="2051640" cy="86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23C4F60-6B9B-4C77-BC45-1393B84F1C91}"/>
                    </a:ext>
                  </a:extLst>
                </p14:cNvPr>
                <p14:cNvContentPartPr/>
                <p14:nvPr/>
              </p14:nvContentPartPr>
              <p14:xfrm>
                <a:off x="1035583" y="5396025"/>
                <a:ext cx="198360" cy="375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23C4F60-6B9B-4C77-BC45-1393B84F1C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7943" y="5378385"/>
                  <a:ext cx="2340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BEBFDBF-45CF-4556-B9F5-B706B7C29ADB}"/>
                    </a:ext>
                  </a:extLst>
                </p14:cNvPr>
                <p14:cNvContentPartPr/>
                <p14:nvPr/>
              </p14:nvContentPartPr>
              <p14:xfrm>
                <a:off x="1067623" y="5203785"/>
                <a:ext cx="596520" cy="550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BEBFDBF-45CF-4556-B9F5-B706B7C29AD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49983" y="5185785"/>
                  <a:ext cx="63216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D06A3A-CED5-4339-AB33-BE64113615B2}"/>
                    </a:ext>
                  </a:extLst>
                </p14:cNvPr>
                <p14:cNvContentPartPr/>
                <p14:nvPr/>
              </p14:nvContentPartPr>
              <p14:xfrm>
                <a:off x="1822183" y="5424465"/>
                <a:ext cx="202680" cy="561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D06A3A-CED5-4339-AB33-BE64113615B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04183" y="5406465"/>
                  <a:ext cx="23832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5FB9312-FAAF-4189-8216-79976E087FDF}"/>
                    </a:ext>
                  </a:extLst>
                </p14:cNvPr>
                <p14:cNvContentPartPr/>
                <p14:nvPr/>
              </p14:nvContentPartPr>
              <p14:xfrm>
                <a:off x="2019103" y="5548665"/>
                <a:ext cx="159480" cy="228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5FB9312-FAAF-4189-8216-79976E087FD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01103" y="5530665"/>
                  <a:ext cx="1951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E7995B8-E2D6-4318-ACC8-EB024A1B73F4}"/>
                    </a:ext>
                  </a:extLst>
                </p14:cNvPr>
                <p14:cNvContentPartPr/>
                <p14:nvPr/>
              </p14:nvContentPartPr>
              <p14:xfrm>
                <a:off x="2293423" y="5483865"/>
                <a:ext cx="143280" cy="286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E7995B8-E2D6-4318-ACC8-EB024A1B73F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75423" y="5466225"/>
                  <a:ext cx="1789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CC66775-A771-408F-8332-5AA7DDB9F09F}"/>
                    </a:ext>
                  </a:extLst>
                </p14:cNvPr>
                <p14:cNvContentPartPr/>
                <p14:nvPr/>
              </p14:nvContentPartPr>
              <p14:xfrm>
                <a:off x="2235823" y="5641545"/>
                <a:ext cx="156240" cy="13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CC66775-A771-408F-8332-5AA7DDB9F09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217823" y="5623545"/>
                  <a:ext cx="191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A6767F7-F1B5-4BCF-8A1E-9BE1BC955081}"/>
                    </a:ext>
                  </a:extLst>
                </p14:cNvPr>
                <p14:cNvContentPartPr/>
                <p14:nvPr/>
              </p14:nvContentPartPr>
              <p14:xfrm>
                <a:off x="2496103" y="5294145"/>
                <a:ext cx="158400" cy="773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A6767F7-F1B5-4BCF-8A1E-9BE1BC95508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78103" y="5276505"/>
                  <a:ext cx="194040" cy="80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9F19155-955F-40E1-8D73-EB655EE02F36}"/>
                    </a:ext>
                  </a:extLst>
                </p14:cNvPr>
                <p14:cNvContentPartPr/>
                <p14:nvPr/>
              </p14:nvContentPartPr>
              <p14:xfrm>
                <a:off x="2886343" y="5669985"/>
                <a:ext cx="200880" cy="4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9F19155-955F-40E1-8D73-EB655EE02F3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868343" y="5652345"/>
                  <a:ext cx="236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D4FAF67-68E6-4258-87E0-A79ED6296F1A}"/>
                    </a:ext>
                  </a:extLst>
                </p14:cNvPr>
                <p14:cNvContentPartPr/>
                <p14:nvPr/>
              </p14:nvContentPartPr>
              <p14:xfrm>
                <a:off x="2877703" y="5768625"/>
                <a:ext cx="203040" cy="16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D4FAF67-68E6-4258-87E0-A79ED6296F1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60063" y="5750625"/>
                  <a:ext cx="23868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41F86FD-3903-4789-BAC6-0D3A64B5FE4E}"/>
              </a:ext>
            </a:extLst>
          </p:cNvPr>
          <p:cNvGrpSpPr/>
          <p:nvPr/>
        </p:nvGrpSpPr>
        <p:grpSpPr>
          <a:xfrm>
            <a:off x="3559543" y="5528145"/>
            <a:ext cx="609120" cy="260640"/>
            <a:chOff x="3559543" y="5528145"/>
            <a:chExt cx="60912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8738B47-D201-4A61-AB33-4D9047C7BF3E}"/>
                    </a:ext>
                  </a:extLst>
                </p14:cNvPr>
                <p14:cNvContentPartPr/>
                <p14:nvPr/>
              </p14:nvContentPartPr>
              <p14:xfrm>
                <a:off x="3559543" y="5528145"/>
                <a:ext cx="257040" cy="260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8738B47-D201-4A61-AB33-4D9047C7BF3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41903" y="5510145"/>
                  <a:ext cx="2926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1257AF2-9647-48EC-9B4A-0B54F91DE822}"/>
                    </a:ext>
                  </a:extLst>
                </p14:cNvPr>
                <p14:cNvContentPartPr/>
                <p14:nvPr/>
              </p14:nvContentPartPr>
              <p14:xfrm>
                <a:off x="3753943" y="5563065"/>
                <a:ext cx="414720" cy="223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1257AF2-9647-48EC-9B4A-0B54F91DE82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35943" y="5545065"/>
                  <a:ext cx="45036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E7846C9-70EB-4403-AC7E-3895271C7185}"/>
              </a:ext>
            </a:extLst>
          </p:cNvPr>
          <p:cNvGrpSpPr/>
          <p:nvPr/>
        </p:nvGrpSpPr>
        <p:grpSpPr>
          <a:xfrm>
            <a:off x="4367023" y="5181105"/>
            <a:ext cx="2014200" cy="996480"/>
            <a:chOff x="4367023" y="5181105"/>
            <a:chExt cx="2014200" cy="9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2EFE89A-49E4-4614-9939-093CA47D8C59}"/>
                    </a:ext>
                  </a:extLst>
                </p14:cNvPr>
                <p14:cNvContentPartPr/>
                <p14:nvPr/>
              </p14:nvContentPartPr>
              <p14:xfrm>
                <a:off x="4367023" y="5688705"/>
                <a:ext cx="234720" cy="33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2EFE89A-49E4-4614-9939-093CA47D8C5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49383" y="5671065"/>
                  <a:ext cx="2703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5A03562-0B00-4A9D-BC3A-45E055690580}"/>
                    </a:ext>
                  </a:extLst>
                </p14:cNvPr>
                <p14:cNvContentPartPr/>
                <p14:nvPr/>
              </p14:nvContentPartPr>
              <p14:xfrm>
                <a:off x="4407343" y="5838465"/>
                <a:ext cx="175320" cy="6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5A03562-0B00-4A9D-BC3A-45E05569058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89703" y="5820825"/>
                  <a:ext cx="210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0C263F0-CEA4-4C04-858D-A2A8B9383864}"/>
                    </a:ext>
                  </a:extLst>
                </p14:cNvPr>
                <p14:cNvContentPartPr/>
                <p14:nvPr/>
              </p14:nvContentPartPr>
              <p14:xfrm>
                <a:off x="4852303" y="5552625"/>
                <a:ext cx="266040" cy="190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0C263F0-CEA4-4C04-858D-A2A8B938386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34303" y="5534985"/>
                  <a:ext cx="3016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66FE472-6145-4BFD-8AEA-8F480F2D0400}"/>
                    </a:ext>
                  </a:extLst>
                </p14:cNvPr>
                <p14:cNvContentPartPr/>
                <p14:nvPr/>
              </p14:nvContentPartPr>
              <p14:xfrm>
                <a:off x="5189623" y="5336265"/>
                <a:ext cx="205560" cy="577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66FE472-6145-4BFD-8AEA-8F480F2D040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71623" y="5318265"/>
                  <a:ext cx="24120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03CE77E-E784-49BC-8D00-3EC443F92B74}"/>
                    </a:ext>
                  </a:extLst>
                </p14:cNvPr>
                <p14:cNvContentPartPr/>
                <p14:nvPr/>
              </p14:nvContentPartPr>
              <p14:xfrm>
                <a:off x="5218423" y="5181105"/>
                <a:ext cx="503280" cy="651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03CE77E-E784-49BC-8D00-3EC443F92B7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00783" y="5163465"/>
                  <a:ext cx="53892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EE4458C-BA08-4C0C-957F-E2C9A0179ECE}"/>
                    </a:ext>
                  </a:extLst>
                </p14:cNvPr>
                <p14:cNvContentPartPr/>
                <p14:nvPr/>
              </p14:nvContentPartPr>
              <p14:xfrm>
                <a:off x="5864263" y="5405745"/>
                <a:ext cx="181800" cy="528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EE4458C-BA08-4C0C-957F-E2C9A0179EC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46263" y="5387745"/>
                  <a:ext cx="21744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3C32E8A-A220-4A0F-BF0A-D738EA50FD2A}"/>
                    </a:ext>
                  </a:extLst>
                </p14:cNvPr>
                <p14:cNvContentPartPr/>
                <p14:nvPr/>
              </p14:nvContentPartPr>
              <p14:xfrm>
                <a:off x="6037063" y="5503665"/>
                <a:ext cx="156240" cy="297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3C32E8A-A220-4A0F-BF0A-D738EA50FD2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19423" y="5486025"/>
                  <a:ext cx="1918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A229137-AAD0-4B2A-842E-74B654DD4E94}"/>
                    </a:ext>
                  </a:extLst>
                </p14:cNvPr>
                <p14:cNvContentPartPr/>
                <p14:nvPr/>
              </p14:nvContentPartPr>
              <p14:xfrm>
                <a:off x="5975503" y="5578545"/>
                <a:ext cx="267120" cy="81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A229137-AAD0-4B2A-842E-74B654DD4E9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57503" y="5560905"/>
                  <a:ext cx="3027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8AFD342-4695-418D-8C76-A86061889A62}"/>
                    </a:ext>
                  </a:extLst>
                </p14:cNvPr>
                <p14:cNvContentPartPr/>
                <p14:nvPr/>
              </p14:nvContentPartPr>
              <p14:xfrm>
                <a:off x="6139663" y="5360025"/>
                <a:ext cx="241560" cy="817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8AFD342-4695-418D-8C76-A86061889A6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21663" y="5342025"/>
                  <a:ext cx="277200" cy="85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1A7F056-22D3-493A-B9C6-C23657D4C674}"/>
              </a:ext>
            </a:extLst>
          </p:cNvPr>
          <p:cNvGrpSpPr/>
          <p:nvPr/>
        </p:nvGrpSpPr>
        <p:grpSpPr>
          <a:xfrm>
            <a:off x="6795943" y="2314065"/>
            <a:ext cx="2852280" cy="720360"/>
            <a:chOff x="6795943" y="2314065"/>
            <a:chExt cx="2852280" cy="72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4287C5E-CA49-4138-ADDD-0AE1677E99A8}"/>
                    </a:ext>
                  </a:extLst>
                </p14:cNvPr>
                <p14:cNvContentPartPr/>
                <p14:nvPr/>
              </p14:nvContentPartPr>
              <p14:xfrm>
                <a:off x="6795943" y="2314065"/>
                <a:ext cx="50040" cy="720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4287C5E-CA49-4138-ADDD-0AE1677E99A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78303" y="2296065"/>
                  <a:ext cx="8568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E9B3D82-CBBA-4014-868A-BFA7790D0E52}"/>
                    </a:ext>
                  </a:extLst>
                </p14:cNvPr>
                <p14:cNvContentPartPr/>
                <p14:nvPr/>
              </p14:nvContentPartPr>
              <p14:xfrm>
                <a:off x="6871183" y="2362305"/>
                <a:ext cx="11520" cy="598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E9B3D82-CBBA-4014-868A-BFA7790D0E5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53543" y="2344665"/>
                  <a:ext cx="4716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0278A7B-DE0A-4C12-A60B-128085BF1FF7}"/>
                    </a:ext>
                  </a:extLst>
                </p14:cNvPr>
                <p14:cNvContentPartPr/>
                <p14:nvPr/>
              </p14:nvContentPartPr>
              <p14:xfrm>
                <a:off x="6967303" y="2656065"/>
                <a:ext cx="207360" cy="274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0278A7B-DE0A-4C12-A60B-128085BF1FF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49303" y="2638425"/>
                  <a:ext cx="2430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7C91782-41A3-46C1-A678-51C63981E543}"/>
                    </a:ext>
                  </a:extLst>
                </p14:cNvPr>
                <p14:cNvContentPartPr/>
                <p14:nvPr/>
              </p14:nvContentPartPr>
              <p14:xfrm>
                <a:off x="7202023" y="2628345"/>
                <a:ext cx="160200" cy="313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7C91782-41A3-46C1-A678-51C63981E5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84023" y="2610345"/>
                  <a:ext cx="1958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E5DA630-97F7-4C3C-BFFE-D48B845B58C8}"/>
                    </a:ext>
                  </a:extLst>
                </p14:cNvPr>
                <p14:cNvContentPartPr/>
                <p14:nvPr/>
              </p14:nvContentPartPr>
              <p14:xfrm>
                <a:off x="7142263" y="2809785"/>
                <a:ext cx="237240" cy="23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E5DA630-97F7-4C3C-BFFE-D48B845B58C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124263" y="2791785"/>
                  <a:ext cx="272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7A6AB8F-F341-45AF-A55A-748EB16E9989}"/>
                    </a:ext>
                  </a:extLst>
                </p14:cNvPr>
                <p14:cNvContentPartPr/>
                <p14:nvPr/>
              </p14:nvContentPartPr>
              <p14:xfrm>
                <a:off x="7402543" y="2422425"/>
                <a:ext cx="28080" cy="579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7A6AB8F-F341-45AF-A55A-748EB16E998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384543" y="2404785"/>
                  <a:ext cx="6372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51F0098-0920-4F5C-92FA-3247EB728BA9}"/>
                    </a:ext>
                  </a:extLst>
                </p14:cNvPr>
                <p14:cNvContentPartPr/>
                <p14:nvPr/>
              </p14:nvContentPartPr>
              <p14:xfrm>
                <a:off x="7513423" y="2358345"/>
                <a:ext cx="51480" cy="609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51F0098-0920-4F5C-92FA-3247EB728BA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95783" y="2340345"/>
                  <a:ext cx="8712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61DB1DD-854B-4684-B6DE-EDE670FF63C4}"/>
                    </a:ext>
                  </a:extLst>
                </p14:cNvPr>
                <p14:cNvContentPartPr/>
                <p14:nvPr/>
              </p14:nvContentPartPr>
              <p14:xfrm>
                <a:off x="7786663" y="2721225"/>
                <a:ext cx="258480" cy="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61DB1DD-854B-4684-B6DE-EDE670FF63C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768663" y="2703225"/>
                  <a:ext cx="294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826EC89-1B70-4284-AE3D-1A9BABAA639E}"/>
                    </a:ext>
                  </a:extLst>
                </p14:cNvPr>
                <p14:cNvContentPartPr/>
                <p14:nvPr/>
              </p14:nvContentPartPr>
              <p14:xfrm>
                <a:off x="7850383" y="2808345"/>
                <a:ext cx="275400" cy="13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826EC89-1B70-4284-AE3D-1A9BABAA639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32743" y="2790345"/>
                  <a:ext cx="3110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877A972-FF4D-46ED-B051-D3847608DDF5}"/>
                    </a:ext>
                  </a:extLst>
                </p14:cNvPr>
                <p14:cNvContentPartPr/>
                <p14:nvPr/>
              </p14:nvContentPartPr>
              <p14:xfrm>
                <a:off x="8368783" y="2646705"/>
                <a:ext cx="243720" cy="247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877A972-FF4D-46ED-B051-D3847608DDF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51143" y="2629065"/>
                  <a:ext cx="2793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5575BE1-EF6E-4785-B199-ACEBD12155E9}"/>
                    </a:ext>
                  </a:extLst>
                </p14:cNvPr>
                <p14:cNvContentPartPr/>
                <p14:nvPr/>
              </p14:nvContentPartPr>
              <p14:xfrm>
                <a:off x="8855143" y="2412345"/>
                <a:ext cx="23760" cy="578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5575BE1-EF6E-4785-B199-ACEBD12155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37503" y="2394705"/>
                  <a:ext cx="5940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3A52835-A76F-4E58-9900-42A73DE15492}"/>
                    </a:ext>
                  </a:extLst>
                </p14:cNvPr>
                <p14:cNvContentPartPr/>
                <p14:nvPr/>
              </p14:nvContentPartPr>
              <p14:xfrm>
                <a:off x="8972503" y="2351145"/>
                <a:ext cx="53640" cy="657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3A52835-A76F-4E58-9900-42A73DE1549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54863" y="2333145"/>
                  <a:ext cx="8928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9F07922-AD50-4AAE-AE81-9290436366A5}"/>
                    </a:ext>
                  </a:extLst>
                </p14:cNvPr>
                <p14:cNvContentPartPr/>
                <p14:nvPr/>
              </p14:nvContentPartPr>
              <p14:xfrm>
                <a:off x="9215863" y="2583705"/>
                <a:ext cx="164520" cy="285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9F07922-AD50-4AAE-AE81-9290436366A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197863" y="2566065"/>
                  <a:ext cx="2001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A7108C3-48BA-477E-A9BF-953D3546BCAE}"/>
                    </a:ext>
                  </a:extLst>
                </p14:cNvPr>
                <p14:cNvContentPartPr/>
                <p14:nvPr/>
              </p14:nvContentPartPr>
              <p14:xfrm>
                <a:off x="9115423" y="2712585"/>
                <a:ext cx="316080" cy="51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A7108C3-48BA-477E-A9BF-953D3546BCA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97783" y="2694585"/>
                  <a:ext cx="351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1704E79-775E-4284-B12F-898BDCD06BD6}"/>
                    </a:ext>
                  </a:extLst>
                </p14:cNvPr>
                <p14:cNvContentPartPr/>
                <p14:nvPr/>
              </p14:nvContentPartPr>
              <p14:xfrm>
                <a:off x="9507823" y="2369505"/>
                <a:ext cx="43200" cy="600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1704E79-775E-4284-B12F-898BDCD06BD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490183" y="2351865"/>
                  <a:ext cx="7884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2424687-926B-4B53-9A32-00B1723FA572}"/>
                    </a:ext>
                  </a:extLst>
                </p14:cNvPr>
                <p14:cNvContentPartPr/>
                <p14:nvPr/>
              </p14:nvContentPartPr>
              <p14:xfrm>
                <a:off x="9603943" y="2354025"/>
                <a:ext cx="44280" cy="655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2424687-926B-4B53-9A32-00B1723FA57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586303" y="2336025"/>
                  <a:ext cx="79920" cy="69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6C3B02D-FEC1-4323-BDB1-F65069CFAD5F}"/>
              </a:ext>
            </a:extLst>
          </p:cNvPr>
          <p:cNvGrpSpPr/>
          <p:nvPr/>
        </p:nvGrpSpPr>
        <p:grpSpPr>
          <a:xfrm>
            <a:off x="6728263" y="3488745"/>
            <a:ext cx="1493640" cy="590040"/>
            <a:chOff x="6728263" y="3488745"/>
            <a:chExt cx="1493640" cy="59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CE3F384-8123-4D30-A144-C27F11F213B9}"/>
                    </a:ext>
                  </a:extLst>
                </p14:cNvPr>
                <p14:cNvContentPartPr/>
                <p14:nvPr/>
              </p14:nvContentPartPr>
              <p14:xfrm>
                <a:off x="6728263" y="3492705"/>
                <a:ext cx="685080" cy="557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CE3F384-8123-4D30-A144-C27F11F213B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10623" y="3475065"/>
                  <a:ext cx="72072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235D594-E794-4CB5-ACDA-BEFEEADF7DB7}"/>
                    </a:ext>
                  </a:extLst>
                </p14:cNvPr>
                <p14:cNvContentPartPr/>
                <p14:nvPr/>
              </p14:nvContentPartPr>
              <p14:xfrm>
                <a:off x="7117783" y="3685305"/>
                <a:ext cx="142200" cy="180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235D594-E794-4CB5-ACDA-BEFEEADF7DB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99783" y="3667305"/>
                  <a:ext cx="1778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7B64A7C-3E70-4017-AFD1-1D8AE9F8CC90}"/>
                    </a:ext>
                  </a:extLst>
                </p14:cNvPr>
                <p14:cNvContentPartPr/>
                <p14:nvPr/>
              </p14:nvContentPartPr>
              <p14:xfrm>
                <a:off x="7359703" y="3488745"/>
                <a:ext cx="200880" cy="374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7B64A7C-3E70-4017-AFD1-1D8AE9F8CC9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42063" y="3471105"/>
                  <a:ext cx="2365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EF3711E-13AA-42A1-8824-19AA98B55258}"/>
                    </a:ext>
                  </a:extLst>
                </p14:cNvPr>
                <p14:cNvContentPartPr/>
                <p14:nvPr/>
              </p14:nvContentPartPr>
              <p14:xfrm>
                <a:off x="7306423" y="3664065"/>
                <a:ext cx="345960" cy="40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EF3711E-13AA-42A1-8824-19AA98B5525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88783" y="3646425"/>
                  <a:ext cx="3816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2ACAFB5-0398-4B49-ADB4-13CDE4EC3C7E}"/>
                    </a:ext>
                  </a:extLst>
                </p14:cNvPr>
                <p14:cNvContentPartPr/>
                <p14:nvPr/>
              </p14:nvContentPartPr>
              <p14:xfrm>
                <a:off x="7918783" y="3932625"/>
                <a:ext cx="271440" cy="6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2ACAFB5-0398-4B49-ADB4-13CDE4EC3C7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900783" y="3914985"/>
                  <a:ext cx="307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4663895-9D7A-4233-A0AF-CCB321804EE7}"/>
                    </a:ext>
                  </a:extLst>
                </p14:cNvPr>
                <p14:cNvContentPartPr/>
                <p14:nvPr/>
              </p14:nvContentPartPr>
              <p14:xfrm>
                <a:off x="7914463" y="4058265"/>
                <a:ext cx="307440" cy="20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4663895-9D7A-4233-A0AF-CCB321804EE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896823" y="4040625"/>
                  <a:ext cx="34308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3DD250C-D842-4D2A-A723-0A77DCE09B96}"/>
              </a:ext>
            </a:extLst>
          </p:cNvPr>
          <p:cNvGrpSpPr/>
          <p:nvPr/>
        </p:nvGrpSpPr>
        <p:grpSpPr>
          <a:xfrm>
            <a:off x="6208063" y="396705"/>
            <a:ext cx="1911600" cy="1279800"/>
            <a:chOff x="6208063" y="396705"/>
            <a:chExt cx="1911600" cy="127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3E48CE4-B605-4153-890C-3C289EFDA5C5}"/>
                    </a:ext>
                  </a:extLst>
                </p14:cNvPr>
                <p14:cNvContentPartPr/>
                <p14:nvPr/>
              </p14:nvContentPartPr>
              <p14:xfrm>
                <a:off x="6208063" y="632145"/>
                <a:ext cx="458640" cy="290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3E48CE4-B605-4153-890C-3C289EFDA5C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190423" y="614145"/>
                  <a:ext cx="4942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7FFEF16-DF54-4A4B-BFD9-DD3BBFCEE79F}"/>
                    </a:ext>
                  </a:extLst>
                </p14:cNvPr>
                <p14:cNvContentPartPr/>
                <p14:nvPr/>
              </p14:nvContentPartPr>
              <p14:xfrm>
                <a:off x="7013743" y="599745"/>
                <a:ext cx="212400" cy="320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7FFEF16-DF54-4A4B-BFD9-DD3BBFCEE79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95743" y="581745"/>
                  <a:ext cx="2480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1953267-4A17-4C6C-902A-285052F5B36E}"/>
                    </a:ext>
                  </a:extLst>
                </p14:cNvPr>
                <p14:cNvContentPartPr/>
                <p14:nvPr/>
              </p14:nvContentPartPr>
              <p14:xfrm>
                <a:off x="7005823" y="753825"/>
                <a:ext cx="247680" cy="23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1953267-4A17-4C6C-902A-285052F5B36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87823" y="735825"/>
                  <a:ext cx="2833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8721D7C-0F47-435A-BAB4-9E40B0D892B5}"/>
                    </a:ext>
                  </a:extLst>
                </p14:cNvPr>
                <p14:cNvContentPartPr/>
                <p14:nvPr/>
              </p14:nvContentPartPr>
              <p14:xfrm>
                <a:off x="7474903" y="518025"/>
                <a:ext cx="45000" cy="374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8721D7C-0F47-435A-BAB4-9E40B0D892B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457263" y="500025"/>
                  <a:ext cx="806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E36C4C9-B80A-4F53-845A-52799873B062}"/>
                    </a:ext>
                  </a:extLst>
                </p14:cNvPr>
                <p14:cNvContentPartPr/>
                <p14:nvPr/>
              </p14:nvContentPartPr>
              <p14:xfrm>
                <a:off x="7560223" y="509385"/>
                <a:ext cx="41040" cy="371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E36C4C9-B80A-4F53-845A-52799873B06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542583" y="491385"/>
                  <a:ext cx="766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DC1E049-7F6B-44AD-9249-70FF6FD6D90B}"/>
                    </a:ext>
                  </a:extLst>
                </p14:cNvPr>
                <p14:cNvContentPartPr/>
                <p14:nvPr/>
              </p14:nvContentPartPr>
              <p14:xfrm>
                <a:off x="7389583" y="396705"/>
                <a:ext cx="375840" cy="500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DC1E049-7F6B-44AD-9249-70FF6FD6D90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71943" y="379065"/>
                  <a:ext cx="41148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55F8A86-E74D-442A-9F1F-3F29E342941A}"/>
                    </a:ext>
                  </a:extLst>
                </p14:cNvPr>
                <p14:cNvContentPartPr/>
                <p14:nvPr/>
              </p14:nvContentPartPr>
              <p14:xfrm>
                <a:off x="6246223" y="1322625"/>
                <a:ext cx="163440" cy="303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55F8A86-E74D-442A-9F1F-3F29E342941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28583" y="1304625"/>
                  <a:ext cx="1990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1497F2B-3487-411B-820E-2BDCE06CD082}"/>
                    </a:ext>
                  </a:extLst>
                </p14:cNvPr>
                <p14:cNvContentPartPr/>
                <p14:nvPr/>
              </p14:nvContentPartPr>
              <p14:xfrm>
                <a:off x="6218503" y="1479585"/>
                <a:ext cx="243720" cy="24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1497F2B-3487-411B-820E-2BDCE06CD08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00863" y="1461585"/>
                  <a:ext cx="279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43FDFC3-BB35-489E-98AB-800457FEBB5A}"/>
                    </a:ext>
                  </a:extLst>
                </p14:cNvPr>
                <p14:cNvContentPartPr/>
                <p14:nvPr/>
              </p14:nvContentPartPr>
              <p14:xfrm>
                <a:off x="6909703" y="1366545"/>
                <a:ext cx="243720" cy="309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43FDFC3-BB35-489E-98AB-800457FEBB5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891703" y="1348905"/>
                  <a:ext cx="2793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F366086-1013-41EC-B9D3-A1546F60AE21}"/>
                    </a:ext>
                  </a:extLst>
                </p14:cNvPr>
                <p14:cNvContentPartPr/>
                <p14:nvPr/>
              </p14:nvContentPartPr>
              <p14:xfrm>
                <a:off x="6907543" y="1506585"/>
                <a:ext cx="258480" cy="14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F366086-1013-41EC-B9D3-A1546F60AE2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889903" y="1488945"/>
                  <a:ext cx="294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C86F43-764F-4F88-9830-290637AA30C6}"/>
                    </a:ext>
                  </a:extLst>
                </p14:cNvPr>
                <p14:cNvContentPartPr/>
                <p14:nvPr/>
              </p14:nvContentPartPr>
              <p14:xfrm>
                <a:off x="7538983" y="1311465"/>
                <a:ext cx="373680" cy="308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C86F43-764F-4F88-9830-290637AA30C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21343" y="1293465"/>
                  <a:ext cx="4093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357B863-8A58-407F-B857-5E3389A6AF3D}"/>
                    </a:ext>
                  </a:extLst>
                </p14:cNvPr>
                <p14:cNvContentPartPr/>
                <p14:nvPr/>
              </p14:nvContentPartPr>
              <p14:xfrm>
                <a:off x="7641223" y="1419465"/>
                <a:ext cx="200880" cy="203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357B863-8A58-407F-B857-5E3389A6AF3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623583" y="1401825"/>
                  <a:ext cx="236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E7D380D-B273-4272-835F-059AFC32DBBB}"/>
                    </a:ext>
                  </a:extLst>
                </p14:cNvPr>
                <p14:cNvContentPartPr/>
                <p14:nvPr/>
              </p14:nvContentPartPr>
              <p14:xfrm>
                <a:off x="7957303" y="1125345"/>
                <a:ext cx="32400" cy="304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E7D380D-B273-4272-835F-059AFC32DBB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939303" y="1107345"/>
                  <a:ext cx="680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B58F998-3DA1-4D37-BE1C-5E5ABE6041A0}"/>
                    </a:ext>
                  </a:extLst>
                </p14:cNvPr>
                <p14:cNvContentPartPr/>
                <p14:nvPr/>
              </p14:nvContentPartPr>
              <p14:xfrm>
                <a:off x="7956583" y="736545"/>
                <a:ext cx="22320" cy="241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B58F998-3DA1-4D37-BE1C-5E5ABE6041A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938943" y="718905"/>
                  <a:ext cx="579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AED6E33-8993-4976-BA0D-03E71C984F9B}"/>
                    </a:ext>
                  </a:extLst>
                </p14:cNvPr>
                <p14:cNvContentPartPr/>
                <p14:nvPr/>
              </p14:nvContentPartPr>
              <p14:xfrm>
                <a:off x="7903663" y="900705"/>
                <a:ext cx="216000" cy="11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AED6E33-8993-4976-BA0D-03E71C984F9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886023" y="883065"/>
                  <a:ext cx="25164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610A7D4-FAF3-4389-83EC-11792736AE24}"/>
              </a:ext>
            </a:extLst>
          </p:cNvPr>
          <p:cNvGrpSpPr/>
          <p:nvPr/>
        </p:nvGrpSpPr>
        <p:grpSpPr>
          <a:xfrm>
            <a:off x="8665783" y="3567225"/>
            <a:ext cx="678600" cy="508680"/>
            <a:chOff x="8665783" y="3567225"/>
            <a:chExt cx="678600" cy="50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CA15562-FFB6-4CDC-820F-C63321B826D2}"/>
                    </a:ext>
                  </a:extLst>
                </p14:cNvPr>
                <p14:cNvContentPartPr/>
                <p14:nvPr/>
              </p14:nvContentPartPr>
              <p14:xfrm>
                <a:off x="8665783" y="3603225"/>
                <a:ext cx="599760" cy="472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CA15562-FFB6-4CDC-820F-C63321B826D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47783" y="3585225"/>
                  <a:ext cx="63540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F676F92-3B52-4D65-B30C-E28DD7DCAD93}"/>
                    </a:ext>
                  </a:extLst>
                </p14:cNvPr>
                <p14:cNvContentPartPr/>
                <p14:nvPr/>
              </p14:nvContentPartPr>
              <p14:xfrm>
                <a:off x="9104983" y="3567225"/>
                <a:ext cx="239400" cy="311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F676F92-3B52-4D65-B30C-E28DD7DCAD9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086983" y="3549585"/>
                  <a:ext cx="2750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53E3525-BC32-4293-BD70-BA974A1B2F70}"/>
                    </a:ext>
                  </a:extLst>
                </p14:cNvPr>
                <p14:cNvContentPartPr/>
                <p14:nvPr/>
              </p14:nvContentPartPr>
              <p14:xfrm>
                <a:off x="9059983" y="3728505"/>
                <a:ext cx="260640" cy="14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53E3525-BC32-4293-BD70-BA974A1B2F7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042343" y="3710505"/>
                  <a:ext cx="296280" cy="50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37221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48D54-4431-4844-AB11-C49FC2A7F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Module du quotient de deux complexes</a:t>
            </a:r>
            <a:endParaRPr lang="fr-BE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F398D7D-8991-44BD-B25A-7C3AD4C5FAEB}"/>
              </a:ext>
            </a:extLst>
          </p:cNvPr>
          <p:cNvGrpSpPr/>
          <p:nvPr/>
        </p:nvGrpSpPr>
        <p:grpSpPr>
          <a:xfrm>
            <a:off x="7931743" y="844905"/>
            <a:ext cx="343440" cy="449280"/>
            <a:chOff x="7931743" y="844905"/>
            <a:chExt cx="343440" cy="44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5E34D35-3212-4308-A1AA-FFC79F9E81B1}"/>
                    </a:ext>
                  </a:extLst>
                </p14:cNvPr>
                <p14:cNvContentPartPr/>
                <p14:nvPr/>
              </p14:nvContentPartPr>
              <p14:xfrm>
                <a:off x="7977463" y="844905"/>
                <a:ext cx="169920" cy="304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5E34D35-3212-4308-A1AA-FFC79F9E81B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959463" y="827265"/>
                  <a:ext cx="2055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2EEEC15-E1A1-4B39-9C91-6F04D6900898}"/>
                    </a:ext>
                  </a:extLst>
                </p14:cNvPr>
                <p14:cNvContentPartPr/>
                <p14:nvPr/>
              </p14:nvContentPartPr>
              <p14:xfrm>
                <a:off x="7931743" y="1020945"/>
                <a:ext cx="190080" cy="6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2EEEC15-E1A1-4B39-9C91-6F04D69008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13743" y="1002945"/>
                  <a:ext cx="225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6332372-8051-426D-B592-A819D45A4FA0}"/>
                    </a:ext>
                  </a:extLst>
                </p14:cNvPr>
                <p14:cNvContentPartPr/>
                <p14:nvPr/>
              </p14:nvContentPartPr>
              <p14:xfrm>
                <a:off x="8253583" y="1112385"/>
                <a:ext cx="21600" cy="181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6332372-8051-426D-B592-A819D45A4FA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35943" y="1094385"/>
                  <a:ext cx="5724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1E8F35A-EDE9-461E-BF5A-FC8F3CD8B54C}"/>
              </a:ext>
            </a:extLst>
          </p:cNvPr>
          <p:cNvGrpSpPr/>
          <p:nvPr/>
        </p:nvGrpSpPr>
        <p:grpSpPr>
          <a:xfrm>
            <a:off x="8522143" y="730785"/>
            <a:ext cx="975600" cy="555120"/>
            <a:chOff x="8522143" y="730785"/>
            <a:chExt cx="975600" cy="55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A50D689-5311-4CB9-95CA-1884696677AC}"/>
                    </a:ext>
                  </a:extLst>
                </p14:cNvPr>
                <p14:cNvContentPartPr/>
                <p14:nvPr/>
              </p14:nvContentPartPr>
              <p14:xfrm>
                <a:off x="8522143" y="730785"/>
                <a:ext cx="258840" cy="401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A50D689-5311-4CB9-95CA-1884696677A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04503" y="712785"/>
                  <a:ext cx="2944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9D8776-020D-4D5A-B135-F5B6D48636AA}"/>
                    </a:ext>
                  </a:extLst>
                </p14:cNvPr>
                <p14:cNvContentPartPr/>
                <p14:nvPr/>
              </p14:nvContentPartPr>
              <p14:xfrm>
                <a:off x="8748583" y="872265"/>
                <a:ext cx="130320" cy="13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9D8776-020D-4D5A-B135-F5B6D48636A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30943" y="854625"/>
                  <a:ext cx="1659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EB3A283-8D86-42AC-ABF7-E2AD9767D73B}"/>
                    </a:ext>
                  </a:extLst>
                </p14:cNvPr>
                <p14:cNvContentPartPr/>
                <p14:nvPr/>
              </p14:nvContentPartPr>
              <p14:xfrm>
                <a:off x="8923543" y="892785"/>
                <a:ext cx="194400" cy="258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EB3A283-8D86-42AC-ABF7-E2AD9767D73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05903" y="874785"/>
                  <a:ext cx="2300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5828236-6CBC-4FD1-8796-F86F16A608BA}"/>
                    </a:ext>
                  </a:extLst>
                </p14:cNvPr>
                <p14:cNvContentPartPr/>
                <p14:nvPr/>
              </p14:nvContentPartPr>
              <p14:xfrm>
                <a:off x="9224143" y="1065585"/>
                <a:ext cx="273600" cy="220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5828236-6CBC-4FD1-8796-F86F16A608B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206503" y="1047585"/>
                  <a:ext cx="30924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CB80678-0A32-4D3E-8646-4791A0700243}"/>
              </a:ext>
            </a:extLst>
          </p:cNvPr>
          <p:cNvGrpSpPr/>
          <p:nvPr/>
        </p:nvGrpSpPr>
        <p:grpSpPr>
          <a:xfrm>
            <a:off x="9889783" y="592185"/>
            <a:ext cx="977760" cy="544680"/>
            <a:chOff x="9889783" y="592185"/>
            <a:chExt cx="977760" cy="54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2ED9392-8606-4BDE-8F89-894C6005143A}"/>
                    </a:ext>
                  </a:extLst>
                </p14:cNvPr>
                <p14:cNvContentPartPr/>
                <p14:nvPr/>
              </p14:nvContentPartPr>
              <p14:xfrm>
                <a:off x="9889783" y="869385"/>
                <a:ext cx="256680" cy="267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2ED9392-8606-4BDE-8F89-894C600514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871783" y="851745"/>
                  <a:ext cx="2923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D364F66-5631-4AF4-946C-AC44EF62FEEB}"/>
                    </a:ext>
                  </a:extLst>
                </p14:cNvPr>
                <p14:cNvContentPartPr/>
                <p14:nvPr/>
              </p14:nvContentPartPr>
              <p14:xfrm>
                <a:off x="9945223" y="985305"/>
                <a:ext cx="286200" cy="30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D364F66-5631-4AF4-946C-AC44EF62FEE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27583" y="967305"/>
                  <a:ext cx="321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D9BADA7-7504-43C8-98A2-FCB9336E70DD}"/>
                    </a:ext>
                  </a:extLst>
                </p14:cNvPr>
                <p14:cNvContentPartPr/>
                <p14:nvPr/>
              </p14:nvContentPartPr>
              <p14:xfrm>
                <a:off x="10414663" y="714585"/>
                <a:ext cx="452880" cy="401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D9BADA7-7504-43C8-98A2-FCB9336E70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96663" y="696585"/>
                  <a:ext cx="48852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3F0FDAC-FF94-4415-AA9E-D623390A2394}"/>
                    </a:ext>
                  </a:extLst>
                </p14:cNvPr>
                <p14:cNvContentPartPr/>
                <p14:nvPr/>
              </p14:nvContentPartPr>
              <p14:xfrm>
                <a:off x="10600423" y="762105"/>
                <a:ext cx="181800" cy="254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3F0FDAC-FF94-4415-AA9E-D623390A239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82423" y="744465"/>
                  <a:ext cx="2174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1FC7688-F50A-4CBB-A86A-07472A38DF05}"/>
                    </a:ext>
                  </a:extLst>
                </p14:cNvPr>
                <p14:cNvContentPartPr/>
                <p14:nvPr/>
              </p14:nvContentPartPr>
              <p14:xfrm>
                <a:off x="10819303" y="592185"/>
                <a:ext cx="27000" cy="303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1FC7688-F50A-4CBB-A86A-07472A38DF0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01303" y="574545"/>
                  <a:ext cx="62640" cy="33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C4E9086-A204-4406-93AA-94447C6FBFA6}"/>
              </a:ext>
            </a:extLst>
          </p:cNvPr>
          <p:cNvGrpSpPr/>
          <p:nvPr/>
        </p:nvGrpSpPr>
        <p:grpSpPr>
          <a:xfrm>
            <a:off x="6439903" y="1360785"/>
            <a:ext cx="1579320" cy="1107000"/>
            <a:chOff x="6439903" y="1360785"/>
            <a:chExt cx="1579320" cy="11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03FD1E8-4E18-4DED-8928-AC10C3247EE0}"/>
                    </a:ext>
                  </a:extLst>
                </p14:cNvPr>
                <p14:cNvContentPartPr/>
                <p14:nvPr/>
              </p14:nvContentPartPr>
              <p14:xfrm>
                <a:off x="7675423" y="1360785"/>
                <a:ext cx="343800" cy="434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03FD1E8-4E18-4DED-8928-AC10C3247E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57783" y="1343145"/>
                  <a:ext cx="37944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923BEFF-00F7-4845-A873-A19B9934D9B5}"/>
                    </a:ext>
                  </a:extLst>
                </p14:cNvPr>
                <p14:cNvContentPartPr/>
                <p14:nvPr/>
              </p14:nvContentPartPr>
              <p14:xfrm>
                <a:off x="6439903" y="2028225"/>
                <a:ext cx="13680" cy="439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923BEFF-00F7-4845-A873-A19B9934D9B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21903" y="2010225"/>
                  <a:ext cx="4932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7D755C2-D29B-40B4-BED0-499D1A02CCD4}"/>
                    </a:ext>
                  </a:extLst>
                </p14:cNvPr>
                <p14:cNvContentPartPr/>
                <p14:nvPr/>
              </p14:nvContentPartPr>
              <p14:xfrm>
                <a:off x="6497503" y="1999425"/>
                <a:ext cx="30600" cy="369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7D755C2-D29B-40B4-BED0-499D1A02CCD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79863" y="1981785"/>
                  <a:ext cx="6624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4C061DC-F721-47CA-8625-F70DEB2A3EA5}"/>
                    </a:ext>
                  </a:extLst>
                </p14:cNvPr>
                <p14:cNvContentPartPr/>
                <p14:nvPr/>
              </p14:nvContentPartPr>
              <p14:xfrm>
                <a:off x="6574903" y="2079705"/>
                <a:ext cx="143280" cy="252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4C061DC-F721-47CA-8625-F70DEB2A3E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56903" y="2062065"/>
                  <a:ext cx="1789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5AF9112-33A6-4D1F-8105-4D656BF2B5F6}"/>
                    </a:ext>
                  </a:extLst>
                </p14:cNvPr>
                <p14:cNvContentPartPr/>
                <p14:nvPr/>
              </p14:nvContentPartPr>
              <p14:xfrm>
                <a:off x="6542863" y="2249625"/>
                <a:ext cx="230760" cy="11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5AF9112-33A6-4D1F-8105-4D656BF2B5F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24863" y="2231625"/>
                  <a:ext cx="266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D880994-9FEA-409F-BA49-6D5EA5C0E5CD}"/>
                    </a:ext>
                  </a:extLst>
                </p14:cNvPr>
                <p14:cNvContentPartPr/>
                <p14:nvPr/>
              </p14:nvContentPartPr>
              <p14:xfrm>
                <a:off x="6828703" y="2251065"/>
                <a:ext cx="30240" cy="171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D880994-9FEA-409F-BA49-6D5EA5C0E5C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10703" y="2233065"/>
                  <a:ext cx="658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AFB33E7-C9AC-4379-9A25-9B0240A561E9}"/>
                    </a:ext>
                  </a:extLst>
                </p14:cNvPr>
                <p14:cNvContentPartPr/>
                <p14:nvPr/>
              </p14:nvContentPartPr>
              <p14:xfrm>
                <a:off x="6962623" y="2025345"/>
                <a:ext cx="52200" cy="414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AFB33E7-C9AC-4379-9A25-9B0240A561E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44623" y="2007345"/>
                  <a:ext cx="8784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DC7FF89-3742-4338-A5F0-877358D19C38}"/>
                    </a:ext>
                  </a:extLst>
                </p14:cNvPr>
                <p14:cNvContentPartPr/>
                <p14:nvPr/>
              </p14:nvContentPartPr>
              <p14:xfrm>
                <a:off x="7146583" y="2147745"/>
                <a:ext cx="209520" cy="202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DC7FF89-3742-4338-A5F0-877358D19C3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28583" y="2129745"/>
                  <a:ext cx="2451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4849D40-DC2C-4C04-811E-91B8E5F9F013}"/>
                    </a:ext>
                  </a:extLst>
                </p14:cNvPr>
                <p14:cNvContentPartPr/>
                <p14:nvPr/>
              </p14:nvContentPartPr>
              <p14:xfrm>
                <a:off x="7395343" y="1893945"/>
                <a:ext cx="107640" cy="261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4849D40-DC2C-4C04-811E-91B8E5F9F01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77703" y="1875945"/>
                  <a:ext cx="1432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6E1453A-F362-403E-BE2F-F2A3B9A58419}"/>
                    </a:ext>
                  </a:extLst>
                </p14:cNvPr>
                <p14:cNvContentPartPr/>
                <p14:nvPr/>
              </p14:nvContentPartPr>
              <p14:xfrm>
                <a:off x="7432423" y="1836705"/>
                <a:ext cx="360" cy="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6E1453A-F362-403E-BE2F-F2A3B9A5841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14423" y="18187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E3625B1-2DA7-4D6B-94F0-385E7E4AF677}"/>
                    </a:ext>
                  </a:extLst>
                </p14:cNvPr>
                <p14:cNvContentPartPr/>
                <p14:nvPr/>
              </p14:nvContentPartPr>
              <p14:xfrm>
                <a:off x="7605223" y="1930305"/>
                <a:ext cx="124920" cy="115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E3625B1-2DA7-4D6B-94F0-385E7E4AF67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87223" y="1912305"/>
                  <a:ext cx="160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5FF9A12-FDF8-4AC3-B1F7-69C1E0AB24FB}"/>
                    </a:ext>
                  </a:extLst>
                </p14:cNvPr>
                <p14:cNvContentPartPr/>
                <p14:nvPr/>
              </p14:nvContentPartPr>
              <p14:xfrm>
                <a:off x="7664983" y="1819425"/>
                <a:ext cx="162360" cy="348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5FF9A12-FDF8-4AC3-B1F7-69C1E0AB24F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46983" y="1801785"/>
                  <a:ext cx="198000" cy="38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BFA073D-0B1E-4EC3-95D9-FA5167C87723}"/>
              </a:ext>
            </a:extLst>
          </p:cNvPr>
          <p:cNvGrpSpPr/>
          <p:nvPr/>
        </p:nvGrpSpPr>
        <p:grpSpPr>
          <a:xfrm>
            <a:off x="9082663" y="1415145"/>
            <a:ext cx="1950840" cy="1048680"/>
            <a:chOff x="9082663" y="1415145"/>
            <a:chExt cx="1950840" cy="10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BA821FC-A739-4909-B503-8AFF3625F29B}"/>
                    </a:ext>
                  </a:extLst>
                </p14:cNvPr>
                <p14:cNvContentPartPr/>
                <p14:nvPr/>
              </p14:nvContentPartPr>
              <p14:xfrm>
                <a:off x="9115423" y="1415145"/>
                <a:ext cx="407880" cy="3819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BA821FC-A739-4909-B503-8AFF3625F29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97783" y="1397505"/>
                  <a:ext cx="44352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22E7F03-D34E-402B-99B8-30A1B4457ED7}"/>
                    </a:ext>
                  </a:extLst>
                </p14:cNvPr>
                <p14:cNvContentPartPr/>
                <p14:nvPr/>
              </p14:nvContentPartPr>
              <p14:xfrm>
                <a:off x="9082663" y="1931025"/>
                <a:ext cx="47880" cy="450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22E7F03-D34E-402B-99B8-30A1B4457E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65023" y="1913025"/>
                  <a:ext cx="8352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3EFDDE8-3AE8-4921-AF5F-B93A12F186C7}"/>
                    </a:ext>
                  </a:extLst>
                </p14:cNvPr>
                <p14:cNvContentPartPr/>
                <p14:nvPr/>
              </p14:nvContentPartPr>
              <p14:xfrm>
                <a:off x="9200743" y="1965225"/>
                <a:ext cx="43200" cy="452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3EFDDE8-3AE8-4921-AF5F-B93A12F186C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83103" y="1947585"/>
                  <a:ext cx="7884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5C8EF88-8C09-43E3-8455-9F86136269FA}"/>
                    </a:ext>
                  </a:extLst>
                </p14:cNvPr>
                <p14:cNvContentPartPr/>
                <p14:nvPr/>
              </p14:nvContentPartPr>
              <p14:xfrm>
                <a:off x="9350143" y="2063865"/>
                <a:ext cx="147600" cy="234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5C8EF88-8C09-43E3-8455-9F86136269F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32503" y="2046225"/>
                  <a:ext cx="1832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BE01C13-15F4-4E08-A86F-211B7DF52C58}"/>
                    </a:ext>
                  </a:extLst>
                </p14:cNvPr>
                <p14:cNvContentPartPr/>
                <p14:nvPr/>
              </p14:nvContentPartPr>
              <p14:xfrm>
                <a:off x="9301183" y="2213985"/>
                <a:ext cx="235080" cy="10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BE01C13-15F4-4E08-A86F-211B7DF52C5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283183" y="2195985"/>
                  <a:ext cx="2707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6CA6805-B99E-40FE-AABD-DC9AF10494A2}"/>
                    </a:ext>
                  </a:extLst>
                </p14:cNvPr>
                <p14:cNvContentPartPr/>
                <p14:nvPr/>
              </p14:nvContentPartPr>
              <p14:xfrm>
                <a:off x="9531583" y="2190585"/>
                <a:ext cx="147600" cy="181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6CA6805-B99E-40FE-AABD-DC9AF10494A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13583" y="2172585"/>
                  <a:ext cx="1832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3485824-990E-45D3-B01E-67CBD9940E4C}"/>
                    </a:ext>
                  </a:extLst>
                </p14:cNvPr>
                <p14:cNvContentPartPr/>
                <p14:nvPr/>
              </p14:nvContentPartPr>
              <p14:xfrm>
                <a:off x="9680983" y="2029665"/>
                <a:ext cx="83520" cy="386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3485824-990E-45D3-B01E-67CBD9940E4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62983" y="2011665"/>
                  <a:ext cx="1191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C75CB66-308B-4675-B12D-E36F5B078AB1}"/>
                    </a:ext>
                  </a:extLst>
                </p14:cNvPr>
                <p14:cNvContentPartPr/>
                <p14:nvPr/>
              </p14:nvContentPartPr>
              <p14:xfrm>
                <a:off x="9755503" y="1995105"/>
                <a:ext cx="109080" cy="468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C75CB66-308B-4675-B12D-E36F5B078AB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737863" y="1977465"/>
                  <a:ext cx="14472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3EC0284-9AD8-49B7-B9D2-98CE8CFD0648}"/>
                    </a:ext>
                  </a:extLst>
                </p14:cNvPr>
                <p14:cNvContentPartPr/>
                <p14:nvPr/>
              </p14:nvContentPartPr>
              <p14:xfrm>
                <a:off x="10066903" y="1977465"/>
                <a:ext cx="286200" cy="296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3EC0284-9AD8-49B7-B9D2-98CE8CFD064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49263" y="1959465"/>
                  <a:ext cx="3218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A4BC061-967C-410C-AD63-949D7986D205}"/>
                    </a:ext>
                  </a:extLst>
                </p14:cNvPr>
                <p14:cNvContentPartPr/>
                <p14:nvPr/>
              </p14:nvContentPartPr>
              <p14:xfrm>
                <a:off x="10322503" y="1708185"/>
                <a:ext cx="113760" cy="347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A4BC061-967C-410C-AD63-949D7986D20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304863" y="1690185"/>
                  <a:ext cx="1494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D16AEF9-C3D7-4DAB-969E-72B853B04A1E}"/>
                    </a:ext>
                  </a:extLst>
                </p14:cNvPr>
                <p14:cNvContentPartPr/>
                <p14:nvPr/>
              </p14:nvContentPartPr>
              <p14:xfrm>
                <a:off x="10384783" y="1583625"/>
                <a:ext cx="360" cy="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D16AEF9-C3D7-4DAB-969E-72B853B04A1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367143" y="15659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7BF35E1-2FF7-4EA6-BA3E-010E3C94BBFB}"/>
                    </a:ext>
                  </a:extLst>
                </p14:cNvPr>
                <p14:cNvContentPartPr/>
                <p14:nvPr/>
              </p14:nvContentPartPr>
              <p14:xfrm>
                <a:off x="10539583" y="1672545"/>
                <a:ext cx="228600" cy="194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7BF35E1-2FF7-4EA6-BA3E-010E3C94BBF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521943" y="1654545"/>
                  <a:ext cx="2642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5CC0D2B-843D-449D-A701-ADB46B7F6FF0}"/>
                    </a:ext>
                  </a:extLst>
                </p14:cNvPr>
                <p14:cNvContentPartPr/>
                <p14:nvPr/>
              </p14:nvContentPartPr>
              <p14:xfrm>
                <a:off x="10640743" y="1492185"/>
                <a:ext cx="102600" cy="496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5CC0D2B-843D-449D-A701-ADB46B7F6FF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623103" y="1474545"/>
                  <a:ext cx="13824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B28D82B-6742-46B8-B022-8F12132A8E26}"/>
                    </a:ext>
                  </a:extLst>
                </p14:cNvPr>
                <p14:cNvContentPartPr/>
                <p14:nvPr/>
              </p14:nvContentPartPr>
              <p14:xfrm>
                <a:off x="10841263" y="1762545"/>
                <a:ext cx="192240" cy="249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B28D82B-6742-46B8-B022-8F12132A8E2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823623" y="1744545"/>
                  <a:ext cx="22788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BE77099A-66CE-4C34-9A22-AC24402EB79E}"/>
              </a:ext>
            </a:extLst>
          </p:cNvPr>
          <p:cNvGrpSpPr/>
          <p:nvPr/>
        </p:nvGrpSpPr>
        <p:grpSpPr>
          <a:xfrm>
            <a:off x="633463" y="1499385"/>
            <a:ext cx="4489560" cy="5011200"/>
            <a:chOff x="633463" y="1499385"/>
            <a:chExt cx="4489560" cy="501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A8117B0-0D4C-4173-A445-E7E5D9613C6C}"/>
                    </a:ext>
                  </a:extLst>
                </p14:cNvPr>
                <p14:cNvContentPartPr/>
                <p14:nvPr/>
              </p14:nvContentPartPr>
              <p14:xfrm>
                <a:off x="908863" y="1621065"/>
                <a:ext cx="47160" cy="1153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A8117B0-0D4C-4173-A445-E7E5D9613C6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90863" y="1603065"/>
                  <a:ext cx="82800" cy="11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3885756-8B5F-4DFA-B5B2-42F372BD13A7}"/>
                    </a:ext>
                  </a:extLst>
                </p14:cNvPr>
                <p14:cNvContentPartPr/>
                <p14:nvPr/>
              </p14:nvContentPartPr>
              <p14:xfrm>
                <a:off x="1032343" y="1622505"/>
                <a:ext cx="32400" cy="1063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3885756-8B5F-4DFA-B5B2-42F372BD13A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14703" y="1604505"/>
                  <a:ext cx="68040" cy="10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23AB78B-D07B-4F85-B0C9-3D5ED3F403F1}"/>
                    </a:ext>
                  </a:extLst>
                </p14:cNvPr>
                <p14:cNvContentPartPr/>
                <p14:nvPr/>
              </p14:nvContentPartPr>
              <p14:xfrm>
                <a:off x="1262743" y="1756785"/>
                <a:ext cx="258480" cy="371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23AB78B-D07B-4F85-B0C9-3D5ED3F403F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245103" y="1739145"/>
                  <a:ext cx="29412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2CEE7E2-AC3A-4A26-96CC-DEBB771A2C70}"/>
                    </a:ext>
                  </a:extLst>
                </p14:cNvPr>
                <p14:cNvContentPartPr/>
                <p14:nvPr/>
              </p14:nvContentPartPr>
              <p14:xfrm>
                <a:off x="1286503" y="1965225"/>
                <a:ext cx="237240" cy="9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2CEE7E2-AC3A-4A26-96CC-DEBB771A2C7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268503" y="1947585"/>
                  <a:ext cx="272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3CD9026-975B-49BD-960F-529CC4179A69}"/>
                    </a:ext>
                  </a:extLst>
                </p14:cNvPr>
                <p14:cNvContentPartPr/>
                <p14:nvPr/>
              </p14:nvContentPartPr>
              <p14:xfrm>
                <a:off x="1687543" y="1923825"/>
                <a:ext cx="11160" cy="220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3CD9026-975B-49BD-960F-529CC4179A6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669543" y="1906185"/>
                  <a:ext cx="468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672AAE5-0F04-451B-9AB5-C6C5AEE5C94C}"/>
                    </a:ext>
                  </a:extLst>
                </p14:cNvPr>
                <p14:cNvContentPartPr/>
                <p14:nvPr/>
              </p14:nvContentPartPr>
              <p14:xfrm>
                <a:off x="1269223" y="2316585"/>
                <a:ext cx="544320" cy="28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672AAE5-0F04-451B-9AB5-C6C5AEE5C94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51583" y="2298945"/>
                  <a:ext cx="5799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BECE0C5-1864-4AEA-812B-8747246D0A25}"/>
                    </a:ext>
                  </a:extLst>
                </p14:cNvPr>
                <p14:cNvContentPartPr/>
                <p14:nvPr/>
              </p14:nvContentPartPr>
              <p14:xfrm>
                <a:off x="1296943" y="2460225"/>
                <a:ext cx="222120" cy="364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BECE0C5-1864-4AEA-812B-8747246D0A2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279303" y="2442225"/>
                  <a:ext cx="25776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483EE11-5562-4CA1-BFD1-71DDA0F29647}"/>
                    </a:ext>
                  </a:extLst>
                </p14:cNvPr>
                <p14:cNvContentPartPr/>
                <p14:nvPr/>
              </p14:nvContentPartPr>
              <p14:xfrm>
                <a:off x="1339783" y="2640945"/>
                <a:ext cx="219960" cy="44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483EE11-5562-4CA1-BFD1-71DDA0F2964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321783" y="2623305"/>
                  <a:ext cx="2556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FCFA0C-2746-4FD3-A034-FA856262A0A3}"/>
                    </a:ext>
                  </a:extLst>
                </p14:cNvPr>
                <p14:cNvContentPartPr/>
                <p14:nvPr/>
              </p14:nvContentPartPr>
              <p14:xfrm>
                <a:off x="1657303" y="2653905"/>
                <a:ext cx="164880" cy="179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FCFA0C-2746-4FD3-A034-FA856262A0A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639303" y="2636265"/>
                  <a:ext cx="2005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176C3B9-30EF-4B84-84DA-8896F15855C8}"/>
                    </a:ext>
                  </a:extLst>
                </p14:cNvPr>
                <p14:cNvContentPartPr/>
                <p14:nvPr/>
              </p14:nvContentPartPr>
              <p14:xfrm>
                <a:off x="1904983" y="1637985"/>
                <a:ext cx="98640" cy="1091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176C3B9-30EF-4B84-84DA-8896F15855C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887343" y="1620345"/>
                  <a:ext cx="134280" cy="11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740526A-7918-4804-895D-D2BB3BFB02B4}"/>
                    </a:ext>
                  </a:extLst>
                </p14:cNvPr>
                <p14:cNvContentPartPr/>
                <p14:nvPr/>
              </p14:nvContentPartPr>
              <p14:xfrm>
                <a:off x="2031703" y="1675065"/>
                <a:ext cx="91440" cy="952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740526A-7918-4804-895D-D2BB3BFB02B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013703" y="1657425"/>
                  <a:ext cx="127080" cy="9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19AE85F-935C-40F4-A97D-BE284909F9EA}"/>
                    </a:ext>
                  </a:extLst>
                </p14:cNvPr>
                <p14:cNvContentPartPr/>
                <p14:nvPr/>
              </p14:nvContentPartPr>
              <p14:xfrm>
                <a:off x="2523823" y="2229465"/>
                <a:ext cx="316080" cy="19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19AE85F-935C-40F4-A97D-BE284909F9E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505823" y="2211825"/>
                  <a:ext cx="3517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C0EB013-ADEA-49F0-A240-7AD51397335C}"/>
                    </a:ext>
                  </a:extLst>
                </p14:cNvPr>
                <p14:cNvContentPartPr/>
                <p14:nvPr/>
              </p14:nvContentPartPr>
              <p14:xfrm>
                <a:off x="2564143" y="2332425"/>
                <a:ext cx="286200" cy="21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C0EB013-ADEA-49F0-A240-7AD51397335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546503" y="2314785"/>
                  <a:ext cx="3218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C88255F-7FDA-46EB-BB16-77E75916887E}"/>
                    </a:ext>
                  </a:extLst>
                </p14:cNvPr>
                <p14:cNvContentPartPr/>
                <p14:nvPr/>
              </p14:nvContentPartPr>
              <p14:xfrm>
                <a:off x="3425983" y="1592265"/>
                <a:ext cx="90000" cy="386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C88255F-7FDA-46EB-BB16-77E75916887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408343" y="1574625"/>
                  <a:ext cx="1256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4E838F9-28D0-4307-A282-09821804D627}"/>
                    </a:ext>
                  </a:extLst>
                </p14:cNvPr>
                <p14:cNvContentPartPr/>
                <p14:nvPr/>
              </p14:nvContentPartPr>
              <p14:xfrm>
                <a:off x="3594463" y="1499385"/>
                <a:ext cx="72720" cy="447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4E838F9-28D0-4307-A282-09821804D62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576823" y="1481745"/>
                  <a:ext cx="10836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18CEEA1-6A08-44CB-A899-A9D035B954FF}"/>
                    </a:ext>
                  </a:extLst>
                </p14:cNvPr>
                <p14:cNvContentPartPr/>
                <p14:nvPr/>
              </p14:nvContentPartPr>
              <p14:xfrm>
                <a:off x="3733423" y="1581825"/>
                <a:ext cx="186120" cy="270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18CEEA1-6A08-44CB-A899-A9D035B954F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715423" y="1563825"/>
                  <a:ext cx="2217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264FF6C-7292-4EB4-BCAE-0C41B5DD0267}"/>
                    </a:ext>
                  </a:extLst>
                </p14:cNvPr>
                <p14:cNvContentPartPr/>
                <p14:nvPr/>
              </p14:nvContentPartPr>
              <p14:xfrm>
                <a:off x="3711823" y="1729425"/>
                <a:ext cx="281880" cy="14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264FF6C-7292-4EB4-BCAE-0C41B5DD026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694183" y="1711785"/>
                  <a:ext cx="317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AF92C5B-8A38-4E5E-A640-A77792E99B82}"/>
                    </a:ext>
                  </a:extLst>
                </p14:cNvPr>
                <p14:cNvContentPartPr/>
                <p14:nvPr/>
              </p14:nvContentPartPr>
              <p14:xfrm>
                <a:off x="4102423" y="1518105"/>
                <a:ext cx="230760" cy="444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AF92C5B-8A38-4E5E-A640-A77792E99B8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084423" y="1500105"/>
                  <a:ext cx="26640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2442A84-22C7-49FF-8614-4709597FBA6C}"/>
                    </a:ext>
                  </a:extLst>
                </p14:cNvPr>
                <p14:cNvContentPartPr/>
                <p14:nvPr/>
              </p14:nvContentPartPr>
              <p14:xfrm>
                <a:off x="4358383" y="1510905"/>
                <a:ext cx="19440" cy="504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2442A84-22C7-49FF-8614-4709597FBA6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340383" y="1493265"/>
                  <a:ext cx="5508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A52DD92-875E-41FA-8D88-AC99CBF47E29}"/>
                    </a:ext>
                  </a:extLst>
                </p14:cNvPr>
                <p14:cNvContentPartPr/>
                <p14:nvPr/>
              </p14:nvContentPartPr>
              <p14:xfrm>
                <a:off x="3364063" y="2299305"/>
                <a:ext cx="1041840" cy="32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A52DD92-875E-41FA-8D88-AC99CBF47E2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346423" y="2281665"/>
                  <a:ext cx="10774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1D10559-6871-4911-8DFB-F0B45729D542}"/>
                    </a:ext>
                  </a:extLst>
                </p14:cNvPr>
                <p14:cNvContentPartPr/>
                <p14:nvPr/>
              </p14:nvContentPartPr>
              <p14:xfrm>
                <a:off x="3592303" y="2531145"/>
                <a:ext cx="51480" cy="437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1D10559-6871-4911-8DFB-F0B45729D54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574663" y="2513145"/>
                  <a:ext cx="871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7085D19-80DA-43CF-A31E-1038E1533CFC}"/>
                    </a:ext>
                  </a:extLst>
                </p14:cNvPr>
                <p14:cNvContentPartPr/>
                <p14:nvPr/>
              </p14:nvContentPartPr>
              <p14:xfrm>
                <a:off x="3705343" y="2481105"/>
                <a:ext cx="19440" cy="446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7085D19-80DA-43CF-A31E-1038E1533CF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687703" y="2463105"/>
                  <a:ext cx="5508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5027B67-BACE-4A5A-979B-CB376ADE0A7F}"/>
                    </a:ext>
                  </a:extLst>
                </p14:cNvPr>
                <p14:cNvContentPartPr/>
                <p14:nvPr/>
              </p14:nvContentPartPr>
              <p14:xfrm>
                <a:off x="3771583" y="2618625"/>
                <a:ext cx="232920" cy="295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5027B67-BACE-4A5A-979B-CB376ADE0A7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753943" y="2600625"/>
                  <a:ext cx="2685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1AB2B83-69AA-489C-BB69-26864E898961}"/>
                    </a:ext>
                  </a:extLst>
                </p14:cNvPr>
                <p14:cNvContentPartPr/>
                <p14:nvPr/>
              </p14:nvContentPartPr>
              <p14:xfrm>
                <a:off x="3729103" y="2769825"/>
                <a:ext cx="254160" cy="6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1AB2B83-69AA-489C-BB69-26864E89896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11103" y="2751825"/>
                  <a:ext cx="289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07228A-AE1D-4047-9776-3CF305FA7182}"/>
                    </a:ext>
                  </a:extLst>
                </p14:cNvPr>
                <p14:cNvContentPartPr/>
                <p14:nvPr/>
              </p14:nvContentPartPr>
              <p14:xfrm>
                <a:off x="4057423" y="2789625"/>
                <a:ext cx="181800" cy="133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07228A-AE1D-4047-9776-3CF305FA718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039783" y="2771625"/>
                  <a:ext cx="217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2D8C7FC-A331-42E6-82D4-9583072BF8C2}"/>
                    </a:ext>
                  </a:extLst>
                </p14:cNvPr>
                <p14:cNvContentPartPr/>
                <p14:nvPr/>
              </p14:nvContentPartPr>
              <p14:xfrm>
                <a:off x="4262263" y="2453745"/>
                <a:ext cx="109080" cy="516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2D8C7FC-A331-42E6-82D4-9583072BF8C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244623" y="2436105"/>
                  <a:ext cx="14472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73E9DAF-30B9-436A-B746-4C398670FCE0}"/>
                    </a:ext>
                  </a:extLst>
                </p14:cNvPr>
                <p14:cNvContentPartPr/>
                <p14:nvPr/>
              </p14:nvContentPartPr>
              <p14:xfrm>
                <a:off x="4469263" y="2385345"/>
                <a:ext cx="360" cy="607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73E9DAF-30B9-436A-B746-4C398670FCE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451263" y="2367345"/>
                  <a:ext cx="3600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74481DD-5FED-470D-871C-8ACA04C1029B}"/>
                    </a:ext>
                  </a:extLst>
                </p14:cNvPr>
                <p14:cNvContentPartPr/>
                <p14:nvPr/>
              </p14:nvContentPartPr>
              <p14:xfrm>
                <a:off x="1089223" y="3524385"/>
                <a:ext cx="304200" cy="223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74481DD-5FED-470D-871C-8ACA04C1029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71223" y="3506385"/>
                  <a:ext cx="3398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3AF05F1-6738-4A11-80C7-342E3AFE4A05}"/>
                    </a:ext>
                  </a:extLst>
                </p14:cNvPr>
                <p14:cNvContentPartPr/>
                <p14:nvPr/>
              </p14:nvContentPartPr>
              <p14:xfrm>
                <a:off x="1137103" y="3662625"/>
                <a:ext cx="207360" cy="6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3AF05F1-6738-4A11-80C7-342E3AFE4A0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19103" y="3644985"/>
                  <a:ext cx="243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F09480B-D710-490C-AE95-B2BFB80F10CB}"/>
                    </a:ext>
                  </a:extLst>
                </p14:cNvPr>
                <p14:cNvContentPartPr/>
                <p14:nvPr/>
              </p14:nvContentPartPr>
              <p14:xfrm>
                <a:off x="1015423" y="3678465"/>
                <a:ext cx="612720" cy="369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F09480B-D710-490C-AE95-B2BFB80F10C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97783" y="3660465"/>
                  <a:ext cx="6483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3088BE6-7333-40BA-A695-776BE93D944F}"/>
                    </a:ext>
                  </a:extLst>
                </p14:cNvPr>
                <p14:cNvContentPartPr/>
                <p14:nvPr/>
              </p14:nvContentPartPr>
              <p14:xfrm>
                <a:off x="1100743" y="4300545"/>
                <a:ext cx="303480" cy="323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3088BE6-7333-40BA-A695-776BE93D944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83103" y="4282545"/>
                  <a:ext cx="3391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FEEA18D-4803-4AA7-9D2B-10F44DA08F38}"/>
                    </a:ext>
                  </a:extLst>
                </p14:cNvPr>
                <p14:cNvContentPartPr/>
                <p14:nvPr/>
              </p14:nvContentPartPr>
              <p14:xfrm>
                <a:off x="1056103" y="4457145"/>
                <a:ext cx="288360" cy="36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FEEA18D-4803-4AA7-9D2B-10F44DA08F3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38103" y="4439145"/>
                  <a:ext cx="3240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4E70827-2E70-400F-A7BD-97DCC2D159C4}"/>
                    </a:ext>
                  </a:extLst>
                </p14:cNvPr>
                <p14:cNvContentPartPr/>
                <p14:nvPr/>
              </p14:nvContentPartPr>
              <p14:xfrm>
                <a:off x="1499263" y="4449945"/>
                <a:ext cx="190800" cy="317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4E70827-2E70-400F-A7BD-97DCC2D159C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481623" y="4431945"/>
                  <a:ext cx="2264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0279C5B-8B0F-45F3-BB8F-171F256D9471}"/>
                    </a:ext>
                  </a:extLst>
                </p14:cNvPr>
                <p14:cNvContentPartPr/>
                <p14:nvPr/>
              </p14:nvContentPartPr>
              <p14:xfrm>
                <a:off x="2073463" y="4008225"/>
                <a:ext cx="333000" cy="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0279C5B-8B0F-45F3-BB8F-171F256D947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055823" y="3990585"/>
                  <a:ext cx="368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1B45005-9412-4CEA-85D1-A593E7C6FF70}"/>
                    </a:ext>
                  </a:extLst>
                </p14:cNvPr>
                <p14:cNvContentPartPr/>
                <p14:nvPr/>
              </p14:nvContentPartPr>
              <p14:xfrm>
                <a:off x="2131063" y="4106865"/>
                <a:ext cx="343800" cy="64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1B45005-9412-4CEA-85D1-A593E7C6FF7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113423" y="4089225"/>
                  <a:ext cx="379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E8F645E-83AB-4CFC-AC31-A39D1ABA52E5}"/>
                    </a:ext>
                  </a:extLst>
                </p14:cNvPr>
                <p14:cNvContentPartPr/>
                <p14:nvPr/>
              </p14:nvContentPartPr>
              <p14:xfrm>
                <a:off x="2798863" y="3413865"/>
                <a:ext cx="87840" cy="379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E8F645E-83AB-4CFC-AC31-A39D1ABA52E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781223" y="3396225"/>
                  <a:ext cx="12348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1BA177A-9899-4A7C-AD18-62327EC04E5D}"/>
                    </a:ext>
                  </a:extLst>
                </p14:cNvPr>
                <p14:cNvContentPartPr/>
                <p14:nvPr/>
              </p14:nvContentPartPr>
              <p14:xfrm>
                <a:off x="2909743" y="3369585"/>
                <a:ext cx="113400" cy="417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1BA177A-9899-4A7C-AD18-62327EC04E5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892103" y="3351945"/>
                  <a:ext cx="1490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14B30BB-CE76-42A2-9360-CEBEC417C0CF}"/>
                    </a:ext>
                  </a:extLst>
                </p14:cNvPr>
                <p14:cNvContentPartPr/>
                <p14:nvPr/>
              </p14:nvContentPartPr>
              <p14:xfrm>
                <a:off x="3050503" y="3450585"/>
                <a:ext cx="256320" cy="284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14B30BB-CE76-42A2-9360-CEBEC417C0C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032863" y="3432945"/>
                  <a:ext cx="291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EF7A264-2627-42B8-B133-D1BB0BD44483}"/>
                    </a:ext>
                  </a:extLst>
                </p14:cNvPr>
                <p14:cNvContentPartPr/>
                <p14:nvPr/>
              </p14:nvContentPartPr>
              <p14:xfrm>
                <a:off x="3063463" y="3699705"/>
                <a:ext cx="271440" cy="10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EF7A264-2627-42B8-B133-D1BB0BD4448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045463" y="3682065"/>
                  <a:ext cx="307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B06AC30-143B-4FA3-A3A4-105B2E05A443}"/>
                    </a:ext>
                  </a:extLst>
                </p14:cNvPr>
                <p14:cNvContentPartPr/>
                <p14:nvPr/>
              </p14:nvContentPartPr>
              <p14:xfrm>
                <a:off x="3449383" y="3635625"/>
                <a:ext cx="23760" cy="172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B06AC30-143B-4FA3-A3A4-105B2E05A44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431743" y="3617625"/>
                  <a:ext cx="594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490CF0A-92EA-436C-8173-D17A174A8B28}"/>
                    </a:ext>
                  </a:extLst>
                </p14:cNvPr>
                <p14:cNvContentPartPr/>
                <p14:nvPr/>
              </p14:nvContentPartPr>
              <p14:xfrm>
                <a:off x="3556303" y="3376785"/>
                <a:ext cx="109080" cy="492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490CF0A-92EA-436C-8173-D17A174A8B2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538303" y="3359145"/>
                  <a:ext cx="14472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BE23591-522E-4433-8416-A013C019EA4E}"/>
                    </a:ext>
                  </a:extLst>
                </p14:cNvPr>
                <p14:cNvContentPartPr/>
                <p14:nvPr/>
              </p14:nvContentPartPr>
              <p14:xfrm>
                <a:off x="3618223" y="3349785"/>
                <a:ext cx="60120" cy="466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BE23591-522E-4433-8416-A013C019EA4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600223" y="3331785"/>
                  <a:ext cx="9576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B6605AB-5BAE-42B3-9B54-B9DB098EA650}"/>
                    </a:ext>
                  </a:extLst>
                </p14:cNvPr>
                <p14:cNvContentPartPr/>
                <p14:nvPr/>
              </p14:nvContentPartPr>
              <p14:xfrm>
                <a:off x="3908023" y="3433665"/>
                <a:ext cx="249840" cy="285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B6605AB-5BAE-42B3-9B54-B9DB098EA65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890383" y="3416025"/>
                  <a:ext cx="2854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C9BC606-1558-4469-9CD8-7FB35BEBA549}"/>
                    </a:ext>
                  </a:extLst>
                </p14:cNvPr>
                <p14:cNvContentPartPr/>
                <p14:nvPr/>
              </p14:nvContentPartPr>
              <p14:xfrm>
                <a:off x="4251463" y="3251145"/>
                <a:ext cx="96480" cy="331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C9BC606-1558-4469-9CD8-7FB35BEBA54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233823" y="3233505"/>
                  <a:ext cx="1321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9B0650F-D1D6-4324-A267-6E3205C50158}"/>
                    </a:ext>
                  </a:extLst>
                </p14:cNvPr>
                <p14:cNvContentPartPr/>
                <p14:nvPr/>
              </p14:nvContentPartPr>
              <p14:xfrm>
                <a:off x="4232383" y="3171225"/>
                <a:ext cx="360" cy="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9B0650F-D1D6-4324-A267-6E3205C5015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14743" y="31532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6659B73-5EAA-496F-86C1-B27BFDCCFEA2}"/>
                    </a:ext>
                  </a:extLst>
                </p14:cNvPr>
                <p14:cNvContentPartPr/>
                <p14:nvPr/>
              </p14:nvContentPartPr>
              <p14:xfrm>
                <a:off x="4385383" y="3256905"/>
                <a:ext cx="201600" cy="168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6659B73-5EAA-496F-86C1-B27BFDCCFEA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367383" y="3238905"/>
                  <a:ext cx="237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D7DE0D3-2BB8-49FB-846F-30D950B278A8}"/>
                    </a:ext>
                  </a:extLst>
                </p14:cNvPr>
                <p14:cNvContentPartPr/>
                <p14:nvPr/>
              </p14:nvContentPartPr>
              <p14:xfrm>
                <a:off x="4482943" y="3121185"/>
                <a:ext cx="246960" cy="517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D7DE0D3-2BB8-49FB-846F-30D950B278A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465303" y="3103185"/>
                  <a:ext cx="28260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1C656C3-7161-4A03-911A-8F0A297CACC2}"/>
                    </a:ext>
                  </a:extLst>
                </p14:cNvPr>
                <p14:cNvContentPartPr/>
                <p14:nvPr/>
              </p14:nvContentPartPr>
              <p14:xfrm>
                <a:off x="2629663" y="3878265"/>
                <a:ext cx="2493360" cy="186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1C656C3-7161-4A03-911A-8F0A297CACC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612023" y="3860265"/>
                  <a:ext cx="25290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7A1427C-848B-4206-9403-CFA298D6F3CB}"/>
                    </a:ext>
                  </a:extLst>
                </p14:cNvPr>
                <p14:cNvContentPartPr/>
                <p14:nvPr/>
              </p14:nvContentPartPr>
              <p14:xfrm>
                <a:off x="2841703" y="4354185"/>
                <a:ext cx="98640" cy="347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7A1427C-848B-4206-9403-CFA298D6F3C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823703" y="4336185"/>
                  <a:ext cx="1342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95D719E-10AA-46F2-BC10-084A2A7697C9}"/>
                    </a:ext>
                  </a:extLst>
                </p14:cNvPr>
                <p14:cNvContentPartPr/>
                <p14:nvPr/>
              </p14:nvContentPartPr>
              <p14:xfrm>
                <a:off x="2954383" y="4298385"/>
                <a:ext cx="75240" cy="4287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95D719E-10AA-46F2-BC10-084A2A7697C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36383" y="4280745"/>
                  <a:ext cx="11088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4445667-45D3-449A-9CB1-D589E5D39EF8}"/>
                    </a:ext>
                  </a:extLst>
                </p14:cNvPr>
                <p14:cNvContentPartPr/>
                <p14:nvPr/>
              </p14:nvContentPartPr>
              <p14:xfrm>
                <a:off x="3097663" y="4407825"/>
                <a:ext cx="303120" cy="281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4445667-45D3-449A-9CB1-D589E5D39EF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079663" y="4389825"/>
                  <a:ext cx="3387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0184564-A14D-4B59-8C4D-39BE0B8B0E2F}"/>
                    </a:ext>
                  </a:extLst>
                </p14:cNvPr>
                <p14:cNvContentPartPr/>
                <p14:nvPr/>
              </p14:nvContentPartPr>
              <p14:xfrm>
                <a:off x="3061303" y="4548585"/>
                <a:ext cx="198720" cy="6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0184564-A14D-4B59-8C4D-39BE0B8B0E2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043303" y="4530585"/>
                  <a:ext cx="234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7552C4D-034B-413F-9B25-85842E007E28}"/>
                    </a:ext>
                  </a:extLst>
                </p14:cNvPr>
                <p14:cNvContentPartPr/>
                <p14:nvPr/>
              </p14:nvContentPartPr>
              <p14:xfrm>
                <a:off x="3332023" y="4575945"/>
                <a:ext cx="196560" cy="207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7552C4D-034B-413F-9B25-85842E007E2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14383" y="4558305"/>
                  <a:ext cx="2322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28976FE-C151-4404-8D99-B9B9360CE590}"/>
                    </a:ext>
                  </a:extLst>
                </p14:cNvPr>
                <p14:cNvContentPartPr/>
                <p14:nvPr/>
              </p14:nvContentPartPr>
              <p14:xfrm>
                <a:off x="3609583" y="4335465"/>
                <a:ext cx="70920" cy="414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28976FE-C151-4404-8D99-B9B9360CE5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591583" y="4317825"/>
                  <a:ext cx="10656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E302CA8-CAB0-4F0E-BCB9-B2ACFF0150EE}"/>
                    </a:ext>
                  </a:extLst>
                </p14:cNvPr>
                <p14:cNvContentPartPr/>
                <p14:nvPr/>
              </p14:nvContentPartPr>
              <p14:xfrm>
                <a:off x="3722623" y="4318545"/>
                <a:ext cx="68760" cy="433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E302CA8-CAB0-4F0E-BCB9-B2ACFF0150E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04623" y="4300545"/>
                  <a:ext cx="10440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E33F5B2-B2E3-4F6C-9E51-633F542AD866}"/>
                    </a:ext>
                  </a:extLst>
                </p14:cNvPr>
                <p14:cNvContentPartPr/>
                <p14:nvPr/>
              </p14:nvContentPartPr>
              <p14:xfrm>
                <a:off x="4080823" y="4409625"/>
                <a:ext cx="200880" cy="263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E33F5B2-B2E3-4F6C-9E51-633F542AD86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063183" y="4391985"/>
                  <a:ext cx="2365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CF3A459-33FF-4D80-9839-65814131E4F4}"/>
                    </a:ext>
                  </a:extLst>
                </p14:cNvPr>
                <p14:cNvContentPartPr/>
                <p14:nvPr/>
              </p14:nvContentPartPr>
              <p14:xfrm>
                <a:off x="4313383" y="4198305"/>
                <a:ext cx="98640" cy="304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CF3A459-33FF-4D80-9839-65814131E4F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95383" y="4180665"/>
                  <a:ext cx="1342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2C7CD8F-25E3-405C-9822-0726E8677856}"/>
                    </a:ext>
                  </a:extLst>
                </p14:cNvPr>
                <p14:cNvContentPartPr/>
                <p14:nvPr/>
              </p14:nvContentPartPr>
              <p14:xfrm>
                <a:off x="4296463" y="4097145"/>
                <a:ext cx="360" cy="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2C7CD8F-25E3-405C-9822-0726E867785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78463" y="40791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96C2DE4-4C9B-4F50-B729-5CEDE0717D2F}"/>
                    </a:ext>
                  </a:extLst>
                </p14:cNvPr>
                <p14:cNvContentPartPr/>
                <p14:nvPr/>
              </p14:nvContentPartPr>
              <p14:xfrm>
                <a:off x="4417783" y="4200105"/>
                <a:ext cx="197640" cy="153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96C2DE4-4C9B-4F50-B729-5CEDE0717D2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400143" y="4182105"/>
                  <a:ext cx="233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BABD312-C820-4431-9BD8-03435319B6CC}"/>
                    </a:ext>
                  </a:extLst>
                </p14:cNvPr>
                <p14:cNvContentPartPr/>
                <p14:nvPr/>
              </p14:nvContentPartPr>
              <p14:xfrm>
                <a:off x="4529023" y="3971145"/>
                <a:ext cx="94320" cy="480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BABD312-C820-4431-9BD8-03435319B6C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511023" y="3953505"/>
                  <a:ext cx="12996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4A8D73C-FEFD-4B3B-97E3-19A5973D2AE9}"/>
                    </a:ext>
                  </a:extLst>
                </p14:cNvPr>
                <p14:cNvContentPartPr/>
                <p14:nvPr/>
              </p14:nvContentPartPr>
              <p14:xfrm>
                <a:off x="4680583" y="4240785"/>
                <a:ext cx="209520" cy="253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4A8D73C-FEFD-4B3B-97E3-19A5973D2AE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662583" y="4222785"/>
                  <a:ext cx="2451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305BD80-F344-4E43-8F37-089A49EB4FA7}"/>
                    </a:ext>
                  </a:extLst>
                </p14:cNvPr>
                <p14:cNvContentPartPr/>
                <p14:nvPr/>
              </p14:nvContentPartPr>
              <p14:xfrm>
                <a:off x="3172183" y="3121185"/>
                <a:ext cx="25920" cy="7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305BD80-F344-4E43-8F37-089A49EB4FA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154543" y="3103185"/>
                  <a:ext cx="61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F380962-A4DF-4420-8C48-332486463AA4}"/>
                    </a:ext>
                  </a:extLst>
                </p14:cNvPr>
                <p14:cNvContentPartPr/>
                <p14:nvPr/>
              </p14:nvContentPartPr>
              <p14:xfrm>
                <a:off x="2865103" y="3102465"/>
                <a:ext cx="128520" cy="316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F380962-A4DF-4420-8C48-332486463AA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847103" y="3084825"/>
                  <a:ext cx="1641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7BBF8E9-FE02-4F01-B360-FDD138945C61}"/>
                    </a:ext>
                  </a:extLst>
                </p14:cNvPr>
                <p14:cNvContentPartPr/>
                <p14:nvPr/>
              </p14:nvContentPartPr>
              <p14:xfrm>
                <a:off x="2645143" y="3208305"/>
                <a:ext cx="64440" cy="3960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7BBF8E9-FE02-4F01-B360-FDD138945C6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627503" y="3190305"/>
                  <a:ext cx="10008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403B230-9A1E-40EE-9CEF-F0647C0AB492}"/>
                    </a:ext>
                  </a:extLst>
                </p14:cNvPr>
                <p14:cNvContentPartPr/>
                <p14:nvPr/>
              </p14:nvContentPartPr>
              <p14:xfrm>
                <a:off x="2617423" y="3775665"/>
                <a:ext cx="49320" cy="241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403B230-9A1E-40EE-9CEF-F0647C0AB49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599783" y="3757665"/>
                  <a:ext cx="849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D18DB43-3A06-4C1E-9567-0BEEB64C8DC3}"/>
                    </a:ext>
                  </a:extLst>
                </p14:cNvPr>
                <p14:cNvContentPartPr/>
                <p14:nvPr/>
              </p14:nvContentPartPr>
              <p14:xfrm>
                <a:off x="2579263" y="4256985"/>
                <a:ext cx="77040" cy="469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D18DB43-3A06-4C1E-9567-0BEEB64C8DC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561263" y="4239345"/>
                  <a:ext cx="11268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D2D44F5-9B66-4D34-B27E-D5D8BC68CAE9}"/>
                    </a:ext>
                  </a:extLst>
                </p14:cNvPr>
                <p14:cNvContentPartPr/>
                <p14:nvPr/>
              </p14:nvContentPartPr>
              <p14:xfrm>
                <a:off x="2722183" y="4878345"/>
                <a:ext cx="631800" cy="745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D2D44F5-9B66-4D34-B27E-D5D8BC68CAE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704183" y="4860705"/>
                  <a:ext cx="667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FDF9653-88C0-44F1-B1AA-565C6D3C1CBC}"/>
                    </a:ext>
                  </a:extLst>
                </p14:cNvPr>
                <p14:cNvContentPartPr/>
                <p14:nvPr/>
              </p14:nvContentPartPr>
              <p14:xfrm>
                <a:off x="3560623" y="4851345"/>
                <a:ext cx="249840" cy="1404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FDF9653-88C0-44F1-B1AA-565C6D3C1CB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542623" y="4833705"/>
                  <a:ext cx="285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C8E1ACA-98B9-4D58-8D56-34AC117C7F68}"/>
                    </a:ext>
                  </a:extLst>
                </p14:cNvPr>
                <p14:cNvContentPartPr/>
                <p14:nvPr/>
              </p14:nvContentPartPr>
              <p14:xfrm>
                <a:off x="3786703" y="4488465"/>
                <a:ext cx="166680" cy="363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C8E1ACA-98B9-4D58-8D56-34AC117C7F6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768703" y="4470465"/>
                  <a:ext cx="2023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5D80B6A-B1F2-40D5-AB74-7C2374200802}"/>
                    </a:ext>
                  </a:extLst>
                </p14:cNvPr>
                <p14:cNvContentPartPr/>
                <p14:nvPr/>
              </p14:nvContentPartPr>
              <p14:xfrm>
                <a:off x="3818743" y="4164105"/>
                <a:ext cx="47160" cy="2462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5D80B6A-B1F2-40D5-AB74-7C237420080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800743" y="4146465"/>
                  <a:ext cx="82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928AC3B-4C5A-40BC-B20F-876EF00021CA}"/>
                    </a:ext>
                  </a:extLst>
                </p14:cNvPr>
                <p14:cNvContentPartPr/>
                <p14:nvPr/>
              </p14:nvContentPartPr>
              <p14:xfrm>
                <a:off x="3786703" y="3925425"/>
                <a:ext cx="4680" cy="143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928AC3B-4C5A-40BC-B20F-876EF00021C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768703" y="3907785"/>
                  <a:ext cx="40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69D6C5F-BA1E-4364-A0E9-7796F0CC373C}"/>
                    </a:ext>
                  </a:extLst>
                </p14:cNvPr>
                <p14:cNvContentPartPr/>
                <p14:nvPr/>
              </p14:nvContentPartPr>
              <p14:xfrm>
                <a:off x="3694903" y="3473985"/>
                <a:ext cx="25920" cy="200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69D6C5F-BA1E-4364-A0E9-7796F0CC373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676903" y="3456345"/>
                  <a:ext cx="615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E888EBC-9F2A-4738-9AF5-B3CAAE42BDA3}"/>
                    </a:ext>
                  </a:extLst>
                </p14:cNvPr>
                <p14:cNvContentPartPr/>
                <p14:nvPr/>
              </p14:nvContentPartPr>
              <p14:xfrm>
                <a:off x="3389623" y="3131265"/>
                <a:ext cx="200880" cy="159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E888EBC-9F2A-4738-9AF5-B3CAAE42BDA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371983" y="3113265"/>
                  <a:ext cx="2365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DD5BFFF-A994-44E3-A941-FBE83D37AAC0}"/>
                    </a:ext>
                  </a:extLst>
                </p14:cNvPr>
                <p14:cNvContentPartPr/>
                <p14:nvPr/>
              </p14:nvContentPartPr>
              <p14:xfrm>
                <a:off x="3176503" y="3042705"/>
                <a:ext cx="13320" cy="11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DD5BFFF-A994-44E3-A941-FBE83D37AAC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158503" y="3024705"/>
                  <a:ext cx="48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C34DE34-5FCD-4653-8E47-75C047C15AD0}"/>
                    </a:ext>
                  </a:extLst>
                </p14:cNvPr>
                <p14:cNvContentPartPr/>
                <p14:nvPr/>
              </p14:nvContentPartPr>
              <p14:xfrm>
                <a:off x="633463" y="5109825"/>
                <a:ext cx="75600" cy="1018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C34DE34-5FCD-4653-8E47-75C047C15AD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15463" y="5092185"/>
                  <a:ext cx="111240" cy="10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584639A-DAF2-4E2E-BC35-6B1777D2FF38}"/>
                    </a:ext>
                  </a:extLst>
                </p14:cNvPr>
                <p14:cNvContentPartPr/>
                <p14:nvPr/>
              </p14:nvContentPartPr>
              <p14:xfrm>
                <a:off x="779623" y="5029905"/>
                <a:ext cx="108000" cy="11005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584639A-DAF2-4E2E-BC35-6B1777D2FF3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61983" y="5012265"/>
                  <a:ext cx="143640" cy="11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1BF6A1D-3C6A-4BFA-B92F-6F6DB8E3FEEB}"/>
                    </a:ext>
                  </a:extLst>
                </p14:cNvPr>
                <p14:cNvContentPartPr/>
                <p14:nvPr/>
              </p14:nvContentPartPr>
              <p14:xfrm>
                <a:off x="1205143" y="5113425"/>
                <a:ext cx="281880" cy="340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1BF6A1D-3C6A-4BFA-B92F-6F6DB8E3FEE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87503" y="5095425"/>
                  <a:ext cx="3175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13BE5F8-8856-4989-9C1B-B9D95D6508AF}"/>
                    </a:ext>
                  </a:extLst>
                </p14:cNvPr>
                <p14:cNvContentPartPr/>
                <p14:nvPr/>
              </p14:nvContentPartPr>
              <p14:xfrm>
                <a:off x="1224583" y="5280105"/>
                <a:ext cx="226440" cy="6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13BE5F8-8856-4989-9C1B-B9D95D6508A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206583" y="5262105"/>
                  <a:ext cx="262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DC171B4-F364-4763-B19F-38ABF209D56A}"/>
                    </a:ext>
                  </a:extLst>
                </p14:cNvPr>
                <p14:cNvContentPartPr/>
                <p14:nvPr/>
              </p14:nvContentPartPr>
              <p14:xfrm>
                <a:off x="1636063" y="5302785"/>
                <a:ext cx="6840" cy="268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DC171B4-F364-4763-B19F-38ABF209D56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618423" y="5285145"/>
                  <a:ext cx="42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E42C251-926E-4503-8942-8C6C0344CA34}"/>
                    </a:ext>
                  </a:extLst>
                </p14:cNvPr>
                <p14:cNvContentPartPr/>
                <p14:nvPr/>
              </p14:nvContentPartPr>
              <p14:xfrm>
                <a:off x="1134943" y="5704185"/>
                <a:ext cx="739440" cy="47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E42C251-926E-4503-8942-8C6C0344CA34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16943" y="5686545"/>
                  <a:ext cx="775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BA4DA67-B589-4608-B6D1-0CFAB64E7DFE}"/>
                    </a:ext>
                  </a:extLst>
                </p14:cNvPr>
                <p14:cNvContentPartPr/>
                <p14:nvPr/>
              </p14:nvContentPartPr>
              <p14:xfrm>
                <a:off x="1169143" y="5977065"/>
                <a:ext cx="226440" cy="308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BA4DA67-B589-4608-B6D1-0CFAB64E7DF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51143" y="5959425"/>
                  <a:ext cx="2620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BEC9FD1-D255-4E42-A4C5-F6166EA9CF57}"/>
                    </a:ext>
                  </a:extLst>
                </p14:cNvPr>
                <p14:cNvContentPartPr/>
                <p14:nvPr/>
              </p14:nvContentPartPr>
              <p14:xfrm>
                <a:off x="1096423" y="6137265"/>
                <a:ext cx="239400" cy="345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BEC9FD1-D255-4E42-A4C5-F6166EA9CF5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78783" y="6119265"/>
                  <a:ext cx="275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E80C0EA-99C7-469A-8065-8E62B89F3668}"/>
                    </a:ext>
                  </a:extLst>
                </p14:cNvPr>
                <p14:cNvContentPartPr/>
                <p14:nvPr/>
              </p14:nvContentPartPr>
              <p14:xfrm>
                <a:off x="1469743" y="6184065"/>
                <a:ext cx="207360" cy="1666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E80C0EA-99C7-469A-8065-8E62B89F366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452103" y="6166425"/>
                  <a:ext cx="243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6C21CA4-CD37-4824-A0D5-A3079CC55F87}"/>
                    </a:ext>
                  </a:extLst>
                </p14:cNvPr>
                <p14:cNvContentPartPr/>
                <p14:nvPr/>
              </p14:nvContentPartPr>
              <p14:xfrm>
                <a:off x="1843063" y="4972665"/>
                <a:ext cx="164520" cy="1237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6C21CA4-CD37-4824-A0D5-A3079CC55F8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825423" y="4955025"/>
                  <a:ext cx="200160" cy="12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A4D1AF4-D9D9-4BAA-8BC7-A5B60C3A0645}"/>
                    </a:ext>
                  </a:extLst>
                </p14:cNvPr>
                <p14:cNvContentPartPr/>
                <p14:nvPr/>
              </p14:nvContentPartPr>
              <p14:xfrm>
                <a:off x="1924063" y="4965825"/>
                <a:ext cx="230760" cy="1239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A4D1AF4-D9D9-4BAA-8BC7-A5B60C3A064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906423" y="4947825"/>
                  <a:ext cx="266400" cy="12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0B83A9C-757D-4033-9836-3B6E87346B92}"/>
                    </a:ext>
                  </a:extLst>
                </p14:cNvPr>
                <p14:cNvContentPartPr/>
                <p14:nvPr/>
              </p14:nvContentPartPr>
              <p14:xfrm>
                <a:off x="2574943" y="5727225"/>
                <a:ext cx="341640" cy="10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0B83A9C-757D-4033-9836-3B6E87346B9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556943" y="5709225"/>
                  <a:ext cx="377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1D6E519-5C00-463E-BE66-DC46873B6CFF}"/>
                    </a:ext>
                  </a:extLst>
                </p14:cNvPr>
                <p14:cNvContentPartPr/>
                <p14:nvPr/>
              </p14:nvContentPartPr>
              <p14:xfrm>
                <a:off x="2711383" y="5865825"/>
                <a:ext cx="230760" cy="10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1D6E519-5C00-463E-BE66-DC46873B6CF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693743" y="5847825"/>
                  <a:ext cx="266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3C2D938-162E-42BB-930F-51113529E6A0}"/>
                    </a:ext>
                  </a:extLst>
                </p14:cNvPr>
                <p14:cNvContentPartPr/>
                <p14:nvPr/>
              </p14:nvContentPartPr>
              <p14:xfrm>
                <a:off x="3445423" y="5205585"/>
                <a:ext cx="235080" cy="3106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3C2D938-162E-42BB-930F-51113529E6A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427423" y="5187585"/>
                  <a:ext cx="2707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099CCF6-6D56-4D27-BC17-59FEB90306A4}"/>
                    </a:ext>
                  </a:extLst>
                </p14:cNvPr>
                <p14:cNvContentPartPr/>
                <p14:nvPr/>
              </p14:nvContentPartPr>
              <p14:xfrm>
                <a:off x="3829183" y="5398545"/>
                <a:ext cx="6840" cy="173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099CCF6-6D56-4D27-BC17-59FEB90306A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811543" y="5380905"/>
                  <a:ext cx="42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F820265-A441-48C2-8E94-000DFD8C2AA9}"/>
                    </a:ext>
                  </a:extLst>
                </p14:cNvPr>
                <p14:cNvContentPartPr/>
                <p14:nvPr/>
              </p14:nvContentPartPr>
              <p14:xfrm>
                <a:off x="3434623" y="5375865"/>
                <a:ext cx="232920" cy="24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F820265-A441-48C2-8E94-000DFD8C2AA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416623" y="5357865"/>
                  <a:ext cx="2685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B5AB7A7-8501-4ACD-82B2-71800373CED1}"/>
                    </a:ext>
                  </a:extLst>
                </p14:cNvPr>
                <p14:cNvContentPartPr/>
                <p14:nvPr/>
              </p14:nvContentPartPr>
              <p14:xfrm>
                <a:off x="3227623" y="5218545"/>
                <a:ext cx="68760" cy="3481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B5AB7A7-8501-4ACD-82B2-71800373CED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209983" y="5200905"/>
                  <a:ext cx="1044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743EEA0-8C30-4C85-9B00-34FD0D28C3AE}"/>
                    </a:ext>
                  </a:extLst>
                </p14:cNvPr>
                <p14:cNvContentPartPr/>
                <p14:nvPr/>
              </p14:nvContentPartPr>
              <p14:xfrm>
                <a:off x="3300343" y="5207025"/>
                <a:ext cx="132480" cy="393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743EEA0-8C30-4C85-9B00-34FD0D28C3A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282343" y="5189385"/>
                  <a:ext cx="16812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10DFC31-20A8-4699-B163-73053AE56892}"/>
                    </a:ext>
                  </a:extLst>
                </p14:cNvPr>
                <p14:cNvContentPartPr/>
                <p14:nvPr/>
              </p14:nvContentPartPr>
              <p14:xfrm>
                <a:off x="3884983" y="5207025"/>
                <a:ext cx="106920" cy="287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10DFC31-20A8-4699-B163-73053AE5689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866983" y="5189385"/>
                  <a:ext cx="1425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9DA1023-1386-4B20-8721-C729F6C5DCB4}"/>
                    </a:ext>
                  </a:extLst>
                </p14:cNvPr>
                <p14:cNvContentPartPr/>
                <p14:nvPr/>
              </p14:nvContentPartPr>
              <p14:xfrm>
                <a:off x="3893263" y="5131425"/>
                <a:ext cx="145440" cy="460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9DA1023-1386-4B20-8721-C729F6C5DCB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875263" y="5113425"/>
                  <a:ext cx="18108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7959E58-51AD-4C65-8AD8-8520C2957CA7}"/>
                    </a:ext>
                  </a:extLst>
                </p14:cNvPr>
                <p14:cNvContentPartPr/>
                <p14:nvPr/>
              </p14:nvContentPartPr>
              <p14:xfrm>
                <a:off x="3236263" y="5791305"/>
                <a:ext cx="862200" cy="38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7959E58-51AD-4C65-8AD8-8520C2957CA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218263" y="5773665"/>
                  <a:ext cx="8978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D63445A-4CE5-46BF-97B0-A6935F3C82C6}"/>
                    </a:ext>
                  </a:extLst>
                </p14:cNvPr>
                <p14:cNvContentPartPr/>
                <p14:nvPr/>
              </p14:nvContentPartPr>
              <p14:xfrm>
                <a:off x="3276583" y="6063105"/>
                <a:ext cx="149760" cy="381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D63445A-4CE5-46BF-97B0-A6935F3C82C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258943" y="6045105"/>
                  <a:ext cx="18540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681FEA2-515F-4E08-9FE9-0EF2C931311D}"/>
                    </a:ext>
                  </a:extLst>
                </p14:cNvPr>
                <p14:cNvContentPartPr/>
                <p14:nvPr/>
              </p14:nvContentPartPr>
              <p14:xfrm>
                <a:off x="3441103" y="6035745"/>
                <a:ext cx="87840" cy="3862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681FEA2-515F-4E08-9FE9-0EF2C931311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423103" y="6018105"/>
                  <a:ext cx="12348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CC19472-D3A7-4E1B-B493-87FBA7C4A600}"/>
                    </a:ext>
                  </a:extLst>
                </p14:cNvPr>
                <p14:cNvContentPartPr/>
                <p14:nvPr/>
              </p14:nvContentPartPr>
              <p14:xfrm>
                <a:off x="3547663" y="6207105"/>
                <a:ext cx="196560" cy="1746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CC19472-D3A7-4E1B-B493-87FBA7C4A60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529663" y="6189105"/>
                  <a:ext cx="232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B2540EB-DD01-4B7C-8235-FCF26EE69642}"/>
                    </a:ext>
                  </a:extLst>
                </p14:cNvPr>
                <p14:cNvContentPartPr/>
                <p14:nvPr/>
              </p14:nvContentPartPr>
              <p14:xfrm>
                <a:off x="3473143" y="6307185"/>
                <a:ext cx="211680" cy="118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B2540EB-DD01-4B7C-8235-FCF26EE69642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455143" y="6289545"/>
                  <a:ext cx="2473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D9C1EC3-63E4-486B-B89C-ED2611E40BBB}"/>
                    </a:ext>
                  </a:extLst>
                </p14:cNvPr>
                <p14:cNvContentPartPr/>
                <p14:nvPr/>
              </p14:nvContentPartPr>
              <p14:xfrm>
                <a:off x="3775903" y="6314385"/>
                <a:ext cx="128520" cy="173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D9C1EC3-63E4-486B-B89C-ED2611E40BBB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758263" y="6296745"/>
                  <a:ext cx="164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64182A6-1E38-47B3-87E7-441D69C81AB9}"/>
                    </a:ext>
                  </a:extLst>
                </p14:cNvPr>
                <p14:cNvContentPartPr/>
                <p14:nvPr/>
              </p14:nvContentPartPr>
              <p14:xfrm>
                <a:off x="3918823" y="5958705"/>
                <a:ext cx="145440" cy="5518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64182A6-1E38-47B3-87E7-441D69C81AB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901183" y="5940705"/>
                  <a:ext cx="18108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F399DE1-55B7-4681-813C-604E2A01AC43}"/>
                    </a:ext>
                  </a:extLst>
                </p14:cNvPr>
                <p14:cNvContentPartPr/>
                <p14:nvPr/>
              </p14:nvContentPartPr>
              <p14:xfrm>
                <a:off x="4548103" y="5821545"/>
                <a:ext cx="21600" cy="11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F399DE1-55B7-4681-813C-604E2A01AC4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530463" y="5803545"/>
                  <a:ext cx="5724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0A133D7F-A869-4E1A-95C1-F1A316712824}"/>
              </a:ext>
            </a:extLst>
          </p:cNvPr>
          <p:cNvGrpSpPr/>
          <p:nvPr/>
        </p:nvGrpSpPr>
        <p:grpSpPr>
          <a:xfrm>
            <a:off x="4833583" y="4575585"/>
            <a:ext cx="1995840" cy="2052720"/>
            <a:chOff x="4833583" y="4575585"/>
            <a:chExt cx="1995840" cy="20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CB5996E-DDC2-4A08-8EC1-29B90BE6405E}"/>
                    </a:ext>
                  </a:extLst>
                </p14:cNvPr>
                <p14:cNvContentPartPr/>
                <p14:nvPr/>
              </p14:nvContentPartPr>
              <p14:xfrm>
                <a:off x="4833583" y="5142945"/>
                <a:ext cx="143640" cy="1324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CB5996E-DDC2-4A08-8EC1-29B90BE6405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815943" y="5124945"/>
                  <a:ext cx="179280" cy="13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7BA80D0-2306-4375-9EA6-CC672EF878B6}"/>
                    </a:ext>
                  </a:extLst>
                </p14:cNvPr>
                <p14:cNvContentPartPr/>
                <p14:nvPr/>
              </p14:nvContentPartPr>
              <p14:xfrm>
                <a:off x="5079103" y="5005785"/>
                <a:ext cx="69480" cy="1375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7BA80D0-2306-4375-9EA6-CC672EF878B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061103" y="4987785"/>
                  <a:ext cx="105120" cy="14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506743B-6824-4787-9DF0-80449F891AC4}"/>
                    </a:ext>
                  </a:extLst>
                </p14:cNvPr>
                <p14:cNvContentPartPr/>
                <p14:nvPr/>
              </p14:nvContentPartPr>
              <p14:xfrm>
                <a:off x="5463223" y="5146905"/>
                <a:ext cx="164520" cy="322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506743B-6824-4787-9DF0-80449F891AC4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445583" y="5129265"/>
                  <a:ext cx="2001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01214A2-B0A8-470E-A29E-B62C6730F545}"/>
                    </a:ext>
                  </a:extLst>
                </p14:cNvPr>
                <p14:cNvContentPartPr/>
                <p14:nvPr/>
              </p14:nvContentPartPr>
              <p14:xfrm>
                <a:off x="5770303" y="4860345"/>
                <a:ext cx="58320" cy="2919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01214A2-B0A8-470E-A29E-B62C6730F54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752663" y="4842345"/>
                  <a:ext cx="939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17D6A30-6FCE-4ABC-9AB5-1557BD3527E3}"/>
                    </a:ext>
                  </a:extLst>
                </p14:cNvPr>
                <p14:cNvContentPartPr/>
                <p14:nvPr/>
              </p14:nvContentPartPr>
              <p14:xfrm>
                <a:off x="5774983" y="4681425"/>
                <a:ext cx="360" cy="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17D6A30-6FCE-4ABC-9AB5-1557BD3527E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56983" y="46634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69896EE-78B6-4603-BFF4-0898C7AF337A}"/>
                    </a:ext>
                  </a:extLst>
                </p14:cNvPr>
                <p14:cNvContentPartPr/>
                <p14:nvPr/>
              </p14:nvContentPartPr>
              <p14:xfrm>
                <a:off x="5917903" y="4824345"/>
                <a:ext cx="163440" cy="153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69896EE-78B6-4603-BFF4-0898C7AF337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899903" y="4806345"/>
                  <a:ext cx="199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8350FB1-8AF2-4208-8976-85CC16E313E5}"/>
                    </a:ext>
                  </a:extLst>
                </p14:cNvPr>
                <p14:cNvContentPartPr/>
                <p14:nvPr/>
              </p14:nvContentPartPr>
              <p14:xfrm>
                <a:off x="5992423" y="4575585"/>
                <a:ext cx="64440" cy="5947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8350FB1-8AF2-4208-8976-85CC16E313E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974423" y="4557945"/>
                  <a:ext cx="10008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12B8361-80C6-46AF-91E7-C4993B0807F6}"/>
                    </a:ext>
                  </a:extLst>
                </p14:cNvPr>
                <p14:cNvContentPartPr/>
                <p14:nvPr/>
              </p14:nvContentPartPr>
              <p14:xfrm>
                <a:off x="6218503" y="4865745"/>
                <a:ext cx="4680" cy="2005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12B8361-80C6-46AF-91E7-C4993B0807F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200863" y="4847745"/>
                  <a:ext cx="403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42663AD-3906-41F1-ABF7-0E4114074B07}"/>
                    </a:ext>
                  </a:extLst>
                </p14:cNvPr>
                <p14:cNvContentPartPr/>
                <p14:nvPr/>
              </p14:nvContentPartPr>
              <p14:xfrm>
                <a:off x="5403463" y="5754225"/>
                <a:ext cx="866880" cy="27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42663AD-3906-41F1-ABF7-0E4114074B0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385823" y="5736225"/>
                  <a:ext cx="9025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D4DBD29-89F6-43B6-85F5-9A758EE67575}"/>
                    </a:ext>
                  </a:extLst>
                </p14:cNvPr>
                <p14:cNvContentPartPr/>
                <p14:nvPr/>
              </p14:nvContentPartPr>
              <p14:xfrm>
                <a:off x="5342623" y="6284505"/>
                <a:ext cx="163800" cy="3438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D4DBD29-89F6-43B6-85F5-9A758EE6757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324983" y="6266505"/>
                  <a:ext cx="1994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FBEE594-D82E-47C2-A646-DEF60BEE686B}"/>
                    </a:ext>
                  </a:extLst>
                </p14:cNvPr>
                <p14:cNvContentPartPr/>
                <p14:nvPr/>
              </p14:nvContentPartPr>
              <p14:xfrm>
                <a:off x="5620903" y="6112785"/>
                <a:ext cx="75960" cy="2440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FBEE594-D82E-47C2-A646-DEF60BEE686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602903" y="6095145"/>
                  <a:ext cx="1116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2650C10-C496-4F66-9F54-F6822B9ABD45}"/>
                    </a:ext>
                  </a:extLst>
                </p14:cNvPr>
                <p14:cNvContentPartPr/>
                <p14:nvPr/>
              </p14:nvContentPartPr>
              <p14:xfrm>
                <a:off x="5657623" y="5929905"/>
                <a:ext cx="360" cy="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2650C10-C496-4F66-9F54-F6822B9ABD4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39623" y="59122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9EBED4A-5033-4F0D-B642-46B5EC58B1EF}"/>
                    </a:ext>
                  </a:extLst>
                </p14:cNvPr>
                <p14:cNvContentPartPr/>
                <p14:nvPr/>
              </p14:nvContentPartPr>
              <p14:xfrm>
                <a:off x="5770303" y="6118545"/>
                <a:ext cx="151200" cy="141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9EBED4A-5033-4F0D-B642-46B5EC58B1E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752303" y="6100905"/>
                  <a:ext cx="1868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20BF201-686F-44DA-B7B1-14F1352D60E3}"/>
                    </a:ext>
                  </a:extLst>
                </p14:cNvPr>
                <p14:cNvContentPartPr/>
                <p14:nvPr/>
              </p14:nvContentPartPr>
              <p14:xfrm>
                <a:off x="5832583" y="5934225"/>
                <a:ext cx="72720" cy="3794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20BF201-686F-44DA-B7B1-14F1352D60E3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814583" y="5916585"/>
                  <a:ext cx="10836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7A4E069-9315-4FC0-9709-28CBF770EE26}"/>
                    </a:ext>
                  </a:extLst>
                </p14:cNvPr>
                <p14:cNvContentPartPr/>
                <p14:nvPr/>
              </p14:nvContentPartPr>
              <p14:xfrm>
                <a:off x="5994583" y="6172905"/>
                <a:ext cx="183960" cy="150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7A4E069-9315-4FC0-9709-28CBF770EE2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976583" y="6155265"/>
                  <a:ext cx="2196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59D064C-942C-4C90-A13E-C54162197CF6}"/>
                    </a:ext>
                  </a:extLst>
                </p14:cNvPr>
                <p14:cNvContentPartPr/>
                <p14:nvPr/>
              </p14:nvContentPartPr>
              <p14:xfrm>
                <a:off x="6412543" y="4901385"/>
                <a:ext cx="222120" cy="16729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59D064C-942C-4C90-A13E-C54162197CF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394903" y="4883385"/>
                  <a:ext cx="257760" cy="170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870861E-B692-46D7-9931-CB1E3A710DB5}"/>
                    </a:ext>
                  </a:extLst>
                </p14:cNvPr>
                <p14:cNvContentPartPr/>
                <p14:nvPr/>
              </p14:nvContentPartPr>
              <p14:xfrm>
                <a:off x="6613063" y="4965825"/>
                <a:ext cx="216360" cy="15692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870861E-B692-46D7-9931-CB1E3A710DB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595423" y="4947825"/>
                  <a:ext cx="252000" cy="160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5EC0506-97D2-4F07-AA0F-FF789DD9E4F3}"/>
              </a:ext>
            </a:extLst>
          </p:cNvPr>
          <p:cNvGrpSpPr/>
          <p:nvPr/>
        </p:nvGrpSpPr>
        <p:grpSpPr>
          <a:xfrm>
            <a:off x="6146143" y="3635625"/>
            <a:ext cx="666000" cy="774720"/>
            <a:chOff x="6146143" y="3635625"/>
            <a:chExt cx="666000" cy="77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44931D8-165F-4FDE-A788-979914337DE7}"/>
                    </a:ext>
                  </a:extLst>
                </p14:cNvPr>
                <p14:cNvContentPartPr/>
                <p14:nvPr/>
              </p14:nvContentPartPr>
              <p14:xfrm>
                <a:off x="6146143" y="4055385"/>
                <a:ext cx="217800" cy="3549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44931D8-165F-4FDE-A788-979914337DE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128143" y="4037745"/>
                  <a:ext cx="25344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2875DB2-31D5-4AB7-B3C7-61CB0F71F2B5}"/>
                    </a:ext>
                  </a:extLst>
                </p14:cNvPr>
                <p14:cNvContentPartPr/>
                <p14:nvPr/>
              </p14:nvContentPartPr>
              <p14:xfrm>
                <a:off x="6257023" y="4154745"/>
                <a:ext cx="151560" cy="238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2875DB2-31D5-4AB7-B3C7-61CB0F71F2B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239023" y="4136745"/>
                  <a:ext cx="187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11DA381-10F7-4935-A650-754C93F7FEB5}"/>
                    </a:ext>
                  </a:extLst>
                </p14:cNvPr>
                <p14:cNvContentPartPr/>
                <p14:nvPr/>
              </p14:nvContentPartPr>
              <p14:xfrm>
                <a:off x="6448903" y="3635625"/>
                <a:ext cx="363240" cy="2797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11DA381-10F7-4935-A650-754C93F7FEB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431263" y="3617625"/>
                  <a:ext cx="398880" cy="31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B8DC7369-3131-4EE6-909F-B7D4ECFE1C88}"/>
                  </a:ext>
                </a:extLst>
              </p14:cNvPr>
              <p14:cNvContentPartPr/>
              <p14:nvPr/>
            </p14:nvContentPartPr>
            <p14:xfrm>
              <a:off x="665503" y="1294905"/>
              <a:ext cx="73440" cy="174744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B8DC7369-3131-4EE6-909F-B7D4ECFE1C88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647863" y="1277265"/>
                <a:ext cx="109080" cy="178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413DE139-386E-47FB-B271-EE244BF8BAB9}"/>
                  </a:ext>
                </a:extLst>
              </p14:cNvPr>
              <p14:cNvContentPartPr/>
              <p14:nvPr/>
            </p14:nvContentPartPr>
            <p14:xfrm>
              <a:off x="671983" y="1163865"/>
              <a:ext cx="4051440" cy="208764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413DE139-386E-47FB-B271-EE244BF8BAB9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653983" y="1145865"/>
                <a:ext cx="4087080" cy="212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181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390E-55EC-40AE-BDD4-B23F8D001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Argument du quotient de deux complexes</a:t>
            </a:r>
            <a:endParaRPr lang="fr-B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34569E2-E75C-47F1-8D27-253A8AEA9FE2}"/>
              </a:ext>
            </a:extLst>
          </p:cNvPr>
          <p:cNvGrpSpPr/>
          <p:nvPr/>
        </p:nvGrpSpPr>
        <p:grpSpPr>
          <a:xfrm>
            <a:off x="945943" y="1629345"/>
            <a:ext cx="1497600" cy="1311840"/>
            <a:chOff x="945943" y="1629345"/>
            <a:chExt cx="1497600" cy="131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BB5A7DC-775F-485E-BB80-B9C593B58C42}"/>
                    </a:ext>
                  </a:extLst>
                </p14:cNvPr>
                <p14:cNvContentPartPr/>
                <p14:nvPr/>
              </p14:nvContentPartPr>
              <p14:xfrm>
                <a:off x="945943" y="1873785"/>
                <a:ext cx="411480" cy="433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BB5A7DC-775F-485E-BB80-B9C593B58C4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7943" y="1856145"/>
                  <a:ext cx="44712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7E43870-5E95-4590-88FB-9D609057BBFB}"/>
                    </a:ext>
                  </a:extLst>
                </p14:cNvPr>
                <p14:cNvContentPartPr/>
                <p14:nvPr/>
              </p14:nvContentPartPr>
              <p14:xfrm>
                <a:off x="1733983" y="1752105"/>
                <a:ext cx="190440" cy="337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7E43870-5E95-4590-88FB-9D609057BBF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16343" y="1734105"/>
                  <a:ext cx="2260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2520D27-383A-4151-A163-D499E53C31E2}"/>
                    </a:ext>
                  </a:extLst>
                </p14:cNvPr>
                <p14:cNvContentPartPr/>
                <p14:nvPr/>
              </p14:nvContentPartPr>
              <p14:xfrm>
                <a:off x="1674583" y="1925265"/>
                <a:ext cx="297000" cy="23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2520D27-383A-4151-A163-D499E53C31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56943" y="1907625"/>
                  <a:ext cx="3326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83E5DF7-045E-4C49-9AF4-7EBC78B8E2F7}"/>
                    </a:ext>
                  </a:extLst>
                </p14:cNvPr>
                <p14:cNvContentPartPr/>
                <p14:nvPr/>
              </p14:nvContentPartPr>
              <p14:xfrm>
                <a:off x="2069143" y="1906545"/>
                <a:ext cx="4680" cy="230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83E5DF7-045E-4C49-9AF4-7EBC78B8E2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51503" y="1888905"/>
                  <a:ext cx="403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1D08E5D-4007-448F-8D2A-37044775B64B}"/>
                    </a:ext>
                  </a:extLst>
                </p14:cNvPr>
                <p14:cNvContentPartPr/>
                <p14:nvPr/>
              </p14:nvContentPartPr>
              <p14:xfrm>
                <a:off x="1552903" y="2258265"/>
                <a:ext cx="594000" cy="44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1D08E5D-4007-448F-8D2A-37044775B64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35263" y="2240265"/>
                  <a:ext cx="629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F084EF7-9AB5-4118-B394-88C24306D95A}"/>
                    </a:ext>
                  </a:extLst>
                </p14:cNvPr>
                <p14:cNvContentPartPr/>
                <p14:nvPr/>
              </p14:nvContentPartPr>
              <p14:xfrm>
                <a:off x="1693663" y="2468505"/>
                <a:ext cx="200880" cy="308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F084EF7-9AB5-4118-B394-88C24306D95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76023" y="2450505"/>
                  <a:ext cx="2365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631B91C-5206-4132-8480-E7891FB2FDF8}"/>
                    </a:ext>
                  </a:extLst>
                </p14:cNvPr>
                <p14:cNvContentPartPr/>
                <p14:nvPr/>
              </p14:nvContentPartPr>
              <p14:xfrm>
                <a:off x="1636063" y="2639505"/>
                <a:ext cx="322560" cy="43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631B91C-5206-4132-8480-E7891FB2FD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18423" y="2621865"/>
                  <a:ext cx="358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BA3BF97-E574-4677-9998-099F2BC6E1FD}"/>
                    </a:ext>
                  </a:extLst>
                </p14:cNvPr>
                <p14:cNvContentPartPr/>
                <p14:nvPr/>
              </p14:nvContentPartPr>
              <p14:xfrm>
                <a:off x="1937023" y="2635185"/>
                <a:ext cx="154080" cy="261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BA3BF97-E574-4677-9998-099F2BC6E1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19023" y="2617185"/>
                  <a:ext cx="1897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EDECD43-D466-408D-B640-7ED4166EC03F}"/>
                    </a:ext>
                  </a:extLst>
                </p14:cNvPr>
                <p14:cNvContentPartPr/>
                <p14:nvPr/>
              </p14:nvContentPartPr>
              <p14:xfrm>
                <a:off x="1450303" y="1630785"/>
                <a:ext cx="145800" cy="1263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EDECD43-D466-408D-B640-7ED4166EC03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32303" y="1613145"/>
                  <a:ext cx="181440" cy="12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DDB157E-B058-4EDC-8C80-D2A9DEFF4260}"/>
                    </a:ext>
                  </a:extLst>
                </p14:cNvPr>
                <p14:cNvContentPartPr/>
                <p14:nvPr/>
              </p14:nvContentPartPr>
              <p14:xfrm>
                <a:off x="2192983" y="1629345"/>
                <a:ext cx="250560" cy="1311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DDB157E-B058-4EDC-8C80-D2A9DEFF426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75343" y="1611705"/>
                  <a:ext cx="286200" cy="134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E838584-5F78-4623-A6D4-293175AE7081}"/>
              </a:ext>
            </a:extLst>
          </p:cNvPr>
          <p:cNvGrpSpPr/>
          <p:nvPr/>
        </p:nvGrpSpPr>
        <p:grpSpPr>
          <a:xfrm>
            <a:off x="3206383" y="2196705"/>
            <a:ext cx="397080" cy="227880"/>
            <a:chOff x="3206383" y="2196705"/>
            <a:chExt cx="39708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DE1C0AA-AD48-4676-8D85-20DB97CC7252}"/>
                    </a:ext>
                  </a:extLst>
                </p14:cNvPr>
                <p14:cNvContentPartPr/>
                <p14:nvPr/>
              </p14:nvContentPartPr>
              <p14:xfrm>
                <a:off x="3206383" y="2196705"/>
                <a:ext cx="378000" cy="25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DE1C0AA-AD48-4676-8D85-20DB97CC725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88383" y="2179065"/>
                  <a:ext cx="413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A3D8151-DFEB-400A-BD66-733CCF4FCCF8}"/>
                    </a:ext>
                  </a:extLst>
                </p14:cNvPr>
                <p14:cNvContentPartPr/>
                <p14:nvPr/>
              </p14:nvContentPartPr>
              <p14:xfrm>
                <a:off x="3225463" y="2358345"/>
                <a:ext cx="378000" cy="66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A3D8151-DFEB-400A-BD66-733CCF4FCC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07823" y="2340345"/>
                  <a:ext cx="41364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76A59C2-EEBD-41F5-BA93-54B723B2F973}"/>
                  </a:ext>
                </a:extLst>
              </p14:cNvPr>
              <p14:cNvContentPartPr/>
              <p14:nvPr/>
            </p14:nvContentPartPr>
            <p14:xfrm>
              <a:off x="6233623" y="2314065"/>
              <a:ext cx="13320" cy="532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76A59C2-EEBD-41F5-BA93-54B723B2F97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215623" y="2296065"/>
                <a:ext cx="48960" cy="8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F1DC4492-6C60-49D5-A451-392252AE2A9E}"/>
              </a:ext>
            </a:extLst>
          </p:cNvPr>
          <p:cNvGrpSpPr/>
          <p:nvPr/>
        </p:nvGrpSpPr>
        <p:grpSpPr>
          <a:xfrm>
            <a:off x="6610903" y="1393905"/>
            <a:ext cx="1379160" cy="1659240"/>
            <a:chOff x="6610903" y="1393905"/>
            <a:chExt cx="1379160" cy="165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D7963FA-31CE-40FB-8F63-ED584C72E787}"/>
                    </a:ext>
                  </a:extLst>
                </p14:cNvPr>
                <p14:cNvContentPartPr/>
                <p14:nvPr/>
              </p14:nvContentPartPr>
              <p14:xfrm>
                <a:off x="6677143" y="1766505"/>
                <a:ext cx="264960" cy="252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D7963FA-31CE-40FB-8F63-ED584C72E78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59503" y="1748505"/>
                  <a:ext cx="3006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017C83F-052B-45D4-B231-1D02130F2F96}"/>
                    </a:ext>
                  </a:extLst>
                </p14:cNvPr>
                <p14:cNvContentPartPr/>
                <p14:nvPr/>
              </p14:nvContentPartPr>
              <p14:xfrm>
                <a:off x="6999343" y="1613865"/>
                <a:ext cx="107640" cy="310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017C83F-052B-45D4-B231-1D02130F2F9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81343" y="1595865"/>
                  <a:ext cx="1432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49AF1F5-51E5-477B-BC0A-4D8DD81B91CE}"/>
                    </a:ext>
                  </a:extLst>
                </p14:cNvPr>
                <p14:cNvContentPartPr/>
                <p14:nvPr/>
              </p14:nvContentPartPr>
              <p14:xfrm>
                <a:off x="7067743" y="1442505"/>
                <a:ext cx="360" cy="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49AF1F5-51E5-477B-BC0A-4D8DD81B91C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49743" y="14245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FA96F0-9C24-42C3-904B-33D6CBF6A698}"/>
                    </a:ext>
                  </a:extLst>
                </p14:cNvPr>
                <p14:cNvContentPartPr/>
                <p14:nvPr/>
              </p14:nvContentPartPr>
              <p14:xfrm>
                <a:off x="7212103" y="1563825"/>
                <a:ext cx="192240" cy="167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FA96F0-9C24-42C3-904B-33D6CBF6A69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94463" y="1546185"/>
                  <a:ext cx="2278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88DF6FC-9A66-4403-91AC-E6F470AF4034}"/>
                    </a:ext>
                  </a:extLst>
                </p14:cNvPr>
                <p14:cNvContentPartPr/>
                <p14:nvPr/>
              </p14:nvContentPartPr>
              <p14:xfrm>
                <a:off x="7302103" y="1393905"/>
                <a:ext cx="273600" cy="424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88DF6FC-9A66-4403-91AC-E6F470AF40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84463" y="1375905"/>
                  <a:ext cx="309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BB846D2-64AE-43B2-BD89-B0022E959224}"/>
                    </a:ext>
                  </a:extLst>
                </p14:cNvPr>
                <p14:cNvContentPartPr/>
                <p14:nvPr/>
              </p14:nvContentPartPr>
              <p14:xfrm>
                <a:off x="6610903" y="2281665"/>
                <a:ext cx="966240" cy="27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BB846D2-64AE-43B2-BD89-B0022E95922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93263" y="2263665"/>
                  <a:ext cx="10018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0CAAA36-1760-4235-9C4D-F5009441C6F7}"/>
                    </a:ext>
                  </a:extLst>
                </p14:cNvPr>
                <p14:cNvContentPartPr/>
                <p14:nvPr/>
              </p14:nvContentPartPr>
              <p14:xfrm>
                <a:off x="6781903" y="2667585"/>
                <a:ext cx="249840" cy="353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0CAAA36-1760-4235-9C4D-F5009441C6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63903" y="2649585"/>
                  <a:ext cx="2854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EC89D43-1D00-438A-BE3B-9ABBA043FB97}"/>
                    </a:ext>
                  </a:extLst>
                </p14:cNvPr>
                <p14:cNvContentPartPr/>
                <p14:nvPr/>
              </p14:nvContentPartPr>
              <p14:xfrm>
                <a:off x="7055143" y="2549505"/>
                <a:ext cx="126360" cy="194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EC89D43-1D00-438A-BE3B-9ABBA043FB9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37143" y="2531865"/>
                  <a:ext cx="1620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5F3907F-DA29-436B-BEB1-9C9C8857F2CA}"/>
                    </a:ext>
                  </a:extLst>
                </p14:cNvPr>
                <p14:cNvContentPartPr/>
                <p14:nvPr/>
              </p14:nvContentPartPr>
              <p14:xfrm>
                <a:off x="7137943" y="2396865"/>
                <a:ext cx="36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5F3907F-DA29-436B-BEB1-9C9C8857F2C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20303" y="23788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551563F-2052-4D4C-892F-54B9A73220A6}"/>
                    </a:ext>
                  </a:extLst>
                </p14:cNvPr>
                <p14:cNvContentPartPr/>
                <p14:nvPr/>
              </p14:nvContentPartPr>
              <p14:xfrm>
                <a:off x="7261423" y="2507385"/>
                <a:ext cx="201240" cy="127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551563F-2052-4D4C-892F-54B9A73220A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43423" y="2489745"/>
                  <a:ext cx="236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39756C7-EF6C-4743-B5A3-CE3FDD135645}"/>
                    </a:ext>
                  </a:extLst>
                </p14:cNvPr>
                <p14:cNvContentPartPr/>
                <p14:nvPr/>
              </p14:nvContentPartPr>
              <p14:xfrm>
                <a:off x="7381303" y="2366625"/>
                <a:ext cx="111240" cy="336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39756C7-EF6C-4743-B5A3-CE3FDD13564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63303" y="2348985"/>
                  <a:ext cx="1468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F3A8D85-2B0C-4DA5-B81E-C93C307EE7B5}"/>
                    </a:ext>
                  </a:extLst>
                </p14:cNvPr>
                <p14:cNvContentPartPr/>
                <p14:nvPr/>
              </p14:nvContentPartPr>
              <p14:xfrm>
                <a:off x="7532503" y="2573985"/>
                <a:ext cx="160200" cy="157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F3A8D85-2B0C-4DA5-B81E-C93C307EE7B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514863" y="2555985"/>
                  <a:ext cx="1958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3C6BB00-4073-43D7-8682-3B9275E96B13}"/>
                    </a:ext>
                  </a:extLst>
                </p14:cNvPr>
                <p14:cNvContentPartPr/>
                <p14:nvPr/>
              </p14:nvContentPartPr>
              <p14:xfrm>
                <a:off x="7716103" y="1407945"/>
                <a:ext cx="273960" cy="1645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3C6BB00-4073-43D7-8682-3B9275E96B1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98463" y="1390305"/>
                  <a:ext cx="309600" cy="168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EF4BD81-E98E-40E8-96F3-D051651D63CE}"/>
              </a:ext>
            </a:extLst>
          </p:cNvPr>
          <p:cNvGrpSpPr/>
          <p:nvPr/>
        </p:nvGrpSpPr>
        <p:grpSpPr>
          <a:xfrm>
            <a:off x="4118983" y="1423785"/>
            <a:ext cx="1816200" cy="1614600"/>
            <a:chOff x="4118983" y="1423785"/>
            <a:chExt cx="1816200" cy="161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32995B4-0B1D-4FCB-B2EA-7E6E213D61E9}"/>
                    </a:ext>
                  </a:extLst>
                </p14:cNvPr>
                <p14:cNvContentPartPr/>
                <p14:nvPr/>
              </p14:nvContentPartPr>
              <p14:xfrm>
                <a:off x="4118983" y="1830945"/>
                <a:ext cx="444600" cy="447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32995B4-0B1D-4FCB-B2EA-7E6E213D61E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101343" y="1813305"/>
                  <a:ext cx="48024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1C0861-9BA3-427F-9BE0-EFD902415360}"/>
                    </a:ext>
                  </a:extLst>
                </p14:cNvPr>
                <p14:cNvContentPartPr/>
                <p14:nvPr/>
              </p14:nvContentPartPr>
              <p14:xfrm>
                <a:off x="4983343" y="1560945"/>
                <a:ext cx="11160" cy="495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1C0861-9BA3-427F-9BE0-EFD90241536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965703" y="1542945"/>
                  <a:ext cx="4680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B4A55F6-FEC3-4E00-9F35-329EDE574736}"/>
                    </a:ext>
                  </a:extLst>
                </p14:cNvPr>
                <p14:cNvContentPartPr/>
                <p14:nvPr/>
              </p14:nvContentPartPr>
              <p14:xfrm>
                <a:off x="5121943" y="1510905"/>
                <a:ext cx="21600" cy="515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B4A55F6-FEC3-4E00-9F35-329EDE57473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04303" y="1493265"/>
                  <a:ext cx="5724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D941479-5E23-41C7-9491-DF70647119CC}"/>
                    </a:ext>
                  </a:extLst>
                </p14:cNvPr>
                <p14:cNvContentPartPr/>
                <p14:nvPr/>
              </p14:nvContentPartPr>
              <p14:xfrm>
                <a:off x="5230663" y="1631145"/>
                <a:ext cx="156240" cy="310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D941479-5E23-41C7-9491-DF70647119C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213023" y="1613505"/>
                  <a:ext cx="1918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1648844-987C-4C4C-B7BF-70D3B6391162}"/>
                    </a:ext>
                  </a:extLst>
                </p14:cNvPr>
                <p14:cNvContentPartPr/>
                <p14:nvPr/>
              </p14:nvContentPartPr>
              <p14:xfrm>
                <a:off x="5247943" y="1813665"/>
                <a:ext cx="187920" cy="16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1648844-987C-4C4C-B7BF-70D3B639116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229943" y="1796025"/>
                  <a:ext cx="223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22C9B2A-1ED6-48A1-96A9-3BB31601FD07}"/>
                    </a:ext>
                  </a:extLst>
                </p14:cNvPr>
                <p14:cNvContentPartPr/>
                <p14:nvPr/>
              </p14:nvContentPartPr>
              <p14:xfrm>
                <a:off x="5516503" y="1811145"/>
                <a:ext cx="38880" cy="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22C9B2A-1ED6-48A1-96A9-3BB31601FD0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498863" y="1793145"/>
                  <a:ext cx="74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2B887CE-BA2B-49AD-8630-F36D7CE53286}"/>
                    </a:ext>
                  </a:extLst>
                </p14:cNvPr>
                <p14:cNvContentPartPr/>
                <p14:nvPr/>
              </p14:nvContentPartPr>
              <p14:xfrm>
                <a:off x="5518663" y="1809705"/>
                <a:ext cx="21600" cy="198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2B887CE-BA2B-49AD-8630-F36D7CE5328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501023" y="1791705"/>
                  <a:ext cx="572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AF301B9-4241-4E52-9848-0DCB969F6647}"/>
                    </a:ext>
                  </a:extLst>
                </p14:cNvPr>
                <p14:cNvContentPartPr/>
                <p14:nvPr/>
              </p14:nvContentPartPr>
              <p14:xfrm>
                <a:off x="5640343" y="1537905"/>
                <a:ext cx="49320" cy="406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AF301B9-4241-4E52-9848-0DCB969F664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622703" y="1520265"/>
                  <a:ext cx="8496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055FC08-1792-41A6-97BD-F95754DABBD7}"/>
                    </a:ext>
                  </a:extLst>
                </p14:cNvPr>
                <p14:cNvContentPartPr/>
                <p14:nvPr/>
              </p14:nvContentPartPr>
              <p14:xfrm>
                <a:off x="5729983" y="1539345"/>
                <a:ext cx="4680" cy="578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055FC08-1792-41A6-97BD-F95754DABBD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712343" y="1521705"/>
                  <a:ext cx="4032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45767A2-1CF2-4031-9DF6-A731E4BD0AC8}"/>
                    </a:ext>
                  </a:extLst>
                </p14:cNvPr>
                <p14:cNvContentPartPr/>
                <p14:nvPr/>
              </p14:nvContentPartPr>
              <p14:xfrm>
                <a:off x="4989823" y="2236305"/>
                <a:ext cx="945360" cy="30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45767A2-1CF2-4031-9DF6-A731E4BD0AC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971823" y="2218665"/>
                  <a:ext cx="981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579FD3F-6531-46A5-B1AF-71F5C923718A}"/>
                    </a:ext>
                  </a:extLst>
                </p14:cNvPr>
                <p14:cNvContentPartPr/>
                <p14:nvPr/>
              </p14:nvContentPartPr>
              <p14:xfrm>
                <a:off x="5083783" y="2483985"/>
                <a:ext cx="81360" cy="461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579FD3F-6531-46A5-B1AF-71F5C923718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065783" y="2465985"/>
                  <a:ext cx="11700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A4A47DA-A302-4651-A3DB-4963ED1ABC1D}"/>
                    </a:ext>
                  </a:extLst>
                </p14:cNvPr>
                <p14:cNvContentPartPr/>
                <p14:nvPr/>
              </p14:nvContentPartPr>
              <p14:xfrm>
                <a:off x="5207263" y="2475345"/>
                <a:ext cx="64440" cy="438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A4A47DA-A302-4651-A3DB-4963ED1ABC1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189623" y="2457345"/>
                  <a:ext cx="10008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FEAF843-D1D8-4A35-9D37-F03CD951F7CA}"/>
                    </a:ext>
                  </a:extLst>
                </p14:cNvPr>
                <p14:cNvContentPartPr/>
                <p14:nvPr/>
              </p14:nvContentPartPr>
              <p14:xfrm>
                <a:off x="5358823" y="2620425"/>
                <a:ext cx="179640" cy="246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FEAF843-D1D8-4A35-9D37-F03CD951F7C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340823" y="2602425"/>
                  <a:ext cx="2152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CC604CB-D598-47A9-9FB2-1AC88CA7438F}"/>
                    </a:ext>
                  </a:extLst>
                </p14:cNvPr>
                <p14:cNvContentPartPr/>
                <p14:nvPr/>
              </p14:nvContentPartPr>
              <p14:xfrm>
                <a:off x="5358823" y="2735265"/>
                <a:ext cx="100800" cy="11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CC604CB-D598-47A9-9FB2-1AC88CA7438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340823" y="2717625"/>
                  <a:ext cx="1364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E865B1E-4C3D-4AB8-8F66-452F39BB2920}"/>
                    </a:ext>
                  </a:extLst>
                </p14:cNvPr>
                <p14:cNvContentPartPr/>
                <p14:nvPr/>
              </p14:nvContentPartPr>
              <p14:xfrm>
                <a:off x="5602183" y="2747145"/>
                <a:ext cx="173160" cy="179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E865B1E-4C3D-4AB8-8F66-452F39BB292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584183" y="2729145"/>
                  <a:ext cx="208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D9D91F2-0C11-4FF1-821F-3D51666E4103}"/>
                    </a:ext>
                  </a:extLst>
                </p14:cNvPr>
                <p14:cNvContentPartPr/>
                <p14:nvPr/>
              </p14:nvContentPartPr>
              <p14:xfrm>
                <a:off x="4614343" y="1423785"/>
                <a:ext cx="326880" cy="1504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D9D91F2-0C11-4FF1-821F-3D51666E410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596343" y="1405785"/>
                  <a:ext cx="362520" cy="15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BE4A999-9894-4B3B-9BB3-B57BD6AEAF6B}"/>
                    </a:ext>
                  </a:extLst>
                </p14:cNvPr>
                <p14:cNvContentPartPr/>
                <p14:nvPr/>
              </p14:nvContentPartPr>
              <p14:xfrm>
                <a:off x="5800543" y="2507025"/>
                <a:ext cx="102600" cy="456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BE4A999-9894-4B3B-9BB3-B57BD6AEAF6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782543" y="2489025"/>
                  <a:ext cx="1382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C4E5643-442D-4E4E-B6EF-AB18FBB14E12}"/>
                    </a:ext>
                  </a:extLst>
                </p14:cNvPr>
                <p14:cNvContentPartPr/>
                <p14:nvPr/>
              </p14:nvContentPartPr>
              <p14:xfrm>
                <a:off x="5870743" y="2372385"/>
                <a:ext cx="45000" cy="666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C4E5643-442D-4E4E-B6EF-AB18FBB14E1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853103" y="2354745"/>
                  <a:ext cx="80640" cy="70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496EA2A-830F-4E46-A1DD-D884F2CD96B3}"/>
              </a:ext>
            </a:extLst>
          </p:cNvPr>
          <p:cNvGrpSpPr/>
          <p:nvPr/>
        </p:nvGrpSpPr>
        <p:grpSpPr>
          <a:xfrm>
            <a:off x="8108503" y="2213985"/>
            <a:ext cx="435600" cy="210240"/>
            <a:chOff x="8108503" y="2213985"/>
            <a:chExt cx="435600" cy="21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363EBF1-60AB-4BDE-B6B9-7BCC98377147}"/>
                    </a:ext>
                  </a:extLst>
                </p14:cNvPr>
                <p14:cNvContentPartPr/>
                <p14:nvPr/>
              </p14:nvContentPartPr>
              <p14:xfrm>
                <a:off x="8108503" y="2213985"/>
                <a:ext cx="435600" cy="34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363EBF1-60AB-4BDE-B6B9-7BCC9837714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090863" y="2195985"/>
                  <a:ext cx="4712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3360E77-58F4-4101-8D86-5E8B16A37A11}"/>
                    </a:ext>
                  </a:extLst>
                </p14:cNvPr>
                <p14:cNvContentPartPr/>
                <p14:nvPr/>
              </p14:nvContentPartPr>
              <p14:xfrm>
                <a:off x="8204623" y="2389665"/>
                <a:ext cx="307440" cy="34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3360E77-58F4-4101-8D86-5E8B16A37A1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186983" y="2371665"/>
                  <a:ext cx="34308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0599AA6-75EC-47D6-9E47-CC710EC10C8D}"/>
              </a:ext>
            </a:extLst>
          </p:cNvPr>
          <p:cNvGrpSpPr/>
          <p:nvPr/>
        </p:nvGrpSpPr>
        <p:grpSpPr>
          <a:xfrm>
            <a:off x="8820223" y="1220745"/>
            <a:ext cx="2116080" cy="1861200"/>
            <a:chOff x="8820223" y="1220745"/>
            <a:chExt cx="2116080" cy="186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A7B8C30-009D-42ED-BB7E-48A31952F4B6}"/>
                    </a:ext>
                  </a:extLst>
                </p14:cNvPr>
                <p14:cNvContentPartPr/>
                <p14:nvPr/>
              </p14:nvContentPartPr>
              <p14:xfrm>
                <a:off x="8820223" y="1842465"/>
                <a:ext cx="479160" cy="496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A7B8C30-009D-42ED-BB7E-48A31952F4B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802223" y="1824465"/>
                  <a:ext cx="51480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6B39E94-2E11-4D63-9CB5-F80236A2D1C3}"/>
                    </a:ext>
                  </a:extLst>
                </p14:cNvPr>
                <p14:cNvContentPartPr/>
                <p14:nvPr/>
              </p14:nvContentPartPr>
              <p14:xfrm>
                <a:off x="9369583" y="1462305"/>
                <a:ext cx="290520" cy="1540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6B39E94-2E11-4D63-9CB5-F80236A2D1C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351583" y="1444665"/>
                  <a:ext cx="326160" cy="15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9112AC-8687-4CCE-B323-926A91C9BE13}"/>
                    </a:ext>
                  </a:extLst>
                </p14:cNvPr>
                <p14:cNvContentPartPr/>
                <p14:nvPr/>
              </p14:nvContentPartPr>
              <p14:xfrm>
                <a:off x="9732103" y="1625745"/>
                <a:ext cx="190080" cy="345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89112AC-8687-4CCE-B323-926A91C9BE1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714103" y="1607745"/>
                  <a:ext cx="2257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DD50DBA-8DE6-4BC8-9010-55C6E4B1593C}"/>
                    </a:ext>
                  </a:extLst>
                </p14:cNvPr>
                <p14:cNvContentPartPr/>
                <p14:nvPr/>
              </p14:nvContentPartPr>
              <p14:xfrm>
                <a:off x="10017943" y="1407945"/>
                <a:ext cx="81360" cy="358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DD50DBA-8DE6-4BC8-9010-55C6E4B1593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999943" y="1390305"/>
                  <a:ext cx="1170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D4A5FE1-F873-4680-96FA-38CDAE59C421}"/>
                    </a:ext>
                  </a:extLst>
                </p14:cNvPr>
                <p14:cNvContentPartPr/>
                <p14:nvPr/>
              </p14:nvContentPartPr>
              <p14:xfrm>
                <a:off x="10103263" y="1273665"/>
                <a:ext cx="9000" cy="16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D4A5FE1-F873-4680-96FA-38CDAE59C42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085623" y="1256025"/>
                  <a:ext cx="446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957F8D4-D473-409E-8608-9B82487FFB5B}"/>
                    </a:ext>
                  </a:extLst>
                </p14:cNvPr>
                <p14:cNvContentPartPr/>
                <p14:nvPr/>
              </p14:nvContentPartPr>
              <p14:xfrm>
                <a:off x="10153663" y="1439625"/>
                <a:ext cx="182880" cy="142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957F8D4-D473-409E-8608-9B82487FFB5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35663" y="1421625"/>
                  <a:ext cx="218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31FA3A0-BCE8-4549-97CC-4ADB6419105A}"/>
                    </a:ext>
                  </a:extLst>
                </p14:cNvPr>
                <p14:cNvContentPartPr/>
                <p14:nvPr/>
              </p14:nvContentPartPr>
              <p14:xfrm>
                <a:off x="10289023" y="1220745"/>
                <a:ext cx="19440" cy="450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31FA3A0-BCE8-4549-97CC-4ADB6419105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271023" y="1203105"/>
                  <a:ext cx="5508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5D9966-BA9F-4B0B-970A-F9C3CFC58F54}"/>
                    </a:ext>
                  </a:extLst>
                </p14:cNvPr>
                <p14:cNvContentPartPr/>
                <p14:nvPr/>
              </p14:nvContentPartPr>
              <p14:xfrm>
                <a:off x="10429783" y="1413705"/>
                <a:ext cx="6840" cy="197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5D9966-BA9F-4B0B-970A-F9C3CFC58F5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411783" y="1396065"/>
                  <a:ext cx="42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8A8C8EC-0528-4520-91AA-2DADB09CEEB3}"/>
                    </a:ext>
                  </a:extLst>
                </p14:cNvPr>
                <p14:cNvContentPartPr/>
                <p14:nvPr/>
              </p14:nvContentPartPr>
              <p14:xfrm>
                <a:off x="9691423" y="2309745"/>
                <a:ext cx="685080" cy="20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8A8C8EC-0528-4520-91AA-2DADB09CEEB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673783" y="2291745"/>
                  <a:ext cx="720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BCC096E-6BAB-4DFA-B8CE-68FB3702D3DC}"/>
                    </a:ext>
                  </a:extLst>
                </p14:cNvPr>
                <p14:cNvContentPartPr/>
                <p14:nvPr/>
              </p14:nvContentPartPr>
              <p14:xfrm>
                <a:off x="9723463" y="2735625"/>
                <a:ext cx="177480" cy="341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BCC096E-6BAB-4DFA-B8CE-68FB3702D3D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705823" y="2717625"/>
                  <a:ext cx="2131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26F9153-6F96-47BA-8EB1-CA6976C1DF09}"/>
                    </a:ext>
                  </a:extLst>
                </p14:cNvPr>
                <p14:cNvContentPartPr/>
                <p14:nvPr/>
              </p14:nvContentPartPr>
              <p14:xfrm>
                <a:off x="9945223" y="2639505"/>
                <a:ext cx="117720" cy="311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26F9153-6F96-47BA-8EB1-CA6976C1DF0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927583" y="2621865"/>
                  <a:ext cx="1533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7596116-2A2A-42EE-8492-6CB17F6D1606}"/>
                    </a:ext>
                  </a:extLst>
                </p14:cNvPr>
                <p14:cNvContentPartPr/>
                <p14:nvPr/>
              </p14:nvContentPartPr>
              <p14:xfrm>
                <a:off x="10020103" y="2439705"/>
                <a:ext cx="360" cy="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7596116-2A2A-42EE-8492-6CB17F6D160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02103" y="24217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9A94610-56B1-49AB-871F-353C321F4193}"/>
                    </a:ext>
                  </a:extLst>
                </p14:cNvPr>
                <p14:cNvContentPartPr/>
                <p14:nvPr/>
              </p14:nvContentPartPr>
              <p14:xfrm>
                <a:off x="10054663" y="2629425"/>
                <a:ext cx="192240" cy="163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9A94610-56B1-49AB-871F-353C321F419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037023" y="2611785"/>
                  <a:ext cx="227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7A928A2-EC68-47F6-8E64-66ECF0264F92}"/>
                    </a:ext>
                  </a:extLst>
                </p14:cNvPr>
                <p14:cNvContentPartPr/>
                <p14:nvPr/>
              </p14:nvContentPartPr>
              <p14:xfrm>
                <a:off x="10169503" y="2478225"/>
                <a:ext cx="320400" cy="480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7A928A2-EC68-47F6-8E64-66ECF0264F9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51503" y="2460225"/>
                  <a:ext cx="35604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93EB642-5726-4900-B335-7EE72001FBD8}"/>
                    </a:ext>
                  </a:extLst>
                </p14:cNvPr>
                <p14:cNvContentPartPr/>
                <p14:nvPr/>
              </p14:nvContentPartPr>
              <p14:xfrm>
                <a:off x="10577023" y="1426665"/>
                <a:ext cx="359280" cy="1655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93EB642-5726-4900-B335-7EE72001FBD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559023" y="1408665"/>
                  <a:ext cx="394920" cy="169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AA7D46C-3D41-41B1-A54F-E26D6E1DBB6D}"/>
              </a:ext>
            </a:extLst>
          </p:cNvPr>
          <p:cNvGrpSpPr/>
          <p:nvPr/>
        </p:nvGrpSpPr>
        <p:grpSpPr>
          <a:xfrm>
            <a:off x="3174343" y="3931185"/>
            <a:ext cx="471600" cy="217800"/>
            <a:chOff x="3174343" y="3931185"/>
            <a:chExt cx="47160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42BEEE0-3A4E-4A38-A6D4-36A8F51F9ED2}"/>
                    </a:ext>
                  </a:extLst>
                </p14:cNvPr>
                <p14:cNvContentPartPr/>
                <p14:nvPr/>
              </p14:nvContentPartPr>
              <p14:xfrm>
                <a:off x="3227623" y="3931185"/>
                <a:ext cx="418320" cy="17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42BEEE0-3A4E-4A38-A6D4-36A8F51F9ED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209983" y="3913545"/>
                  <a:ext cx="453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091B404-DEB2-4689-B359-F76B1E6782CB}"/>
                    </a:ext>
                  </a:extLst>
                </p14:cNvPr>
                <p14:cNvContentPartPr/>
                <p14:nvPr/>
              </p14:nvContentPartPr>
              <p14:xfrm>
                <a:off x="3174343" y="4141425"/>
                <a:ext cx="405720" cy="7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091B404-DEB2-4689-B359-F76B1E6782C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56343" y="4123425"/>
                  <a:ext cx="44136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5D008379-5F79-4DC0-85A8-7A46FF91B313}"/>
                  </a:ext>
                </a:extLst>
              </p14:cNvPr>
              <p14:cNvContentPartPr/>
              <p14:nvPr/>
            </p14:nvContentPartPr>
            <p14:xfrm>
              <a:off x="3986143" y="3581265"/>
              <a:ext cx="361800" cy="5846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5D008379-5F79-4DC0-85A8-7A46FF91B31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968503" y="3563265"/>
                <a:ext cx="397440" cy="62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2E334DCF-7486-42F9-9C03-CA73BC333EE7}"/>
              </a:ext>
            </a:extLst>
          </p:cNvPr>
          <p:cNvGrpSpPr/>
          <p:nvPr/>
        </p:nvGrpSpPr>
        <p:grpSpPr>
          <a:xfrm>
            <a:off x="4701823" y="3192465"/>
            <a:ext cx="2714040" cy="983520"/>
            <a:chOff x="4701823" y="3192465"/>
            <a:chExt cx="2714040" cy="98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DEBF03D-25F9-43CA-8A28-86C99D479CF2}"/>
                    </a:ext>
                  </a:extLst>
                </p14:cNvPr>
                <p14:cNvContentPartPr/>
                <p14:nvPr/>
              </p14:nvContentPartPr>
              <p14:xfrm>
                <a:off x="4701823" y="3784665"/>
                <a:ext cx="271440" cy="278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DEBF03D-25F9-43CA-8A28-86C99D479CF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83823" y="3766665"/>
                  <a:ext cx="3070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C5BC1AD-1542-4A35-A8E2-92F7BAEF80BB}"/>
                    </a:ext>
                  </a:extLst>
                </p14:cNvPr>
                <p14:cNvContentPartPr/>
                <p14:nvPr/>
              </p14:nvContentPartPr>
              <p14:xfrm>
                <a:off x="5135263" y="3431145"/>
                <a:ext cx="134280" cy="386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C5BC1AD-1542-4A35-A8E2-92F7BAEF80B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17623" y="3413505"/>
                  <a:ext cx="16992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A60F6C8-4FA1-47F9-BD29-6BB08EF73315}"/>
                    </a:ext>
                  </a:extLst>
                </p14:cNvPr>
                <p14:cNvContentPartPr/>
                <p14:nvPr/>
              </p14:nvContentPartPr>
              <p14:xfrm>
                <a:off x="5222383" y="3328185"/>
                <a:ext cx="36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A60F6C8-4FA1-47F9-BD29-6BB08EF733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04383" y="33105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320C749-0693-497E-ACAF-AE954DBE15D1}"/>
                    </a:ext>
                  </a:extLst>
                </p14:cNvPr>
                <p14:cNvContentPartPr/>
                <p14:nvPr/>
              </p14:nvContentPartPr>
              <p14:xfrm>
                <a:off x="5397343" y="3236745"/>
                <a:ext cx="141120" cy="497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320C749-0693-497E-ACAF-AE954DBE15D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379343" y="3219105"/>
                  <a:ext cx="17676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E248A71-42CD-46D0-A5D2-0397C7C6273B}"/>
                    </a:ext>
                  </a:extLst>
                </p14:cNvPr>
                <p14:cNvContentPartPr/>
                <p14:nvPr/>
              </p14:nvContentPartPr>
              <p14:xfrm>
                <a:off x="5525143" y="3428985"/>
                <a:ext cx="154080" cy="156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E248A71-42CD-46D0-A5D2-0397C7C6273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507143" y="3411345"/>
                  <a:ext cx="189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15AD17F-D4FC-495F-8BF8-CF997C5B9BAC}"/>
                    </a:ext>
                  </a:extLst>
                </p14:cNvPr>
                <p14:cNvContentPartPr/>
                <p14:nvPr/>
              </p14:nvContentPartPr>
              <p14:xfrm>
                <a:off x="5625583" y="3228465"/>
                <a:ext cx="68760" cy="364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15AD17F-D4FC-495F-8BF8-CF997C5B9BA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607583" y="3210465"/>
                  <a:ext cx="1044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D17399B-EDDE-40D4-AB87-43E03ED6C0C4}"/>
                    </a:ext>
                  </a:extLst>
                </p14:cNvPr>
                <p14:cNvContentPartPr/>
                <p14:nvPr/>
              </p14:nvContentPartPr>
              <p14:xfrm>
                <a:off x="5834383" y="3518265"/>
                <a:ext cx="28080" cy="1731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D17399B-EDDE-40D4-AB87-43E03ED6C0C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816743" y="3500625"/>
                  <a:ext cx="63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EB0A022-8DC2-4A2A-AF90-BD832A35C5DC}"/>
                    </a:ext>
                  </a:extLst>
                </p14:cNvPr>
                <p14:cNvContentPartPr/>
                <p14:nvPr/>
              </p14:nvContentPartPr>
              <p14:xfrm>
                <a:off x="5966863" y="3535545"/>
                <a:ext cx="192240" cy="16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EB0A022-8DC2-4A2A-AF90-BD832A35C5D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948863" y="3517545"/>
                  <a:ext cx="2278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1CCCE0A-4D1F-45EA-83E5-4977139D9B3A}"/>
                    </a:ext>
                  </a:extLst>
                </p14:cNvPr>
                <p14:cNvContentPartPr/>
                <p14:nvPr/>
              </p14:nvContentPartPr>
              <p14:xfrm>
                <a:off x="6200863" y="3445545"/>
                <a:ext cx="183600" cy="169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1CCCE0A-4D1F-45EA-83E5-4977139D9B3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183223" y="3427905"/>
                  <a:ext cx="219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2543DD9-0F76-4968-9CBE-AE98BC45C453}"/>
                    </a:ext>
                  </a:extLst>
                </p14:cNvPr>
                <p14:cNvContentPartPr/>
                <p14:nvPr/>
              </p14:nvContentPartPr>
              <p14:xfrm>
                <a:off x="6314623" y="3271305"/>
                <a:ext cx="66600" cy="448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2543DD9-0F76-4968-9CBE-AE98BC45C45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296623" y="3253305"/>
                  <a:ext cx="10224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A16D7F5-CC00-4DB4-B29E-E3C40A53FE00}"/>
                    </a:ext>
                  </a:extLst>
                </p14:cNvPr>
                <p14:cNvContentPartPr/>
                <p14:nvPr/>
              </p14:nvContentPartPr>
              <p14:xfrm>
                <a:off x="6457543" y="3522585"/>
                <a:ext cx="171000" cy="193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A16D7F5-CC00-4DB4-B29E-E3C40A53FE0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439543" y="3504945"/>
                  <a:ext cx="2066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2CF1176-3B72-415D-8C3E-695BD2E67F4B}"/>
                    </a:ext>
                  </a:extLst>
                </p14:cNvPr>
                <p14:cNvContentPartPr/>
                <p14:nvPr/>
              </p14:nvContentPartPr>
              <p14:xfrm>
                <a:off x="6623863" y="3192465"/>
                <a:ext cx="216000" cy="697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2CF1176-3B72-415D-8C3E-695BD2E67F4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605863" y="3174825"/>
                  <a:ext cx="25164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1313C32-BE01-4BED-AAF5-1571B079DE87}"/>
                    </a:ext>
                  </a:extLst>
                </p14:cNvPr>
                <p14:cNvContentPartPr/>
                <p14:nvPr/>
              </p14:nvContentPartPr>
              <p14:xfrm>
                <a:off x="7121023" y="3955665"/>
                <a:ext cx="294840" cy="7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1313C32-BE01-4BED-AAF5-1571B079DE8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103023" y="3937665"/>
                  <a:ext cx="3304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CC0D5F0-A1B9-4CBB-9958-C1E32A04108F}"/>
                    </a:ext>
                  </a:extLst>
                </p14:cNvPr>
                <p14:cNvContentPartPr/>
                <p14:nvPr/>
              </p14:nvContentPartPr>
              <p14:xfrm>
                <a:off x="7078183" y="4114065"/>
                <a:ext cx="301320" cy="61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CC0D5F0-A1B9-4CBB-9958-C1E32A04108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060543" y="4096425"/>
                  <a:ext cx="33696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E7EE66F-9129-4899-82B7-A28EB125BD2A}"/>
              </a:ext>
            </a:extLst>
          </p:cNvPr>
          <p:cNvGrpSpPr/>
          <p:nvPr/>
        </p:nvGrpSpPr>
        <p:grpSpPr>
          <a:xfrm>
            <a:off x="7698823" y="3473985"/>
            <a:ext cx="1918440" cy="829440"/>
            <a:chOff x="7698823" y="3473985"/>
            <a:chExt cx="1918440" cy="82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6C9A68C-6B56-4D1A-B5BD-9870A0D7A8FD}"/>
                    </a:ext>
                  </a:extLst>
                </p14:cNvPr>
                <p14:cNvContentPartPr/>
                <p14:nvPr/>
              </p14:nvContentPartPr>
              <p14:xfrm>
                <a:off x="7698823" y="3817065"/>
                <a:ext cx="440640" cy="278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6C9A68C-6B56-4D1A-B5BD-9870A0D7A8F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681183" y="3799065"/>
                  <a:ext cx="4762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BDAABA8-01FD-49D7-95B2-FF985236BC03}"/>
                    </a:ext>
                  </a:extLst>
                </p14:cNvPr>
                <p14:cNvContentPartPr/>
                <p14:nvPr/>
              </p14:nvContentPartPr>
              <p14:xfrm>
                <a:off x="7928863" y="3521145"/>
                <a:ext cx="109800" cy="770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BDAABA8-01FD-49D7-95B2-FF985236BC0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910863" y="3503505"/>
                  <a:ext cx="14544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E1F035E-1224-4B12-96D5-D5A71CA8020C}"/>
                    </a:ext>
                  </a:extLst>
                </p14:cNvPr>
                <p14:cNvContentPartPr/>
                <p14:nvPr/>
              </p14:nvContentPartPr>
              <p14:xfrm>
                <a:off x="8251423" y="3932625"/>
                <a:ext cx="17280" cy="310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E1F035E-1224-4B12-96D5-D5A71CA8020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233783" y="3914985"/>
                  <a:ext cx="529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892753E-A5CC-4076-8EF0-F4129594A884}"/>
                    </a:ext>
                  </a:extLst>
                </p14:cNvPr>
                <p14:cNvContentPartPr/>
                <p14:nvPr/>
              </p14:nvContentPartPr>
              <p14:xfrm>
                <a:off x="8458423" y="3935505"/>
                <a:ext cx="237240" cy="21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892753E-A5CC-4076-8EF0-F4129594A88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440783" y="3917865"/>
                  <a:ext cx="272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687FA16-214F-4CF1-A59F-11D820036A41}"/>
                    </a:ext>
                  </a:extLst>
                </p14:cNvPr>
                <p14:cNvContentPartPr/>
                <p14:nvPr/>
              </p14:nvContentPartPr>
              <p14:xfrm>
                <a:off x="8886103" y="3777825"/>
                <a:ext cx="382320" cy="235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687FA16-214F-4CF1-A59F-11D820036A4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868103" y="3760185"/>
                  <a:ext cx="4179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A151DE3-8C37-42B2-9FFB-45E27CE4AC39}"/>
                    </a:ext>
                  </a:extLst>
                </p14:cNvPr>
                <p14:cNvContentPartPr/>
                <p14:nvPr/>
              </p14:nvContentPartPr>
              <p14:xfrm>
                <a:off x="9085543" y="3473985"/>
                <a:ext cx="119880" cy="795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A151DE3-8C37-42B2-9FFB-45E27CE4AC3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067543" y="3456345"/>
                  <a:ext cx="155520" cy="83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C60CB0B-9790-46E6-B8EA-5F1657F60BEA}"/>
                    </a:ext>
                  </a:extLst>
                </p14:cNvPr>
                <p14:cNvContentPartPr/>
                <p14:nvPr/>
              </p14:nvContentPartPr>
              <p14:xfrm>
                <a:off x="9324943" y="3911385"/>
                <a:ext cx="292320" cy="392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C60CB0B-9790-46E6-B8EA-5F1657F60BE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306943" y="3893745"/>
                  <a:ext cx="327960" cy="427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85297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395D-3203-415A-8170-F81D84AC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Formule d’Euler</a:t>
            </a:r>
            <a:endParaRPr lang="fr-B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994956-1E7C-4F29-8BF3-2CF667BBED9B}"/>
              </a:ext>
            </a:extLst>
          </p:cNvPr>
          <p:cNvGrpSpPr/>
          <p:nvPr/>
        </p:nvGrpSpPr>
        <p:grpSpPr>
          <a:xfrm>
            <a:off x="1508263" y="1443945"/>
            <a:ext cx="788400" cy="836640"/>
            <a:chOff x="1508263" y="1443945"/>
            <a:chExt cx="788400" cy="83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33EE8D3-38CB-4946-A031-8942C1AB257A}"/>
                    </a:ext>
                  </a:extLst>
                </p14:cNvPr>
                <p14:cNvContentPartPr/>
                <p14:nvPr/>
              </p14:nvContentPartPr>
              <p14:xfrm>
                <a:off x="1508263" y="2069625"/>
                <a:ext cx="100800" cy="66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33EE8D3-38CB-4946-A031-8942C1AB257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90263" y="2051625"/>
                  <a:ext cx="1364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1EBE7AC-7D3D-4D2F-A9AF-542B3A788B23}"/>
                    </a:ext>
                  </a:extLst>
                </p14:cNvPr>
                <p14:cNvContentPartPr/>
                <p14:nvPr/>
              </p14:nvContentPartPr>
              <p14:xfrm>
                <a:off x="1525543" y="1964145"/>
                <a:ext cx="288000" cy="316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1EBE7AC-7D3D-4D2F-A9AF-542B3A788B2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07543" y="1946145"/>
                  <a:ext cx="3236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3D1DE3C-87D7-45AB-81F4-8A23C3953261}"/>
                    </a:ext>
                  </a:extLst>
                </p14:cNvPr>
                <p14:cNvContentPartPr/>
                <p14:nvPr/>
              </p14:nvContentPartPr>
              <p14:xfrm>
                <a:off x="1893823" y="1694865"/>
                <a:ext cx="124560" cy="353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3D1DE3C-87D7-45AB-81F4-8A23C395326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76183" y="1676865"/>
                  <a:ext cx="16020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3AA43D-8F76-485F-9E97-48DB49B7115A}"/>
                    </a:ext>
                  </a:extLst>
                </p14:cNvPr>
                <p14:cNvContentPartPr/>
                <p14:nvPr/>
              </p14:nvContentPartPr>
              <p14:xfrm>
                <a:off x="1992463" y="1443945"/>
                <a:ext cx="47160" cy="31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3AA43D-8F76-485F-9E97-48DB49B7115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74823" y="1425945"/>
                  <a:ext cx="828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9100624-A701-4EF8-A7CA-316C47EB860B}"/>
                    </a:ext>
                  </a:extLst>
                </p14:cNvPr>
                <p14:cNvContentPartPr/>
                <p14:nvPr/>
              </p14:nvContentPartPr>
              <p14:xfrm>
                <a:off x="2150503" y="1749585"/>
                <a:ext cx="146160" cy="128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9100624-A701-4EF8-A7CA-316C47EB860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32503" y="1731585"/>
                  <a:ext cx="181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FEF333-9EB3-4BB4-850C-E19B773462BC}"/>
                    </a:ext>
                  </a:extLst>
                </p14:cNvPr>
                <p14:cNvContentPartPr/>
                <p14:nvPr/>
              </p14:nvContentPartPr>
              <p14:xfrm>
                <a:off x="2212063" y="1468065"/>
                <a:ext cx="13320" cy="572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FEF333-9EB3-4BB4-850C-E19B773462B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94423" y="1450425"/>
                  <a:ext cx="48960" cy="60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12C1F20-D385-46EF-A297-50913C8A4DF9}"/>
              </a:ext>
            </a:extLst>
          </p:cNvPr>
          <p:cNvGrpSpPr/>
          <p:nvPr/>
        </p:nvGrpSpPr>
        <p:grpSpPr>
          <a:xfrm>
            <a:off x="2767543" y="2192385"/>
            <a:ext cx="311040" cy="174600"/>
            <a:chOff x="2767543" y="2192385"/>
            <a:chExt cx="31104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98304F1-A20C-47D5-8BFB-77A15BD7ACFD}"/>
                    </a:ext>
                  </a:extLst>
                </p14:cNvPr>
                <p14:cNvContentPartPr/>
                <p14:nvPr/>
              </p14:nvContentPartPr>
              <p14:xfrm>
                <a:off x="2767543" y="2192385"/>
                <a:ext cx="311040" cy="14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98304F1-A20C-47D5-8BFB-77A15BD7ACF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49903" y="2174745"/>
                  <a:ext cx="346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2CD6208-2D24-46F4-868B-B20C695AA923}"/>
                    </a:ext>
                  </a:extLst>
                </p14:cNvPr>
                <p14:cNvContentPartPr/>
                <p14:nvPr/>
              </p14:nvContentPartPr>
              <p14:xfrm>
                <a:off x="2792383" y="2342505"/>
                <a:ext cx="267120" cy="24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2CD6208-2D24-46F4-868B-B20C695AA9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74743" y="2324505"/>
                  <a:ext cx="30276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6091D4B-8A31-430F-A5FC-8F54963E5E08}"/>
                  </a:ext>
                </a:extLst>
              </p14:cNvPr>
              <p14:cNvContentPartPr/>
              <p14:nvPr/>
            </p14:nvContentPartPr>
            <p14:xfrm>
              <a:off x="3688783" y="1923825"/>
              <a:ext cx="629640" cy="349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6091D4B-8A31-430F-A5FC-8F54963E5E0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71143" y="1906185"/>
                <a:ext cx="665280" cy="38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3496C7E3-36B2-4C09-A5A7-6ECB5357BA83}"/>
              </a:ext>
            </a:extLst>
          </p:cNvPr>
          <p:cNvGrpSpPr/>
          <p:nvPr/>
        </p:nvGrpSpPr>
        <p:grpSpPr>
          <a:xfrm>
            <a:off x="4597063" y="1779465"/>
            <a:ext cx="272880" cy="711000"/>
            <a:chOff x="4597063" y="1779465"/>
            <a:chExt cx="272880" cy="71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732138C-9AB7-45A7-8036-71B0FC4E5F41}"/>
                    </a:ext>
                  </a:extLst>
                </p14:cNvPr>
                <p14:cNvContentPartPr/>
                <p14:nvPr/>
              </p14:nvContentPartPr>
              <p14:xfrm>
                <a:off x="4597063" y="2102745"/>
                <a:ext cx="272880" cy="175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732138C-9AB7-45A7-8036-71B0FC4E5F4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79423" y="2084745"/>
                  <a:ext cx="3085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7446664-5400-435A-98A5-6BCF41205F7A}"/>
                    </a:ext>
                  </a:extLst>
                </p14:cNvPr>
                <p14:cNvContentPartPr/>
                <p14:nvPr/>
              </p14:nvContentPartPr>
              <p14:xfrm>
                <a:off x="4738543" y="1779465"/>
                <a:ext cx="42840" cy="711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7446664-5400-435A-98A5-6BCF41205F7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20543" y="1761825"/>
                  <a:ext cx="78480" cy="74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E34ECC4-FBC1-46A6-AB81-AD2416D943E3}"/>
              </a:ext>
            </a:extLst>
          </p:cNvPr>
          <p:cNvGrpSpPr/>
          <p:nvPr/>
        </p:nvGrpSpPr>
        <p:grpSpPr>
          <a:xfrm>
            <a:off x="5232823" y="2078265"/>
            <a:ext cx="794160" cy="592920"/>
            <a:chOff x="5232823" y="2078265"/>
            <a:chExt cx="794160" cy="59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F96307B-9B20-4CE4-92FB-72337FCE6A2A}"/>
                    </a:ext>
                  </a:extLst>
                </p14:cNvPr>
                <p14:cNvContentPartPr/>
                <p14:nvPr/>
              </p14:nvContentPartPr>
              <p14:xfrm>
                <a:off x="5328943" y="2078265"/>
                <a:ext cx="17280" cy="342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F96307B-9B20-4CE4-92FB-72337FCE6A2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11303" y="2060265"/>
                  <a:ext cx="5292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64506A9-1136-4C20-BAE0-970CA5EEF37D}"/>
                    </a:ext>
                  </a:extLst>
                </p14:cNvPr>
                <p14:cNvContentPartPr/>
                <p14:nvPr/>
              </p14:nvContentPartPr>
              <p14:xfrm>
                <a:off x="5232823" y="2264025"/>
                <a:ext cx="337320" cy="19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64506A9-1136-4C20-BAE0-970CA5EEF37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15183" y="2246025"/>
                  <a:ext cx="372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FA21739-1020-42C5-83BB-D22CD05B8757}"/>
                    </a:ext>
                  </a:extLst>
                </p14:cNvPr>
                <p14:cNvContentPartPr/>
                <p14:nvPr/>
              </p14:nvContentPartPr>
              <p14:xfrm>
                <a:off x="5813143" y="2109585"/>
                <a:ext cx="213840" cy="561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FA21739-1020-42C5-83BB-D22CD05B875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95143" y="2091585"/>
                  <a:ext cx="249480" cy="59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34F68C8-7CC0-4E18-866D-E845C9E9A0E7}"/>
                  </a:ext>
                </a:extLst>
              </p14:cNvPr>
              <p14:cNvContentPartPr/>
              <p14:nvPr/>
            </p14:nvContentPartPr>
            <p14:xfrm>
              <a:off x="5881543" y="1843905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34F68C8-7CC0-4E18-866D-E845C9E9A0E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863543" y="182590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71E548F-F164-4605-80A6-BA164A8EB2DE}"/>
              </a:ext>
            </a:extLst>
          </p:cNvPr>
          <p:cNvGrpSpPr/>
          <p:nvPr/>
        </p:nvGrpSpPr>
        <p:grpSpPr>
          <a:xfrm>
            <a:off x="6489223" y="1785225"/>
            <a:ext cx="1206000" cy="810720"/>
            <a:chOff x="6489223" y="1785225"/>
            <a:chExt cx="1206000" cy="81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7F97B86-D8B9-4C4B-98F5-51758B37FA37}"/>
                    </a:ext>
                  </a:extLst>
                </p14:cNvPr>
                <p14:cNvContentPartPr/>
                <p14:nvPr/>
              </p14:nvContentPartPr>
              <p14:xfrm>
                <a:off x="6489223" y="2051985"/>
                <a:ext cx="220680" cy="264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7F97B86-D8B9-4C4B-98F5-51758B37FA3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471583" y="2034345"/>
                  <a:ext cx="2563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5A9CC2F-107E-4773-AC48-ECD1F0199439}"/>
                    </a:ext>
                  </a:extLst>
                </p14:cNvPr>
                <p14:cNvContentPartPr/>
                <p14:nvPr/>
              </p14:nvContentPartPr>
              <p14:xfrm>
                <a:off x="6849943" y="2111025"/>
                <a:ext cx="74880" cy="206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5A9CC2F-107E-4773-AC48-ECD1F01994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32303" y="2093025"/>
                  <a:ext cx="1105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13E7D6-A22A-4A1E-825C-DECE0B6C6E93}"/>
                    </a:ext>
                  </a:extLst>
                </p14:cNvPr>
                <p14:cNvContentPartPr/>
                <p14:nvPr/>
              </p14:nvContentPartPr>
              <p14:xfrm>
                <a:off x="6862903" y="1910865"/>
                <a:ext cx="36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13E7D6-A22A-4A1E-825C-DECE0B6C6E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44903" y="18932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0A28827-6605-42C3-A2D0-D6801A536BD8}"/>
                    </a:ext>
                  </a:extLst>
                </p14:cNvPr>
                <p14:cNvContentPartPr/>
                <p14:nvPr/>
              </p14:nvContentPartPr>
              <p14:xfrm>
                <a:off x="6971623" y="2086545"/>
                <a:ext cx="249840" cy="21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0A28827-6605-42C3-A2D0-D6801A536BD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53623" y="2068905"/>
                  <a:ext cx="2854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2361A1-6CBD-48EE-BFA2-37C1DD0CB9F5}"/>
                    </a:ext>
                  </a:extLst>
                </p14:cNvPr>
                <p14:cNvContentPartPr/>
                <p14:nvPr/>
              </p14:nvContentPartPr>
              <p14:xfrm>
                <a:off x="7387423" y="1785225"/>
                <a:ext cx="307800" cy="810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2361A1-6CBD-48EE-BFA2-37C1DD0CB9F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69423" y="1767585"/>
                  <a:ext cx="343440" cy="84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DC1C565-2A35-4BC8-AA00-D6AA0E8DD743}"/>
              </a:ext>
            </a:extLst>
          </p:cNvPr>
          <p:cNvGrpSpPr/>
          <p:nvPr/>
        </p:nvGrpSpPr>
        <p:grpSpPr>
          <a:xfrm>
            <a:off x="981583" y="3203985"/>
            <a:ext cx="7272720" cy="1479240"/>
            <a:chOff x="981583" y="3203985"/>
            <a:chExt cx="7272720" cy="147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D331AB9-D7B6-4AD6-9955-EAA0842C3327}"/>
                    </a:ext>
                  </a:extLst>
                </p14:cNvPr>
                <p14:cNvContentPartPr/>
                <p14:nvPr/>
              </p14:nvContentPartPr>
              <p14:xfrm>
                <a:off x="981583" y="3458145"/>
                <a:ext cx="40680" cy="845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D331AB9-D7B6-4AD6-9955-EAA0842C332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3943" y="3440145"/>
                  <a:ext cx="76320" cy="88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2FC0089-910B-43E4-B496-B0F2222771BC}"/>
                    </a:ext>
                  </a:extLst>
                </p14:cNvPr>
                <p14:cNvContentPartPr/>
                <p14:nvPr/>
              </p14:nvContentPartPr>
              <p14:xfrm>
                <a:off x="1105423" y="3309825"/>
                <a:ext cx="87480" cy="902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2FC0089-910B-43E4-B496-B0F2222771B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87423" y="3291825"/>
                  <a:ext cx="123120" cy="9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DCFC7F2-E7AD-45E7-A0F2-B897F69BB473}"/>
                    </a:ext>
                  </a:extLst>
                </p14:cNvPr>
                <p14:cNvContentPartPr/>
                <p14:nvPr/>
              </p14:nvContentPartPr>
              <p14:xfrm>
                <a:off x="1486303" y="3750825"/>
                <a:ext cx="233640" cy="292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DCFC7F2-E7AD-45E7-A0F2-B897F69BB47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468303" y="3733185"/>
                  <a:ext cx="2692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8A1E7A-37A3-4179-A559-7B66AD26A8C0}"/>
                    </a:ext>
                  </a:extLst>
                </p14:cNvPr>
                <p14:cNvContentPartPr/>
                <p14:nvPr/>
              </p14:nvContentPartPr>
              <p14:xfrm>
                <a:off x="1637863" y="3423585"/>
                <a:ext cx="144000" cy="281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8A1E7A-37A3-4179-A559-7B66AD26A8C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620223" y="3405585"/>
                  <a:ext cx="1796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3C8F31-EDA7-4B63-9834-7260A7D7F5D7}"/>
                    </a:ext>
                  </a:extLst>
                </p14:cNvPr>
                <p14:cNvContentPartPr/>
                <p14:nvPr/>
              </p14:nvContentPartPr>
              <p14:xfrm>
                <a:off x="1719583" y="3285345"/>
                <a:ext cx="47160" cy="9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3C8F31-EDA7-4B63-9834-7260A7D7F5D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701583" y="3267705"/>
                  <a:ext cx="82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A916097-2A48-4EA6-B2D9-0FB839C3EFDE}"/>
                    </a:ext>
                  </a:extLst>
                </p14:cNvPr>
                <p14:cNvContentPartPr/>
                <p14:nvPr/>
              </p14:nvContentPartPr>
              <p14:xfrm>
                <a:off x="1863223" y="3398385"/>
                <a:ext cx="150840" cy="132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A916097-2A48-4EA6-B2D9-0FB839C3EFD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845583" y="3380385"/>
                  <a:ext cx="186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97E528D-7D26-4E81-BF09-D59402DC0B61}"/>
                    </a:ext>
                  </a:extLst>
                </p14:cNvPr>
                <p14:cNvContentPartPr/>
                <p14:nvPr/>
              </p14:nvContentPartPr>
              <p14:xfrm>
                <a:off x="1934863" y="3203985"/>
                <a:ext cx="23760" cy="465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97E528D-7D26-4E81-BF09-D59402DC0B6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917223" y="3186345"/>
                  <a:ext cx="5940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C83770B-1DB5-4B8F-9E25-DB0F46D35B51}"/>
                    </a:ext>
                  </a:extLst>
                </p14:cNvPr>
                <p14:cNvContentPartPr/>
                <p14:nvPr/>
              </p14:nvContentPartPr>
              <p14:xfrm>
                <a:off x="2122783" y="3359865"/>
                <a:ext cx="19080" cy="882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C83770B-1DB5-4B8F-9E25-DB0F46D35B5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104783" y="3341865"/>
                  <a:ext cx="54720" cy="9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DAF5C18-E981-4F8C-B592-D1450951096A}"/>
                    </a:ext>
                  </a:extLst>
                </p14:cNvPr>
                <p14:cNvContentPartPr/>
                <p14:nvPr/>
              </p14:nvContentPartPr>
              <p14:xfrm>
                <a:off x="2229703" y="3216945"/>
                <a:ext cx="47520" cy="996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DAF5C18-E981-4F8C-B592-D1450951096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211703" y="3198945"/>
                  <a:ext cx="83160" cy="10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8C61AA8-A21B-42CB-8926-98B3ED65720B}"/>
                    </a:ext>
                  </a:extLst>
                </p14:cNvPr>
                <p14:cNvContentPartPr/>
                <p14:nvPr/>
              </p14:nvContentPartPr>
              <p14:xfrm>
                <a:off x="2559823" y="3931185"/>
                <a:ext cx="264960" cy="4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8C61AA8-A21B-42CB-8926-98B3ED65720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542183" y="3913545"/>
                  <a:ext cx="300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DF8F5C7-640E-4F3F-A295-2B364C39FB47}"/>
                    </a:ext>
                  </a:extLst>
                </p14:cNvPr>
                <p14:cNvContentPartPr/>
                <p14:nvPr/>
              </p14:nvContentPartPr>
              <p14:xfrm>
                <a:off x="2585383" y="4011105"/>
                <a:ext cx="245520" cy="23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DF8F5C7-640E-4F3F-A295-2B364C39FB4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567743" y="3993465"/>
                  <a:ext cx="2811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97849DD-2318-4974-81BE-F52198EED9D2}"/>
                    </a:ext>
                  </a:extLst>
                </p14:cNvPr>
                <p14:cNvContentPartPr/>
                <p14:nvPr/>
              </p14:nvContentPartPr>
              <p14:xfrm>
                <a:off x="3251023" y="3713025"/>
                <a:ext cx="311760" cy="366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97849DD-2318-4974-81BE-F52198EED9D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233383" y="3695025"/>
                  <a:ext cx="3474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4401BCE-15B2-4EC4-B174-1EC1616AC823}"/>
                    </a:ext>
                  </a:extLst>
                </p14:cNvPr>
                <p14:cNvContentPartPr/>
                <p14:nvPr/>
              </p14:nvContentPartPr>
              <p14:xfrm>
                <a:off x="3935743" y="3969705"/>
                <a:ext cx="27360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4401BCE-15B2-4EC4-B174-1EC1616AC82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918103" y="3952065"/>
                  <a:ext cx="309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844ADAC-1DF1-4EC5-A1A6-24CA59655A2F}"/>
                    </a:ext>
                  </a:extLst>
                </p14:cNvPr>
                <p14:cNvContentPartPr/>
                <p14:nvPr/>
              </p14:nvContentPartPr>
              <p14:xfrm>
                <a:off x="3933943" y="4125585"/>
                <a:ext cx="271440" cy="41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844ADAC-1DF1-4EC5-A1A6-24CA59655A2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915943" y="4107585"/>
                  <a:ext cx="307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EC59C9E-1F05-4910-A869-74DD9ADBDB3F}"/>
                    </a:ext>
                  </a:extLst>
                </p14:cNvPr>
                <p14:cNvContentPartPr/>
                <p14:nvPr/>
              </p14:nvContentPartPr>
              <p14:xfrm>
                <a:off x="4554583" y="3246105"/>
                <a:ext cx="305640" cy="1276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EC59C9E-1F05-4910-A869-74DD9ADBDB3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536583" y="3228465"/>
                  <a:ext cx="341280" cy="13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A8D7204-C134-4464-8122-E48918351CA5}"/>
                    </a:ext>
                  </a:extLst>
                </p14:cNvPr>
                <p14:cNvContentPartPr/>
                <p14:nvPr/>
              </p14:nvContentPartPr>
              <p14:xfrm>
                <a:off x="5034463" y="3711945"/>
                <a:ext cx="514800" cy="332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A8D7204-C134-4464-8122-E48918351CA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016463" y="3693945"/>
                  <a:ext cx="5504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E1C77CD-2047-4884-BC3F-2CC285D21F16}"/>
                    </a:ext>
                  </a:extLst>
                </p14:cNvPr>
                <p14:cNvContentPartPr/>
                <p14:nvPr/>
              </p14:nvContentPartPr>
              <p14:xfrm>
                <a:off x="5540263" y="3508185"/>
                <a:ext cx="151920" cy="228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1C77CD-2047-4884-BC3F-2CC285D21F1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22263" y="3490545"/>
                  <a:ext cx="1875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6C4E777-24E9-4B89-82D6-74DA7D03B464}"/>
                    </a:ext>
                  </a:extLst>
                </p14:cNvPr>
                <p14:cNvContentPartPr/>
                <p14:nvPr/>
              </p14:nvContentPartPr>
              <p14:xfrm>
                <a:off x="5764183" y="3848025"/>
                <a:ext cx="228600" cy="193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6C4E777-24E9-4B89-82D6-74DA7D03B46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746183" y="3830025"/>
                  <a:ext cx="264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6D4F015-EAFB-485F-94C9-097B25D8CBBB}"/>
                    </a:ext>
                  </a:extLst>
                </p14:cNvPr>
                <p14:cNvContentPartPr/>
                <p14:nvPr/>
              </p14:nvContentPartPr>
              <p14:xfrm>
                <a:off x="5916823" y="3544185"/>
                <a:ext cx="97200" cy="796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6D4F015-EAFB-485F-94C9-097B25D8CBB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99183" y="3526185"/>
                  <a:ext cx="132840" cy="83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D7382E1-40CC-4F81-BA15-59D1F91D3EE9}"/>
                    </a:ext>
                  </a:extLst>
                </p14:cNvPr>
                <p14:cNvContentPartPr/>
                <p14:nvPr/>
              </p14:nvContentPartPr>
              <p14:xfrm>
                <a:off x="6171703" y="3817065"/>
                <a:ext cx="271440" cy="430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D7382E1-40CC-4F81-BA15-59D1F91D3EE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153703" y="3799065"/>
                  <a:ext cx="30708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2034F75-6C36-40EF-A6F9-002FDBA9E4BF}"/>
                    </a:ext>
                  </a:extLst>
                </p14:cNvPr>
                <p14:cNvContentPartPr/>
                <p14:nvPr/>
              </p14:nvContentPartPr>
              <p14:xfrm>
                <a:off x="6771823" y="3729945"/>
                <a:ext cx="381600" cy="319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2034F75-6C36-40EF-A6F9-002FDBA9E4B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754183" y="3711945"/>
                  <a:ext cx="4172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FD1BF78-E9CB-4442-82E4-E3E064FA6FF6}"/>
                    </a:ext>
                  </a:extLst>
                </p14:cNvPr>
                <p14:cNvContentPartPr/>
                <p14:nvPr/>
              </p14:nvContentPartPr>
              <p14:xfrm>
                <a:off x="7069543" y="3648225"/>
                <a:ext cx="360" cy="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FD1BF78-E9CB-4442-82E4-E3E064FA6FF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51903" y="36305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3F1B275-50A9-46D8-A3E4-EA42E1D5FC27}"/>
                    </a:ext>
                  </a:extLst>
                </p14:cNvPr>
                <p14:cNvContentPartPr/>
                <p14:nvPr/>
              </p14:nvContentPartPr>
              <p14:xfrm>
                <a:off x="7197703" y="3748305"/>
                <a:ext cx="203040" cy="333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3F1B275-50A9-46D8-A3E4-EA42E1D5FC2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79703" y="3730665"/>
                  <a:ext cx="2386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BD03E5C-D6D8-4858-92EF-4D65DF9617DC}"/>
                    </a:ext>
                  </a:extLst>
                </p14:cNvPr>
                <p14:cNvContentPartPr/>
                <p14:nvPr/>
              </p14:nvContentPartPr>
              <p14:xfrm>
                <a:off x="7458703" y="3534105"/>
                <a:ext cx="131760" cy="257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BD03E5C-D6D8-4858-92EF-4D65DF9617D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40703" y="3516105"/>
                  <a:ext cx="1674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E4CFCDA-DCC8-4781-A480-0D8F047E542D}"/>
                    </a:ext>
                  </a:extLst>
                </p14:cNvPr>
                <p14:cNvContentPartPr/>
                <p14:nvPr/>
              </p14:nvContentPartPr>
              <p14:xfrm>
                <a:off x="7675423" y="3814185"/>
                <a:ext cx="221400" cy="189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E4CFCDA-DCC8-4781-A480-0D8F047E542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657783" y="3796185"/>
                  <a:ext cx="257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64093BC-2CE3-44FB-8A3D-65142E1CFD9E}"/>
                    </a:ext>
                  </a:extLst>
                </p14:cNvPr>
                <p14:cNvContentPartPr/>
                <p14:nvPr/>
              </p14:nvContentPartPr>
              <p14:xfrm>
                <a:off x="7758943" y="3509625"/>
                <a:ext cx="66600" cy="774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64093BC-2CE3-44FB-8A3D-65142E1CFD9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40943" y="3491985"/>
                  <a:ext cx="102240" cy="8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3A18AAE-87E7-442E-AD48-E72DAB0F9895}"/>
                    </a:ext>
                  </a:extLst>
                </p14:cNvPr>
                <p14:cNvContentPartPr/>
                <p14:nvPr/>
              </p14:nvContentPartPr>
              <p14:xfrm>
                <a:off x="4864903" y="3234945"/>
                <a:ext cx="3069000" cy="212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3A18AAE-87E7-442E-AD48-E72DAB0F989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47263" y="3217305"/>
                  <a:ext cx="31046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D63BB40-40F5-468E-A8AC-C47804ACC3C2}"/>
                    </a:ext>
                  </a:extLst>
                </p14:cNvPr>
                <p14:cNvContentPartPr/>
                <p14:nvPr/>
              </p14:nvContentPartPr>
              <p14:xfrm>
                <a:off x="4893703" y="4319985"/>
                <a:ext cx="3360600" cy="363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D63BB40-40F5-468E-A8AC-C47804ACC3C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76063" y="4301985"/>
                  <a:ext cx="3396240" cy="39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58232F5-C56E-486E-AAE1-EB47971C035B}"/>
              </a:ext>
            </a:extLst>
          </p:cNvPr>
          <p:cNvGrpSpPr/>
          <p:nvPr/>
        </p:nvGrpSpPr>
        <p:grpSpPr>
          <a:xfrm>
            <a:off x="5783263" y="4883745"/>
            <a:ext cx="832320" cy="372240"/>
            <a:chOff x="5783263" y="4883745"/>
            <a:chExt cx="83232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F1A9F0D-3721-48AC-947B-ECB7D698432C}"/>
                    </a:ext>
                  </a:extLst>
                </p14:cNvPr>
                <p14:cNvContentPartPr/>
                <p14:nvPr/>
              </p14:nvContentPartPr>
              <p14:xfrm>
                <a:off x="6295183" y="4883745"/>
                <a:ext cx="320400" cy="270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F1A9F0D-3721-48AC-947B-ECB7D698432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277543" y="4866105"/>
                  <a:ext cx="3560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3E1444-5D55-4129-A766-574F3B4F84A5}"/>
                    </a:ext>
                  </a:extLst>
                </p14:cNvPr>
                <p14:cNvContentPartPr/>
                <p14:nvPr/>
              </p14:nvContentPartPr>
              <p14:xfrm>
                <a:off x="5823943" y="5057265"/>
                <a:ext cx="339480" cy="23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3E1444-5D55-4129-A766-574F3B4F84A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05943" y="5039265"/>
                  <a:ext cx="375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312F038-FAD5-41D9-A622-12B3F61D6954}"/>
                    </a:ext>
                  </a:extLst>
                </p14:cNvPr>
                <p14:cNvContentPartPr/>
                <p14:nvPr/>
              </p14:nvContentPartPr>
              <p14:xfrm>
                <a:off x="5783263" y="5215665"/>
                <a:ext cx="335160" cy="40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312F038-FAD5-41D9-A622-12B3F61D695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65623" y="5198025"/>
                  <a:ext cx="370800" cy="7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58873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C1BB-2B49-4B8C-9766-370EC5E2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>
                <a:latin typeface="+mn-lt"/>
              </a:rPr>
              <a:t>Valeur efficace</a:t>
            </a:r>
            <a:endParaRPr lang="fr-BE" sz="3200">
              <a:latin typeface="+mn-lt"/>
            </a:endParaRP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1FF2A91A-0643-4462-AD91-E9DCFE02A062}"/>
              </a:ext>
            </a:extLst>
          </p:cNvPr>
          <p:cNvGrpSpPr/>
          <p:nvPr/>
        </p:nvGrpSpPr>
        <p:grpSpPr>
          <a:xfrm>
            <a:off x="3791383" y="1034985"/>
            <a:ext cx="360000" cy="190800"/>
            <a:chOff x="3791383" y="1034985"/>
            <a:chExt cx="360000" cy="19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963F94E-E5AD-4C9C-A8E7-021E89F85227}"/>
                    </a:ext>
                  </a:extLst>
                </p14:cNvPr>
                <p14:cNvContentPartPr/>
                <p14:nvPr/>
              </p14:nvContentPartPr>
              <p14:xfrm>
                <a:off x="3791383" y="1034985"/>
                <a:ext cx="360000" cy="115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963F94E-E5AD-4C9C-A8E7-021E89F8522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73743" y="1017345"/>
                  <a:ext cx="3956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B667F79-2616-4636-BCA4-D7F6595D3753}"/>
                    </a:ext>
                  </a:extLst>
                </p14:cNvPr>
                <p14:cNvContentPartPr/>
                <p14:nvPr/>
              </p14:nvContentPartPr>
              <p14:xfrm>
                <a:off x="3812263" y="1213905"/>
                <a:ext cx="320400" cy="118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B667F79-2616-4636-BCA4-D7F6595D375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94263" y="1195905"/>
                  <a:ext cx="35604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188A2A9C-39B7-4142-82C0-BA306CFF5C63}"/>
              </a:ext>
            </a:extLst>
          </p:cNvPr>
          <p:cNvGrpSpPr/>
          <p:nvPr/>
        </p:nvGrpSpPr>
        <p:grpSpPr>
          <a:xfrm>
            <a:off x="4676263" y="58305"/>
            <a:ext cx="6741360" cy="2055600"/>
            <a:chOff x="4676263" y="58305"/>
            <a:chExt cx="6741360" cy="20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34B0E00-9B23-46A1-B5AD-2FB91ECA83EE}"/>
                    </a:ext>
                  </a:extLst>
                </p14:cNvPr>
                <p14:cNvContentPartPr/>
                <p14:nvPr/>
              </p14:nvContentPartPr>
              <p14:xfrm>
                <a:off x="4676263" y="185385"/>
                <a:ext cx="520920" cy="1355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34B0E00-9B23-46A1-B5AD-2FB91ECA83E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58263" y="167745"/>
                  <a:ext cx="556560" cy="13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2E79AB7-3B3D-4A9B-A4B9-859F1478E52A}"/>
                    </a:ext>
                  </a:extLst>
                </p14:cNvPr>
                <p14:cNvContentPartPr/>
                <p14:nvPr/>
              </p14:nvContentPartPr>
              <p14:xfrm>
                <a:off x="5153983" y="601545"/>
                <a:ext cx="292680" cy="302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2E79AB7-3B3D-4A9B-A4B9-859F1478E52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36343" y="583545"/>
                  <a:ext cx="3283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4C458EC-8933-4A82-ADE1-7C6DE89888A9}"/>
                    </a:ext>
                  </a:extLst>
                </p14:cNvPr>
                <p14:cNvContentPartPr/>
                <p14:nvPr/>
              </p14:nvContentPartPr>
              <p14:xfrm>
                <a:off x="5211583" y="1042185"/>
                <a:ext cx="309600" cy="11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4C458EC-8933-4A82-ADE1-7C6DE89888A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93943" y="1024545"/>
                  <a:ext cx="345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34257DA-37A9-4E70-8025-9ADAE160D7DC}"/>
                    </a:ext>
                  </a:extLst>
                </p14:cNvPr>
                <p14:cNvContentPartPr/>
                <p14:nvPr/>
              </p14:nvContentPartPr>
              <p14:xfrm>
                <a:off x="5160463" y="1192305"/>
                <a:ext cx="452520" cy="316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34257DA-37A9-4E70-8025-9ADAE160D7D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42463" y="1174665"/>
                  <a:ext cx="4881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024C85-66D8-4B12-AC52-58D89AA2C63F}"/>
                    </a:ext>
                  </a:extLst>
                </p14:cNvPr>
                <p14:cNvContentPartPr/>
                <p14:nvPr/>
              </p14:nvContentPartPr>
              <p14:xfrm>
                <a:off x="5889463" y="354945"/>
                <a:ext cx="385200" cy="1326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024C85-66D8-4B12-AC52-58D89AA2C63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871463" y="337305"/>
                  <a:ext cx="420840" cy="13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13C47B-3185-49A9-9A1D-04DA4EBD5006}"/>
                    </a:ext>
                  </a:extLst>
                </p14:cNvPr>
                <p14:cNvContentPartPr/>
                <p14:nvPr/>
              </p14:nvContentPartPr>
              <p14:xfrm>
                <a:off x="6184303" y="1159545"/>
                <a:ext cx="119880" cy="542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13C47B-3185-49A9-9A1D-04DA4EBD500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66303" y="1141545"/>
                  <a:ext cx="15552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20D4FD4-5D80-4FC4-A905-0A5AC220DB06}"/>
                    </a:ext>
                  </a:extLst>
                </p14:cNvPr>
                <p14:cNvContentPartPr/>
                <p14:nvPr/>
              </p14:nvContentPartPr>
              <p14:xfrm>
                <a:off x="6152263" y="1478145"/>
                <a:ext cx="190080" cy="10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20D4FD4-5D80-4FC4-A905-0A5AC220DB0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34623" y="1460145"/>
                  <a:ext cx="2257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566DFC5-233C-4BB1-8585-103BCB7BE925}"/>
                    </a:ext>
                  </a:extLst>
                </p14:cNvPr>
                <p14:cNvContentPartPr/>
                <p14:nvPr/>
              </p14:nvContentPartPr>
              <p14:xfrm>
                <a:off x="6386983" y="1606665"/>
                <a:ext cx="150120" cy="126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566DFC5-233C-4BB1-8585-103BCB7BE92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369343" y="1588665"/>
                  <a:ext cx="185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E15FEF0-CF02-46AA-AB90-3C9C1BB8B75E}"/>
                    </a:ext>
                  </a:extLst>
                </p14:cNvPr>
                <p14:cNvContentPartPr/>
                <p14:nvPr/>
              </p14:nvContentPartPr>
              <p14:xfrm>
                <a:off x="6359263" y="143625"/>
                <a:ext cx="96480" cy="423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E15FEF0-CF02-46AA-AB90-3C9C1BB8B75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341623" y="125625"/>
                  <a:ext cx="1321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2BDEA5B-AC52-4373-93B8-7ABE52C96262}"/>
                    </a:ext>
                  </a:extLst>
                </p14:cNvPr>
                <p14:cNvContentPartPr/>
                <p14:nvPr/>
              </p14:nvContentPartPr>
              <p14:xfrm>
                <a:off x="6342343" y="357825"/>
                <a:ext cx="149760" cy="1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2BDEA5B-AC52-4373-93B8-7ABE52C9626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324343" y="340185"/>
                  <a:ext cx="185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56D64A6-6C2C-4FF0-99EA-9D9E61DA3CC7}"/>
                    </a:ext>
                  </a:extLst>
                </p14:cNvPr>
                <p14:cNvContentPartPr/>
                <p14:nvPr/>
              </p14:nvContentPartPr>
              <p14:xfrm>
                <a:off x="6561943" y="540705"/>
                <a:ext cx="84240" cy="84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56D64A6-6C2C-4FF0-99EA-9D9E61DA3CC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543943" y="523065"/>
                  <a:ext cx="1198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490FB6C-A91D-4940-ACE3-01F3D1735909}"/>
                    </a:ext>
                  </a:extLst>
                </p14:cNvPr>
                <p14:cNvContentPartPr/>
                <p14:nvPr/>
              </p14:nvContentPartPr>
              <p14:xfrm>
                <a:off x="6749863" y="353505"/>
                <a:ext cx="173160" cy="207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490FB6C-A91D-4940-ACE3-01F3D173590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31863" y="335865"/>
                  <a:ext cx="2088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D2487A5-B756-4771-B964-8E5CD7D873C3}"/>
                    </a:ext>
                  </a:extLst>
                </p14:cNvPr>
                <p14:cNvContentPartPr/>
                <p14:nvPr/>
              </p14:nvContentPartPr>
              <p14:xfrm>
                <a:off x="6898903" y="293745"/>
                <a:ext cx="399240" cy="249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D2487A5-B756-4771-B964-8E5CD7D873C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81263" y="275745"/>
                  <a:ext cx="4348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A81E728-E5C2-4E63-94EB-115E8269765D}"/>
                    </a:ext>
                  </a:extLst>
                </p14:cNvPr>
                <p14:cNvContentPartPr/>
                <p14:nvPr/>
              </p14:nvContentPartPr>
              <p14:xfrm>
                <a:off x="7225063" y="679305"/>
                <a:ext cx="327240" cy="529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A81E728-E5C2-4E63-94EB-115E8269765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07063" y="661305"/>
                  <a:ext cx="36288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09B3CB1-39E7-4FBD-A920-3C9529CCBB81}"/>
                    </a:ext>
                  </a:extLst>
                </p14:cNvPr>
                <p14:cNvContentPartPr/>
                <p14:nvPr/>
              </p14:nvContentPartPr>
              <p14:xfrm>
                <a:off x="7493983" y="1214625"/>
                <a:ext cx="388800" cy="295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09B3CB1-39E7-4FBD-A920-3C9529CCBB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476343" y="1196985"/>
                  <a:ext cx="4244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1487519-C60E-42D3-9BF7-91189CC9FF63}"/>
                    </a:ext>
                  </a:extLst>
                </p14:cNvPr>
                <p14:cNvContentPartPr/>
                <p14:nvPr/>
              </p14:nvContentPartPr>
              <p14:xfrm>
                <a:off x="7807903" y="584265"/>
                <a:ext cx="181800" cy="250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1487519-C60E-42D3-9BF7-91189CC9FF6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789903" y="566265"/>
                  <a:ext cx="217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A0498C3-73A7-4334-A460-6B3F0422C93D}"/>
                    </a:ext>
                  </a:extLst>
                </p14:cNvPr>
                <p14:cNvContentPartPr/>
                <p14:nvPr/>
              </p14:nvContentPartPr>
              <p14:xfrm>
                <a:off x="8224423" y="989985"/>
                <a:ext cx="658800" cy="267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A0498C3-73A7-4334-A460-6B3F0422C93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06783" y="972345"/>
                  <a:ext cx="6944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500C5FB-B39C-42C9-A7D1-E2C3A4EFFA51}"/>
                    </a:ext>
                  </a:extLst>
                </p14:cNvPr>
                <p14:cNvContentPartPr/>
                <p14:nvPr/>
              </p14:nvContentPartPr>
              <p14:xfrm>
                <a:off x="8833543" y="560505"/>
                <a:ext cx="143640" cy="288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500C5FB-B39C-42C9-A7D1-E2C3A4EFFA5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815543" y="542505"/>
                  <a:ext cx="1792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2606D4-5F7B-4591-A80A-9677E376D384}"/>
                    </a:ext>
                  </a:extLst>
                </p14:cNvPr>
                <p14:cNvContentPartPr/>
                <p14:nvPr/>
              </p14:nvContentPartPr>
              <p14:xfrm>
                <a:off x="9021823" y="770745"/>
                <a:ext cx="132480" cy="678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2606D4-5F7B-4591-A80A-9677E376D3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003823" y="753105"/>
                  <a:ext cx="16812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A0CDC1-5904-4C39-A519-46DADDBF762E}"/>
                    </a:ext>
                  </a:extLst>
                </p14:cNvPr>
                <p14:cNvContentPartPr/>
                <p14:nvPr/>
              </p14:nvContentPartPr>
              <p14:xfrm>
                <a:off x="9157183" y="933825"/>
                <a:ext cx="278640" cy="326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A0CDC1-5904-4C39-A519-46DADDBF762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139543" y="915825"/>
                  <a:ext cx="3142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BC5950B-3DD1-49AA-A544-70C9482665A8}"/>
                    </a:ext>
                  </a:extLst>
                </p14:cNvPr>
                <p14:cNvContentPartPr/>
                <p14:nvPr/>
              </p14:nvContentPartPr>
              <p14:xfrm>
                <a:off x="9512503" y="815025"/>
                <a:ext cx="155880" cy="437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BC5950B-3DD1-49AA-A544-70C9482665A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494863" y="797385"/>
                  <a:ext cx="191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DDD83BC-440C-40B2-884E-254AC2E4165A}"/>
                    </a:ext>
                  </a:extLst>
                </p14:cNvPr>
                <p14:cNvContentPartPr/>
                <p14:nvPr/>
              </p14:nvContentPartPr>
              <p14:xfrm>
                <a:off x="9480463" y="997905"/>
                <a:ext cx="21996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DDD83BC-440C-40B2-884E-254AC2E4165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462463" y="980265"/>
                  <a:ext cx="255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CD9E61E-DCFE-4EE0-A1C5-185E6DE219EB}"/>
                    </a:ext>
                  </a:extLst>
                </p14:cNvPr>
                <p14:cNvContentPartPr/>
                <p14:nvPr/>
              </p14:nvContentPartPr>
              <p14:xfrm>
                <a:off x="9744703" y="938145"/>
                <a:ext cx="245520" cy="298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CD9E61E-DCFE-4EE0-A1C5-185E6DE219E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727063" y="920145"/>
                  <a:ext cx="2811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BA9EC75-46E5-4134-B3DB-7810F21CEA92}"/>
                    </a:ext>
                  </a:extLst>
                </p14:cNvPr>
                <p14:cNvContentPartPr/>
                <p14:nvPr/>
              </p14:nvContentPartPr>
              <p14:xfrm>
                <a:off x="9980143" y="1006905"/>
                <a:ext cx="258120" cy="180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BA9EC75-46E5-4134-B3DB-7810F21CEA9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962143" y="989265"/>
                  <a:ext cx="2937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560660-112A-4849-BD19-53E59E20AA82}"/>
                    </a:ext>
                  </a:extLst>
                </p14:cNvPr>
                <p14:cNvContentPartPr/>
                <p14:nvPr/>
              </p14:nvContentPartPr>
              <p14:xfrm>
                <a:off x="10037023" y="700905"/>
                <a:ext cx="130320" cy="680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560660-112A-4849-BD19-53E59E20AA8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019383" y="682905"/>
                  <a:ext cx="16596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123822D-C9F2-412F-80FC-A92F42AFA057}"/>
                    </a:ext>
                  </a:extLst>
                </p14:cNvPr>
                <p14:cNvContentPartPr/>
                <p14:nvPr/>
              </p14:nvContentPartPr>
              <p14:xfrm>
                <a:off x="10301623" y="717825"/>
                <a:ext cx="156240" cy="730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123822D-C9F2-412F-80FC-A92F42AFA05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283983" y="700185"/>
                  <a:ext cx="191880" cy="76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5E1B4F4-8926-4D0A-BE4A-1DC043780629}"/>
                    </a:ext>
                  </a:extLst>
                </p14:cNvPr>
                <p14:cNvContentPartPr/>
                <p14:nvPr/>
              </p14:nvContentPartPr>
              <p14:xfrm>
                <a:off x="10580263" y="663825"/>
                <a:ext cx="340200" cy="518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5E1B4F4-8926-4D0A-BE4A-1DC04378062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562623" y="646185"/>
                  <a:ext cx="37584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F31DC97-B272-4AA0-A2A8-2A7706157479}"/>
                    </a:ext>
                  </a:extLst>
                </p14:cNvPr>
                <p14:cNvContentPartPr/>
                <p14:nvPr/>
              </p14:nvContentPartPr>
              <p14:xfrm>
                <a:off x="11028823" y="593625"/>
                <a:ext cx="79920" cy="542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F31DC97-B272-4AA0-A2A8-2A770615747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010823" y="575985"/>
                  <a:ext cx="11556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00E6C9-FE59-4A14-81A7-E10DE86EFB21}"/>
                    </a:ext>
                  </a:extLst>
                </p14:cNvPr>
                <p14:cNvContentPartPr/>
                <p14:nvPr/>
              </p14:nvContentPartPr>
              <p14:xfrm>
                <a:off x="11071663" y="833745"/>
                <a:ext cx="209520" cy="11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00E6C9-FE59-4A14-81A7-E10DE86EFB2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054023" y="815745"/>
                  <a:ext cx="245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7F75BE0-6681-40F7-A5A0-B76C136590D4}"/>
                    </a:ext>
                  </a:extLst>
                </p14:cNvPr>
                <p14:cNvContentPartPr/>
                <p14:nvPr/>
              </p14:nvContentPartPr>
              <p14:xfrm>
                <a:off x="5165503" y="58305"/>
                <a:ext cx="6252120" cy="234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7F75BE0-6681-40F7-A5A0-B76C136590D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147503" y="40305"/>
                  <a:ext cx="62877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268589F-E9EA-4978-9ABE-43063054BB70}"/>
                    </a:ext>
                  </a:extLst>
                </p14:cNvPr>
                <p14:cNvContentPartPr/>
                <p14:nvPr/>
              </p14:nvContentPartPr>
              <p14:xfrm>
                <a:off x="5525143" y="1525665"/>
                <a:ext cx="2056680" cy="588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268589F-E9EA-4978-9ABE-43063054BB7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07503" y="1508025"/>
                  <a:ext cx="2092320" cy="62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37CE2C62-26F2-42F7-A223-BF87CA8737E2}"/>
                  </a:ext>
                </a:extLst>
              </p14:cNvPr>
              <p14:cNvContentPartPr/>
              <p14:nvPr/>
            </p14:nvContentPartPr>
            <p14:xfrm>
              <a:off x="8513503" y="3729945"/>
              <a:ext cx="5040" cy="51192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37CE2C62-26F2-42F7-A223-BF87CA8737E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495503" y="3711945"/>
                <a:ext cx="4068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55A1B131-F4F9-45DE-B8D1-BFD84576F5E7}"/>
                  </a:ext>
                </a:extLst>
              </p14:cNvPr>
              <p14:cNvContentPartPr/>
              <p14:nvPr/>
            </p14:nvContentPartPr>
            <p14:xfrm>
              <a:off x="8490463" y="3758025"/>
              <a:ext cx="1246320" cy="42732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55A1B131-F4F9-45DE-B8D1-BFD84576F5E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472823" y="3740385"/>
                <a:ext cx="1281960" cy="46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9" name="Group 378">
            <a:extLst>
              <a:ext uri="{FF2B5EF4-FFF2-40B4-BE49-F238E27FC236}">
                <a16:creationId xmlns:a16="http://schemas.microsoft.com/office/drawing/2014/main" id="{09900C25-A3B6-4CA1-9408-E4AEDD7E11FC}"/>
              </a:ext>
            </a:extLst>
          </p:cNvPr>
          <p:cNvGrpSpPr/>
          <p:nvPr/>
        </p:nvGrpSpPr>
        <p:grpSpPr>
          <a:xfrm>
            <a:off x="482263" y="2032545"/>
            <a:ext cx="10696680" cy="3666600"/>
            <a:chOff x="482263" y="2032545"/>
            <a:chExt cx="10696680" cy="366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04DDA51-8453-4C7F-B0E1-A931F2956EE1}"/>
                    </a:ext>
                  </a:extLst>
                </p14:cNvPr>
                <p14:cNvContentPartPr/>
                <p14:nvPr/>
              </p14:nvContentPartPr>
              <p14:xfrm>
                <a:off x="8488303" y="2529705"/>
                <a:ext cx="228240" cy="2383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04DDA51-8453-4C7F-B0E1-A931F2956EE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470663" y="2512065"/>
                  <a:ext cx="2638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99701CE-F4D6-4D67-9538-C42F0E8DB3F6}"/>
                    </a:ext>
                  </a:extLst>
                </p14:cNvPr>
                <p14:cNvContentPartPr/>
                <p14:nvPr/>
              </p14:nvContentPartPr>
              <p14:xfrm>
                <a:off x="8522503" y="2852625"/>
                <a:ext cx="292680" cy="288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99701CE-F4D6-4D67-9538-C42F0E8DB3F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504503" y="2834625"/>
                  <a:ext cx="328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40CBFCBF-5893-4D90-91E3-C447A22C0D96}"/>
                    </a:ext>
                  </a:extLst>
                </p14:cNvPr>
                <p14:cNvContentPartPr/>
                <p14:nvPr/>
              </p14:nvContentPartPr>
              <p14:xfrm>
                <a:off x="8558863" y="2987985"/>
                <a:ext cx="179640" cy="3150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40CBFCBF-5893-4D90-91E3-C447A22C0D9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540863" y="2970345"/>
                  <a:ext cx="2152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5207700-EE0A-49CC-B88F-C6E88DD6EF49}"/>
                    </a:ext>
                  </a:extLst>
                </p14:cNvPr>
                <p14:cNvContentPartPr/>
                <p14:nvPr/>
              </p14:nvContentPartPr>
              <p14:xfrm>
                <a:off x="9052063" y="2314065"/>
                <a:ext cx="202680" cy="8488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5207700-EE0A-49CC-B88F-C6E88DD6EF4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034063" y="2296065"/>
                  <a:ext cx="238320" cy="88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79E87BB-15A2-46B9-AB81-344C4903B819}"/>
                    </a:ext>
                  </a:extLst>
                </p14:cNvPr>
                <p14:cNvContentPartPr/>
                <p14:nvPr/>
              </p14:nvContentPartPr>
              <p14:xfrm>
                <a:off x="9245023" y="2590905"/>
                <a:ext cx="465840" cy="3189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79E87BB-15A2-46B9-AB81-344C4903B81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227383" y="2573265"/>
                  <a:ext cx="5014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D28DAC0-9332-4B96-B061-8B9909322614}"/>
                    </a:ext>
                  </a:extLst>
                </p14:cNvPr>
                <p14:cNvContentPartPr/>
                <p14:nvPr/>
              </p14:nvContentPartPr>
              <p14:xfrm>
                <a:off x="9788623" y="2528625"/>
                <a:ext cx="210240" cy="3909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D28DAC0-9332-4B96-B061-8B990932261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770983" y="2510625"/>
                  <a:ext cx="245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BECD4BC8-1BCA-4E38-A9DB-505E003DB46A}"/>
                    </a:ext>
                  </a:extLst>
                </p14:cNvPr>
                <p14:cNvContentPartPr/>
                <p14:nvPr/>
              </p14:nvContentPartPr>
              <p14:xfrm>
                <a:off x="9985903" y="2681265"/>
                <a:ext cx="271440" cy="1836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BECD4BC8-1BCA-4E38-A9DB-505E003DB46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968263" y="2663625"/>
                  <a:ext cx="3070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75AA019-EBE4-4D2A-A69A-BAAB7C23C9A5}"/>
                    </a:ext>
                  </a:extLst>
                </p14:cNvPr>
                <p14:cNvContentPartPr/>
                <p14:nvPr/>
              </p14:nvContentPartPr>
              <p14:xfrm>
                <a:off x="10435903" y="2659665"/>
                <a:ext cx="2520" cy="3276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75AA019-EBE4-4D2A-A69A-BAAB7C23C9A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18263" y="2641665"/>
                  <a:ext cx="381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626BAE4-E1D1-4702-BFBA-B8A069A7E797}"/>
                    </a:ext>
                  </a:extLst>
                </p14:cNvPr>
                <p14:cNvContentPartPr/>
                <p14:nvPr/>
              </p14:nvContentPartPr>
              <p14:xfrm>
                <a:off x="10337983" y="2822385"/>
                <a:ext cx="205200" cy="273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626BAE4-E1D1-4702-BFBA-B8A069A7E79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319983" y="2804745"/>
                  <a:ext cx="240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1155B72-7BF1-433B-9617-E453F3ADDEA1}"/>
                    </a:ext>
                  </a:extLst>
                </p14:cNvPr>
                <p14:cNvContentPartPr/>
                <p14:nvPr/>
              </p14:nvContentPartPr>
              <p14:xfrm>
                <a:off x="10577023" y="2626905"/>
                <a:ext cx="228600" cy="2466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1155B72-7BF1-433B-9617-E453F3ADDEA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559023" y="2608905"/>
                  <a:ext cx="2642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651A005F-D859-488E-9B8A-2BADA8EE687D}"/>
                    </a:ext>
                  </a:extLst>
                </p14:cNvPr>
                <p14:cNvContentPartPr/>
                <p14:nvPr/>
              </p14:nvContentPartPr>
              <p14:xfrm>
                <a:off x="10699063" y="2886825"/>
                <a:ext cx="253800" cy="79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651A005F-D859-488E-9B8A-2BADA8EE687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681063" y="2868825"/>
                  <a:ext cx="289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3A6D52F-7F2F-4E9A-8B00-ACF1DC0FAB0B}"/>
                    </a:ext>
                  </a:extLst>
                </p14:cNvPr>
                <p14:cNvContentPartPr/>
                <p14:nvPr/>
              </p14:nvContentPartPr>
              <p14:xfrm>
                <a:off x="11033503" y="2339625"/>
                <a:ext cx="145440" cy="8132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3A6D52F-7F2F-4E9A-8B00-ACF1DC0FAB0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015503" y="2321625"/>
                  <a:ext cx="181080" cy="84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E263956-9C6B-47C0-8074-81D7388FE34F}"/>
                    </a:ext>
                  </a:extLst>
                </p14:cNvPr>
                <p14:cNvContentPartPr/>
                <p14:nvPr/>
              </p14:nvContentPartPr>
              <p14:xfrm>
                <a:off x="6406423" y="2298225"/>
                <a:ext cx="21960" cy="9093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E263956-9C6B-47C0-8074-81D7388FE34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388423" y="2280225"/>
                  <a:ext cx="57600" cy="9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D4D5498-6E40-4A0D-AC17-C8E71CFE7AA6}"/>
                    </a:ext>
                  </a:extLst>
                </p14:cNvPr>
                <p14:cNvContentPartPr/>
                <p14:nvPr/>
              </p14:nvContentPartPr>
              <p14:xfrm>
                <a:off x="6736903" y="2608185"/>
                <a:ext cx="542520" cy="2847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D4D5498-6E40-4A0D-AC17-C8E71CFE7AA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718903" y="2590545"/>
                  <a:ext cx="5781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3A35831-5234-4DB7-B49E-F69A130BA3E0}"/>
                    </a:ext>
                  </a:extLst>
                </p14:cNvPr>
                <p14:cNvContentPartPr/>
                <p14:nvPr/>
              </p14:nvContentPartPr>
              <p14:xfrm>
                <a:off x="7212103" y="2371665"/>
                <a:ext cx="156600" cy="2160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3A35831-5234-4DB7-B49E-F69A130BA3E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194463" y="2353665"/>
                  <a:ext cx="1922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E7CEBAD-5579-496D-8331-166DBF53F62E}"/>
                    </a:ext>
                  </a:extLst>
                </p14:cNvPr>
                <p14:cNvContentPartPr/>
                <p14:nvPr/>
              </p14:nvContentPartPr>
              <p14:xfrm>
                <a:off x="7447183" y="2638065"/>
                <a:ext cx="324720" cy="2552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E7CEBAD-5579-496D-8331-166DBF53F62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429543" y="2620425"/>
                  <a:ext cx="3603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956700A-2F3D-4255-BBEF-6B3B5494601F}"/>
                    </a:ext>
                  </a:extLst>
                </p14:cNvPr>
                <p14:cNvContentPartPr/>
                <p14:nvPr/>
              </p14:nvContentPartPr>
              <p14:xfrm>
                <a:off x="7955143" y="2808345"/>
                <a:ext cx="224280" cy="176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956700A-2F3D-4255-BBEF-6B3B5494601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937143" y="2790345"/>
                  <a:ext cx="259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AC14806-FE8D-41A0-A846-A717291C7D6F}"/>
                    </a:ext>
                  </a:extLst>
                </p14:cNvPr>
                <p14:cNvContentPartPr/>
                <p14:nvPr/>
              </p14:nvContentPartPr>
              <p14:xfrm>
                <a:off x="7972063" y="2905545"/>
                <a:ext cx="239400" cy="244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AC14806-FE8D-41A0-A846-A717291C7D6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954423" y="2887545"/>
                  <a:ext cx="275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2625CEE-2122-46C9-8301-DD64D3B7E42E}"/>
                    </a:ext>
                  </a:extLst>
                </p14:cNvPr>
                <p14:cNvContentPartPr/>
                <p14:nvPr/>
              </p14:nvContentPartPr>
              <p14:xfrm>
                <a:off x="3884623" y="2445465"/>
                <a:ext cx="286200" cy="4276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2625CEE-2122-46C9-8301-DD64D3B7E42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866983" y="2427465"/>
                  <a:ext cx="32184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063FE79-8565-4AB3-B738-1B2F4C8207DA}"/>
                    </a:ext>
                  </a:extLst>
                </p14:cNvPr>
                <p14:cNvContentPartPr/>
                <p14:nvPr/>
              </p14:nvContentPartPr>
              <p14:xfrm>
                <a:off x="4241023" y="2413785"/>
                <a:ext cx="143280" cy="4359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063FE79-8565-4AB3-B738-1B2F4C8207D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223023" y="2396145"/>
                  <a:ext cx="17892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7018C74-1617-4B10-B825-AD77689E75BB}"/>
                    </a:ext>
                  </a:extLst>
                </p14:cNvPr>
                <p14:cNvContentPartPr/>
                <p14:nvPr/>
              </p14:nvContentPartPr>
              <p14:xfrm>
                <a:off x="4189903" y="2571105"/>
                <a:ext cx="243720" cy="374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7018C74-1617-4B10-B825-AD77689E75B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171903" y="2553105"/>
                  <a:ext cx="279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4E1EE7C-2DB7-4837-9007-0C4D18FF1E49}"/>
                    </a:ext>
                  </a:extLst>
                </p14:cNvPr>
                <p14:cNvContentPartPr/>
                <p14:nvPr/>
              </p14:nvContentPartPr>
              <p14:xfrm>
                <a:off x="610063" y="2206785"/>
                <a:ext cx="213840" cy="10234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4E1EE7C-2DB7-4837-9007-0C4D18FF1E4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92063" y="2188785"/>
                  <a:ext cx="249480" cy="10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A8CB5A7-BCD2-4C25-AA36-CF043B1921EE}"/>
                    </a:ext>
                  </a:extLst>
                </p14:cNvPr>
                <p14:cNvContentPartPr/>
                <p14:nvPr/>
              </p14:nvContentPartPr>
              <p14:xfrm>
                <a:off x="874663" y="2999865"/>
                <a:ext cx="70920" cy="3448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A8CB5A7-BCD2-4C25-AA36-CF043B1921E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56663" y="2981865"/>
                  <a:ext cx="1065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5477CAE-C1F7-4C3A-8CCB-546ACEDED1A7}"/>
                    </a:ext>
                  </a:extLst>
                </p14:cNvPr>
                <p14:cNvContentPartPr/>
                <p14:nvPr/>
              </p14:nvContentPartPr>
              <p14:xfrm>
                <a:off x="785023" y="3155385"/>
                <a:ext cx="128520" cy="90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5477CAE-C1F7-4C3A-8CCB-546ACEDED1A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67383" y="3137745"/>
                  <a:ext cx="164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338003C-D6E9-4282-A146-EF517DE1C86F}"/>
                    </a:ext>
                  </a:extLst>
                </p14:cNvPr>
                <p14:cNvContentPartPr/>
                <p14:nvPr/>
              </p14:nvContentPartPr>
              <p14:xfrm>
                <a:off x="1045303" y="3295065"/>
                <a:ext cx="68760" cy="907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338003C-D6E9-4282-A146-EF517DE1C86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27303" y="3277065"/>
                  <a:ext cx="104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AD734AF-7910-48BB-BA55-D92F45A9B6C0}"/>
                    </a:ext>
                  </a:extLst>
                </p14:cNvPr>
                <p14:cNvContentPartPr/>
                <p14:nvPr/>
              </p14:nvContentPartPr>
              <p14:xfrm>
                <a:off x="930103" y="2032545"/>
                <a:ext cx="87840" cy="322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AD734AF-7910-48BB-BA55-D92F45A9B6C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12103" y="2014545"/>
                  <a:ext cx="1234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1E76C44-9CFD-460F-AFE8-3B4E17704855}"/>
                    </a:ext>
                  </a:extLst>
                </p14:cNvPr>
                <p14:cNvContentPartPr/>
                <p14:nvPr/>
              </p14:nvContentPartPr>
              <p14:xfrm>
                <a:off x="829663" y="2177985"/>
                <a:ext cx="175320" cy="118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1E76C44-9CFD-460F-AFE8-3B4E1770485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12023" y="2160345"/>
                  <a:ext cx="210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8A970C1-A0E3-47FF-AFBC-73B9972926CF}"/>
                    </a:ext>
                  </a:extLst>
                </p14:cNvPr>
                <p14:cNvContentPartPr/>
                <p14:nvPr/>
              </p14:nvContentPartPr>
              <p14:xfrm>
                <a:off x="1073023" y="2325225"/>
                <a:ext cx="75600" cy="824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8A970C1-A0E3-47FF-AFBC-73B9972926C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55383" y="2307225"/>
                  <a:ext cx="1112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21E7BF7-2FA5-42D1-93D5-C6DD674396C9}"/>
                    </a:ext>
                  </a:extLst>
                </p14:cNvPr>
                <p14:cNvContentPartPr/>
                <p14:nvPr/>
              </p14:nvContentPartPr>
              <p14:xfrm>
                <a:off x="1179583" y="2150985"/>
                <a:ext cx="117720" cy="1861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21E7BF7-2FA5-42D1-93D5-C6DD674396C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61943" y="2133345"/>
                  <a:ext cx="1533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FCE72F0-5DB2-4BE5-9753-870C90D40045}"/>
                    </a:ext>
                  </a:extLst>
                </p14:cNvPr>
                <p14:cNvContentPartPr/>
                <p14:nvPr/>
              </p14:nvContentPartPr>
              <p14:xfrm>
                <a:off x="1305583" y="2087985"/>
                <a:ext cx="297000" cy="2347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FCE72F0-5DB2-4BE5-9753-870C90D4004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287583" y="2070345"/>
                  <a:ext cx="332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5E53AB0-69F0-4C14-B21F-1A2E5B240D29}"/>
                    </a:ext>
                  </a:extLst>
                </p14:cNvPr>
                <p14:cNvContentPartPr/>
                <p14:nvPr/>
              </p14:nvContentPartPr>
              <p14:xfrm>
                <a:off x="1595743" y="2625465"/>
                <a:ext cx="511560" cy="2419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5E53AB0-69F0-4C14-B21F-1A2E5B240D2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577743" y="2607465"/>
                  <a:ext cx="5472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EF68415-CA47-4C29-A49B-CEA92153BF0C}"/>
                    </a:ext>
                  </a:extLst>
                </p14:cNvPr>
                <p14:cNvContentPartPr/>
                <p14:nvPr/>
              </p14:nvContentPartPr>
              <p14:xfrm>
                <a:off x="2063023" y="2328465"/>
                <a:ext cx="109080" cy="2844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EF68415-CA47-4C29-A49B-CEA92153BF0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045023" y="2310465"/>
                  <a:ext cx="1447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B11D44E-7E66-493B-A85E-7E52708DB076}"/>
                    </a:ext>
                  </a:extLst>
                </p14:cNvPr>
                <p14:cNvContentPartPr/>
                <p14:nvPr/>
              </p14:nvContentPartPr>
              <p14:xfrm>
                <a:off x="2314663" y="2479665"/>
                <a:ext cx="85680" cy="5590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B11D44E-7E66-493B-A85E-7E52708DB07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296663" y="2461665"/>
                  <a:ext cx="12132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E3DC452-2BC4-4E61-B626-599F593C6F43}"/>
                    </a:ext>
                  </a:extLst>
                </p14:cNvPr>
                <p14:cNvContentPartPr/>
                <p14:nvPr/>
              </p14:nvContentPartPr>
              <p14:xfrm>
                <a:off x="2408263" y="2648145"/>
                <a:ext cx="233280" cy="2494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E3DC452-2BC4-4E61-B626-599F593C6F4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390263" y="2630505"/>
                  <a:ext cx="2689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08C2023-E63C-4192-97A7-ED78D9C2898E}"/>
                    </a:ext>
                  </a:extLst>
                </p14:cNvPr>
                <p14:cNvContentPartPr/>
                <p14:nvPr/>
              </p14:nvContentPartPr>
              <p14:xfrm>
                <a:off x="2730463" y="2462385"/>
                <a:ext cx="154080" cy="4215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08C2023-E63C-4192-97A7-ED78D9C2898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712823" y="2444745"/>
                  <a:ext cx="1897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D95CA94-868E-4D90-BEA8-7B9027589253}"/>
                    </a:ext>
                  </a:extLst>
                </p14:cNvPr>
                <p14:cNvContentPartPr/>
                <p14:nvPr/>
              </p14:nvContentPartPr>
              <p14:xfrm>
                <a:off x="2724343" y="2671185"/>
                <a:ext cx="339840" cy="1504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D95CA94-868E-4D90-BEA8-7B902758925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706343" y="2653185"/>
                  <a:ext cx="375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B513157-7AFD-4A75-B74D-CF2E82306F83}"/>
                    </a:ext>
                  </a:extLst>
                </p14:cNvPr>
                <p14:cNvContentPartPr/>
                <p14:nvPr/>
              </p14:nvContentPartPr>
              <p14:xfrm>
                <a:off x="2920543" y="2714025"/>
                <a:ext cx="171000" cy="133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B513157-7AFD-4A75-B74D-CF2E82306F8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902543" y="2696025"/>
                  <a:ext cx="2066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A9908F6-6260-41DF-83ED-7F35E03CC30D}"/>
                    </a:ext>
                  </a:extLst>
                </p14:cNvPr>
                <p14:cNvContentPartPr/>
                <p14:nvPr/>
              </p14:nvContentPartPr>
              <p14:xfrm>
                <a:off x="2933143" y="2555265"/>
                <a:ext cx="134640" cy="3045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A9908F6-6260-41DF-83ED-7F35E03CC30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915503" y="2537625"/>
                  <a:ext cx="1702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9F7B12BA-1A3F-4027-9A6E-A6F23C4A0BBD}"/>
                    </a:ext>
                  </a:extLst>
                </p14:cNvPr>
                <p14:cNvContentPartPr/>
                <p14:nvPr/>
              </p14:nvContentPartPr>
              <p14:xfrm>
                <a:off x="3286663" y="2675505"/>
                <a:ext cx="225720" cy="2188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9F7B12BA-1A3F-4027-9A6E-A6F23C4A0BB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268663" y="2657505"/>
                  <a:ext cx="2613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D2BAAA8-1E1F-4A37-AA44-2A10E540B16C}"/>
                    </a:ext>
                  </a:extLst>
                </p14:cNvPr>
                <p14:cNvContentPartPr/>
                <p14:nvPr/>
              </p14:nvContentPartPr>
              <p14:xfrm>
                <a:off x="3367303" y="2465265"/>
                <a:ext cx="80280" cy="5446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D2BAAA8-1E1F-4A37-AA44-2A10E540B16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349663" y="2447625"/>
                  <a:ext cx="11592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E27C1F4-9825-4A12-BB6C-F771F58F4E4B}"/>
                    </a:ext>
                  </a:extLst>
                </p14:cNvPr>
                <p14:cNvContentPartPr/>
                <p14:nvPr/>
              </p14:nvContentPartPr>
              <p14:xfrm>
                <a:off x="3543343" y="2410905"/>
                <a:ext cx="106920" cy="6847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E27C1F4-9825-4A12-BB6C-F771F58F4E4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525703" y="2393265"/>
                  <a:ext cx="142560" cy="72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6739EF2-CCB5-4315-8980-26ECD90D1588}"/>
                    </a:ext>
                  </a:extLst>
                </p14:cNvPr>
                <p14:cNvContentPartPr/>
                <p14:nvPr/>
              </p14:nvContentPartPr>
              <p14:xfrm>
                <a:off x="1164103" y="3379665"/>
                <a:ext cx="252720" cy="10569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6739EF2-CCB5-4315-8980-26ECD90D158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46103" y="3362025"/>
                  <a:ext cx="288360" cy="10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00D69E0-3A1F-44C2-9DDD-733CE21965A3}"/>
                    </a:ext>
                  </a:extLst>
                </p14:cNvPr>
                <p14:cNvContentPartPr/>
                <p14:nvPr/>
              </p14:nvContentPartPr>
              <p14:xfrm>
                <a:off x="1471903" y="4146825"/>
                <a:ext cx="135000" cy="4662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00D69E0-3A1F-44C2-9DDD-733CE21965A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453903" y="4129185"/>
                  <a:ext cx="17064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50FA941-3EFD-4101-9F31-445396C956B2}"/>
                    </a:ext>
                  </a:extLst>
                </p14:cNvPr>
                <p14:cNvContentPartPr/>
                <p14:nvPr/>
              </p14:nvContentPartPr>
              <p14:xfrm>
                <a:off x="1397383" y="4358505"/>
                <a:ext cx="187920" cy="176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50FA941-3EFD-4101-9F31-445396C956B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379383" y="4340505"/>
                  <a:ext cx="2235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53ECA12-1DAF-418F-8DDA-BD5807F7B83A}"/>
                    </a:ext>
                  </a:extLst>
                </p14:cNvPr>
                <p14:cNvContentPartPr/>
                <p14:nvPr/>
              </p14:nvContentPartPr>
              <p14:xfrm>
                <a:off x="1686463" y="4485225"/>
                <a:ext cx="114480" cy="1324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53ECA12-1DAF-418F-8DDA-BD5807F7B83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668823" y="4467225"/>
                  <a:ext cx="150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CEB5F51-F4A5-4134-916E-56A145F6CBD3}"/>
                    </a:ext>
                  </a:extLst>
                </p14:cNvPr>
                <p14:cNvContentPartPr/>
                <p14:nvPr/>
              </p14:nvContentPartPr>
              <p14:xfrm>
                <a:off x="490543" y="3975465"/>
                <a:ext cx="194040" cy="316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CEB5F51-F4A5-4134-916E-56A145F6CBD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72903" y="3957825"/>
                  <a:ext cx="2296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90270A8-5554-4CBB-918C-4DA8B607C690}"/>
                    </a:ext>
                  </a:extLst>
                </p14:cNvPr>
                <p14:cNvContentPartPr/>
                <p14:nvPr/>
              </p14:nvContentPartPr>
              <p14:xfrm>
                <a:off x="486223" y="4099665"/>
                <a:ext cx="245520" cy="259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90270A8-5554-4CBB-918C-4DA8B607C69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68583" y="4082025"/>
                  <a:ext cx="2811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A63DA40-7325-4A28-B57C-7B5D13D9F522}"/>
                    </a:ext>
                  </a:extLst>
                </p14:cNvPr>
                <p14:cNvContentPartPr/>
                <p14:nvPr/>
              </p14:nvContentPartPr>
              <p14:xfrm>
                <a:off x="968623" y="3785385"/>
                <a:ext cx="360" cy="2332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A63DA40-7325-4A28-B57C-7B5D13D9F52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50623" y="3767745"/>
                  <a:ext cx="360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3EEF6AE-DEEB-476C-8355-FB8CFDF5B176}"/>
                    </a:ext>
                  </a:extLst>
                </p14:cNvPr>
                <p14:cNvContentPartPr/>
                <p14:nvPr/>
              </p14:nvContentPartPr>
              <p14:xfrm>
                <a:off x="849103" y="4042785"/>
                <a:ext cx="211680" cy="61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3EEF6AE-DEEB-476C-8355-FB8CFDF5B17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31103" y="4024785"/>
                  <a:ext cx="247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3AE2E1F-41F6-4B19-AFEC-9D10F452FA97}"/>
                    </a:ext>
                  </a:extLst>
                </p14:cNvPr>
                <p14:cNvContentPartPr/>
                <p14:nvPr/>
              </p14:nvContentPartPr>
              <p14:xfrm>
                <a:off x="895903" y="4182105"/>
                <a:ext cx="160200" cy="2858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3AE2E1F-41F6-4B19-AFEC-9D10F452FA9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78263" y="4164465"/>
                  <a:ext cx="1958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F92D874-7B0B-4795-BE72-A514D842AD82}"/>
                    </a:ext>
                  </a:extLst>
                </p14:cNvPr>
                <p14:cNvContentPartPr/>
                <p14:nvPr/>
              </p14:nvContentPartPr>
              <p14:xfrm>
                <a:off x="1493503" y="3242145"/>
                <a:ext cx="126000" cy="4064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F92D874-7B0B-4795-BE72-A514D842AD8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475863" y="3224505"/>
                  <a:ext cx="16164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A04E7186-B9C5-47B5-BF21-53F1C2539A54}"/>
                    </a:ext>
                  </a:extLst>
                </p14:cNvPr>
                <p14:cNvContentPartPr/>
                <p14:nvPr/>
              </p14:nvContentPartPr>
              <p14:xfrm>
                <a:off x="1476223" y="3459585"/>
                <a:ext cx="162360" cy="205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A04E7186-B9C5-47B5-BF21-53F1C2539A5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458583" y="3441945"/>
                  <a:ext cx="198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093E8432-5E3E-4472-92D8-F6DD9F3D8727}"/>
                    </a:ext>
                  </a:extLst>
                </p14:cNvPr>
                <p14:cNvContentPartPr/>
                <p14:nvPr/>
              </p14:nvContentPartPr>
              <p14:xfrm>
                <a:off x="1657663" y="3607545"/>
                <a:ext cx="91080" cy="1087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093E8432-5E3E-4472-92D8-F6DD9F3D872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639663" y="3589905"/>
                  <a:ext cx="126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AFFBAF9-1FEA-4D1B-B53E-103D01A12154}"/>
                    </a:ext>
                  </a:extLst>
                </p14:cNvPr>
                <p14:cNvContentPartPr/>
                <p14:nvPr/>
              </p14:nvContentPartPr>
              <p14:xfrm>
                <a:off x="1883743" y="3401265"/>
                <a:ext cx="2520" cy="1904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AFFBAF9-1FEA-4D1B-B53E-103D01A1215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865743" y="3383265"/>
                  <a:ext cx="38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9122AC1C-62C3-4EC0-B7B1-CAC5DACC44FA}"/>
                    </a:ext>
                  </a:extLst>
                </p14:cNvPr>
                <p14:cNvContentPartPr/>
                <p14:nvPr/>
              </p14:nvContentPartPr>
              <p14:xfrm>
                <a:off x="1787623" y="3394065"/>
                <a:ext cx="267120" cy="1774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9122AC1C-62C3-4EC0-B7B1-CAC5DACC44F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769983" y="3376065"/>
                  <a:ext cx="302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C6D127DC-42AD-4060-A808-829CCF110C13}"/>
                    </a:ext>
                  </a:extLst>
                </p14:cNvPr>
                <p14:cNvContentPartPr/>
                <p14:nvPr/>
              </p14:nvContentPartPr>
              <p14:xfrm>
                <a:off x="1915783" y="3355545"/>
                <a:ext cx="320400" cy="205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C6D127DC-42AD-4060-A808-829CCF110C1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897783" y="3337545"/>
                  <a:ext cx="356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EDF052DB-0A7E-401E-8CE6-07DC19346F25}"/>
                    </a:ext>
                  </a:extLst>
                </p14:cNvPr>
                <p14:cNvContentPartPr/>
                <p14:nvPr/>
              </p14:nvContentPartPr>
              <p14:xfrm>
                <a:off x="2145103" y="3898425"/>
                <a:ext cx="164160" cy="1411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EDF052DB-0A7E-401E-8CE6-07DC19346F2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127103" y="3880425"/>
                  <a:ext cx="1998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EC39606F-17F1-4FEC-B78E-29459A4FE941}"/>
                    </a:ext>
                  </a:extLst>
                </p14:cNvPr>
                <p14:cNvContentPartPr/>
                <p14:nvPr/>
              </p14:nvContentPartPr>
              <p14:xfrm>
                <a:off x="2371543" y="3549945"/>
                <a:ext cx="79920" cy="4413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EC39606F-17F1-4FEC-B78E-29459A4FE94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353903" y="3531945"/>
                  <a:ext cx="11556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C0FB7F78-90C6-410A-A2EE-2B085EA1A0F1}"/>
                    </a:ext>
                  </a:extLst>
                </p14:cNvPr>
                <p14:cNvContentPartPr/>
                <p14:nvPr/>
              </p14:nvContentPartPr>
              <p14:xfrm>
                <a:off x="2493943" y="3539865"/>
                <a:ext cx="245520" cy="4604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C0FB7F78-90C6-410A-A2EE-2B085EA1A0F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475943" y="3521865"/>
                  <a:ext cx="28116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F2EC6FB-989B-498E-8FDA-73135D966BA9}"/>
                    </a:ext>
                  </a:extLst>
                </p14:cNvPr>
                <p14:cNvContentPartPr/>
                <p14:nvPr/>
              </p14:nvContentPartPr>
              <p14:xfrm>
                <a:off x="3005863" y="3876825"/>
                <a:ext cx="9000" cy="2314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F2EC6FB-989B-498E-8FDA-73135D966BA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987863" y="3859185"/>
                  <a:ext cx="44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84E81262-F824-4149-BD02-E324FAEB05B0}"/>
                    </a:ext>
                  </a:extLst>
                </p14:cNvPr>
                <p14:cNvContentPartPr/>
                <p14:nvPr/>
              </p14:nvContentPartPr>
              <p14:xfrm>
                <a:off x="2873383" y="3998505"/>
                <a:ext cx="286200" cy="18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84E81262-F824-4149-BD02-E324FAEB05B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855743" y="3980505"/>
                  <a:ext cx="321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3408BF1-1214-428D-9D18-82424E6C9A36}"/>
                    </a:ext>
                  </a:extLst>
                </p14:cNvPr>
                <p14:cNvContentPartPr/>
                <p14:nvPr/>
              </p14:nvContentPartPr>
              <p14:xfrm>
                <a:off x="3425983" y="3639945"/>
                <a:ext cx="192240" cy="2898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3408BF1-1214-428D-9D18-82424E6C9A3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408343" y="3621945"/>
                  <a:ext cx="2278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7AA2DEA-01F6-493C-A8AE-1386082096BA}"/>
                    </a:ext>
                  </a:extLst>
                </p14:cNvPr>
                <p14:cNvContentPartPr/>
                <p14:nvPr/>
              </p14:nvContentPartPr>
              <p14:xfrm>
                <a:off x="3477103" y="4016865"/>
                <a:ext cx="217800" cy="205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7AA2DEA-01F6-493C-A8AE-1386082096B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459463" y="3999225"/>
                  <a:ext cx="253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57E8FC45-7042-4EC5-873A-6565DB0875E1}"/>
                    </a:ext>
                  </a:extLst>
                </p14:cNvPr>
                <p14:cNvContentPartPr/>
                <p14:nvPr/>
              </p14:nvContentPartPr>
              <p14:xfrm>
                <a:off x="3498703" y="4183905"/>
                <a:ext cx="177480" cy="2948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57E8FC45-7042-4EC5-873A-6565DB0875E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480703" y="4166265"/>
                  <a:ext cx="2131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9DAB970-78A4-4F8C-8CE8-9DF2CC67362B}"/>
                    </a:ext>
                  </a:extLst>
                </p14:cNvPr>
                <p14:cNvContentPartPr/>
                <p14:nvPr/>
              </p14:nvContentPartPr>
              <p14:xfrm>
                <a:off x="3937903" y="3395505"/>
                <a:ext cx="213840" cy="10875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9DAB970-78A4-4F8C-8CE8-9DF2CC67362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919903" y="3377505"/>
                  <a:ext cx="249480" cy="11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C4C8701-F376-409B-9DCC-D530AB8E1FE3}"/>
                    </a:ext>
                  </a:extLst>
                </p14:cNvPr>
                <p14:cNvContentPartPr/>
                <p14:nvPr/>
              </p14:nvContentPartPr>
              <p14:xfrm>
                <a:off x="4178383" y="4211265"/>
                <a:ext cx="99360" cy="4161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C4C8701-F376-409B-9DCC-D530AB8E1FE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160383" y="4193625"/>
                  <a:ext cx="1350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15DFE5F8-2021-4789-B5B3-B8B86E7A36C2}"/>
                    </a:ext>
                  </a:extLst>
                </p14:cNvPr>
                <p14:cNvContentPartPr/>
                <p14:nvPr/>
              </p14:nvContentPartPr>
              <p14:xfrm>
                <a:off x="4155703" y="4415745"/>
                <a:ext cx="360" cy="3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15DFE5F8-2021-4789-B5B3-B8B86E7A36C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137703" y="43977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077443B9-00E9-4700-A8B8-BD868D522846}"/>
                    </a:ext>
                  </a:extLst>
                </p14:cNvPr>
                <p14:cNvContentPartPr/>
                <p14:nvPr/>
              </p14:nvContentPartPr>
              <p14:xfrm>
                <a:off x="4360183" y="4610145"/>
                <a:ext cx="71280" cy="1119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077443B9-00E9-4700-A8B8-BD868D52284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342183" y="4592145"/>
                  <a:ext cx="1069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89C31DC7-1705-4D11-BF0D-179A3651BCB6}"/>
                    </a:ext>
                  </a:extLst>
                </p14:cNvPr>
                <p14:cNvContentPartPr/>
                <p14:nvPr/>
              </p14:nvContentPartPr>
              <p14:xfrm>
                <a:off x="4328503" y="4606905"/>
                <a:ext cx="77040" cy="1015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89C31DC7-1705-4D11-BF0D-179A3651BCB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310503" y="4588905"/>
                  <a:ext cx="112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A92A1515-2300-4DFA-9EF8-BD19BC25F422}"/>
                    </a:ext>
                  </a:extLst>
                </p14:cNvPr>
                <p14:cNvContentPartPr/>
                <p14:nvPr/>
              </p14:nvContentPartPr>
              <p14:xfrm>
                <a:off x="4140583" y="4349865"/>
                <a:ext cx="177480" cy="147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A92A1515-2300-4DFA-9EF8-BD19BC25F42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122943" y="4332225"/>
                  <a:ext cx="213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6A807AE-F028-4D4D-BFF1-7FB30D2F65F6}"/>
                    </a:ext>
                  </a:extLst>
                </p14:cNvPr>
                <p14:cNvContentPartPr/>
                <p14:nvPr/>
              </p14:nvContentPartPr>
              <p14:xfrm>
                <a:off x="4202503" y="3110745"/>
                <a:ext cx="126360" cy="3643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6A807AE-F028-4D4D-BFF1-7FB30D2F65F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184863" y="3093105"/>
                  <a:ext cx="16200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74494E6-753C-4B8A-9C6E-921E89463C0A}"/>
                    </a:ext>
                  </a:extLst>
                </p14:cNvPr>
                <p14:cNvContentPartPr/>
                <p14:nvPr/>
              </p14:nvContentPartPr>
              <p14:xfrm>
                <a:off x="4157863" y="3292545"/>
                <a:ext cx="162360" cy="133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74494E6-753C-4B8A-9C6E-921E89463C0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139863" y="3274905"/>
                  <a:ext cx="1980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E0D53079-6B0B-4B5B-93C5-1321504AC3AD}"/>
                    </a:ext>
                  </a:extLst>
                </p14:cNvPr>
                <p14:cNvContentPartPr/>
                <p14:nvPr/>
              </p14:nvContentPartPr>
              <p14:xfrm>
                <a:off x="4381783" y="3405225"/>
                <a:ext cx="92520" cy="1126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E0D53079-6B0B-4B5B-93C5-1321504AC3A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363783" y="3387225"/>
                  <a:ext cx="1281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141B24D-3696-46F4-A0B2-9024038B3954}"/>
                    </a:ext>
                  </a:extLst>
                </p14:cNvPr>
                <p14:cNvContentPartPr/>
                <p14:nvPr/>
              </p14:nvContentPartPr>
              <p14:xfrm>
                <a:off x="4563223" y="3241065"/>
                <a:ext cx="15120" cy="2188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141B24D-3696-46F4-A0B2-9024038B395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545223" y="3223425"/>
                  <a:ext cx="50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BE759352-D375-4C3A-98FC-8A8E7D82E5A1}"/>
                    </a:ext>
                  </a:extLst>
                </p14:cNvPr>
                <p14:cNvContentPartPr/>
                <p14:nvPr/>
              </p14:nvContentPartPr>
              <p14:xfrm>
                <a:off x="4505623" y="3208305"/>
                <a:ext cx="264960" cy="2073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BE759352-D375-4C3A-98FC-8A8E7D82E5A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487623" y="3190305"/>
                  <a:ext cx="3006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A034019F-DA4C-4BB5-8285-795F7DA07429}"/>
                    </a:ext>
                  </a:extLst>
                </p14:cNvPr>
                <p14:cNvContentPartPr/>
                <p14:nvPr/>
              </p14:nvContentPartPr>
              <p14:xfrm>
                <a:off x="4565383" y="3156825"/>
                <a:ext cx="384480" cy="302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A034019F-DA4C-4BB5-8285-795F7DA0742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547383" y="3139185"/>
                  <a:ext cx="4201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6CAC5E6-AA08-449D-85C2-88A83FFB99C5}"/>
                    </a:ext>
                  </a:extLst>
                </p14:cNvPr>
                <p14:cNvContentPartPr/>
                <p14:nvPr/>
              </p14:nvContentPartPr>
              <p14:xfrm>
                <a:off x="4764823" y="3755505"/>
                <a:ext cx="549720" cy="2685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6CAC5E6-AA08-449D-85C2-88A83FFB99C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746823" y="3737865"/>
                  <a:ext cx="5853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40E6850-8012-4237-94ED-1A2B1B5CC83E}"/>
                    </a:ext>
                  </a:extLst>
                </p14:cNvPr>
                <p14:cNvContentPartPr/>
                <p14:nvPr/>
              </p14:nvContentPartPr>
              <p14:xfrm>
                <a:off x="5430823" y="3768465"/>
                <a:ext cx="205560" cy="3362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40E6850-8012-4237-94ED-1A2B1B5CC83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413183" y="3750825"/>
                  <a:ext cx="2412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B2CA8588-6F40-4FCD-806B-766FEAEAA088}"/>
                    </a:ext>
                  </a:extLst>
                </p14:cNvPr>
                <p14:cNvContentPartPr/>
                <p14:nvPr/>
              </p14:nvContentPartPr>
              <p14:xfrm>
                <a:off x="5794063" y="3651105"/>
                <a:ext cx="128520" cy="5619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B2CA8588-6F40-4FCD-806B-766FEAEAA08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776063" y="3633465"/>
                  <a:ext cx="16416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BE6A2AF-5A2E-42E3-891A-615F64C54AE9}"/>
                    </a:ext>
                  </a:extLst>
                </p14:cNvPr>
                <p14:cNvContentPartPr/>
                <p14:nvPr/>
              </p14:nvContentPartPr>
              <p14:xfrm>
                <a:off x="5956063" y="3836865"/>
                <a:ext cx="216360" cy="20844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BE6A2AF-5A2E-42E3-891A-615F64C54AE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938423" y="3819225"/>
                  <a:ext cx="2520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B1DF5350-3748-482B-B85C-868851409488}"/>
                    </a:ext>
                  </a:extLst>
                </p14:cNvPr>
                <p14:cNvContentPartPr/>
                <p14:nvPr/>
              </p14:nvContentPartPr>
              <p14:xfrm>
                <a:off x="6322903" y="3655425"/>
                <a:ext cx="83880" cy="3636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B1DF5350-3748-482B-B85C-86885140948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304903" y="3637785"/>
                  <a:ext cx="1195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98770A9-71F5-406B-AF48-9EF2784E24B6}"/>
                    </a:ext>
                  </a:extLst>
                </p14:cNvPr>
                <p14:cNvContentPartPr/>
                <p14:nvPr/>
              </p14:nvContentPartPr>
              <p14:xfrm>
                <a:off x="6261343" y="3828225"/>
                <a:ext cx="196560" cy="61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98770A9-71F5-406B-AF48-9EF2784E24B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243343" y="3810585"/>
                  <a:ext cx="2322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22B0F11-95CF-44EF-B08B-962429BD5C96}"/>
                    </a:ext>
                  </a:extLst>
                </p14:cNvPr>
                <p14:cNvContentPartPr/>
                <p14:nvPr/>
              </p14:nvContentPartPr>
              <p14:xfrm>
                <a:off x="6523423" y="3777105"/>
                <a:ext cx="151920" cy="24624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922B0F11-95CF-44EF-B08B-962429BD5C9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5783" y="3759105"/>
                  <a:ext cx="1875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C870EBE-4F65-445C-BF90-F6D7218235BF}"/>
                    </a:ext>
                  </a:extLst>
                </p14:cNvPr>
                <p14:cNvContentPartPr/>
                <p14:nvPr/>
              </p14:nvContentPartPr>
              <p14:xfrm>
                <a:off x="6753463" y="3863865"/>
                <a:ext cx="180000" cy="1620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C870EBE-4F65-445C-BF90-F6D7218235B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35463" y="3846225"/>
                  <a:ext cx="2156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54A1DD20-68E8-41A5-B6B5-CF15CCB65D60}"/>
                    </a:ext>
                  </a:extLst>
                </p14:cNvPr>
                <p14:cNvContentPartPr/>
                <p14:nvPr/>
              </p14:nvContentPartPr>
              <p14:xfrm>
                <a:off x="6831223" y="3718425"/>
                <a:ext cx="27360" cy="3747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54A1DD20-68E8-41A5-B6B5-CF15CCB65D6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813223" y="3700425"/>
                  <a:ext cx="630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EF1A599-2B2F-48FD-AE2C-320B72402F7D}"/>
                    </a:ext>
                  </a:extLst>
                </p14:cNvPr>
                <p14:cNvContentPartPr/>
                <p14:nvPr/>
              </p14:nvContentPartPr>
              <p14:xfrm>
                <a:off x="6928783" y="3632745"/>
                <a:ext cx="145440" cy="6732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EF1A599-2B2F-48FD-AE2C-320B72402F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911143" y="3614745"/>
                  <a:ext cx="18108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FFD1780-140A-4BC4-82E6-DAA3395BDD58}"/>
                    </a:ext>
                  </a:extLst>
                </p14:cNvPr>
                <p14:cNvContentPartPr/>
                <p14:nvPr/>
              </p14:nvContentPartPr>
              <p14:xfrm>
                <a:off x="7295623" y="3610065"/>
                <a:ext cx="348120" cy="4528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FFD1780-140A-4BC4-82E6-DAA3395BDD5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277983" y="3592065"/>
                  <a:ext cx="38376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0B5D1B0-75BD-4012-BDB2-18FF5910522F}"/>
                    </a:ext>
                  </a:extLst>
                </p14:cNvPr>
                <p14:cNvContentPartPr/>
                <p14:nvPr/>
              </p14:nvContentPartPr>
              <p14:xfrm>
                <a:off x="7615303" y="3544185"/>
                <a:ext cx="199440" cy="4971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0B5D1B0-75BD-4012-BDB2-18FF5910522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597303" y="3526185"/>
                  <a:ext cx="23508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F1B61DD-F519-4955-A5EF-6B0718C6EA50}"/>
                    </a:ext>
                  </a:extLst>
                </p14:cNvPr>
                <p14:cNvContentPartPr/>
                <p14:nvPr/>
              </p14:nvContentPartPr>
              <p14:xfrm>
                <a:off x="7598743" y="3739665"/>
                <a:ext cx="237240" cy="316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F1B61DD-F519-4955-A5EF-6B0718C6EA5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581103" y="3722025"/>
                  <a:ext cx="272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71F1DEB8-50E7-4DDB-A67B-A8E4A4B9C3BF}"/>
                    </a:ext>
                  </a:extLst>
                </p14:cNvPr>
                <p14:cNvContentPartPr/>
                <p14:nvPr/>
              </p14:nvContentPartPr>
              <p14:xfrm>
                <a:off x="550303" y="5132865"/>
                <a:ext cx="190080" cy="234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71F1DEB8-50E7-4DDB-A67B-A8E4A4B9C3BF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32663" y="5114865"/>
                  <a:ext cx="225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A942B3F4-CCBC-47DB-A990-A9BB7CC8DCEA}"/>
                    </a:ext>
                  </a:extLst>
                </p14:cNvPr>
                <p14:cNvContentPartPr/>
                <p14:nvPr/>
              </p14:nvContentPartPr>
              <p14:xfrm>
                <a:off x="482263" y="5299905"/>
                <a:ext cx="294840" cy="75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A942B3F4-CCBC-47DB-A990-A9BB7CC8DCE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64263" y="5282265"/>
                  <a:ext cx="3304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94D0B177-D15F-470C-AA0E-E8C26B10B216}"/>
                    </a:ext>
                  </a:extLst>
                </p14:cNvPr>
                <p14:cNvContentPartPr/>
                <p14:nvPr/>
              </p14:nvContentPartPr>
              <p14:xfrm>
                <a:off x="1013263" y="4866465"/>
                <a:ext cx="221040" cy="2167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94D0B177-D15F-470C-AA0E-E8C26B10B21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95623" y="4848465"/>
                  <a:ext cx="256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A2F94F64-E8A1-401F-9D8F-56C7640D1DE5}"/>
                    </a:ext>
                  </a:extLst>
                </p14:cNvPr>
                <p14:cNvContentPartPr/>
                <p14:nvPr/>
              </p14:nvContentPartPr>
              <p14:xfrm>
                <a:off x="1045303" y="5204145"/>
                <a:ext cx="297000" cy="345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A2F94F64-E8A1-401F-9D8F-56C7640D1DE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27303" y="5186505"/>
                  <a:ext cx="332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7CD0652F-CF56-4F72-85AD-4121870669A7}"/>
                    </a:ext>
                  </a:extLst>
                </p14:cNvPr>
                <p14:cNvContentPartPr/>
                <p14:nvPr/>
              </p14:nvContentPartPr>
              <p14:xfrm>
                <a:off x="1121983" y="5400705"/>
                <a:ext cx="245520" cy="29844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7CD0652F-CF56-4F72-85AD-4121870669A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04343" y="5383065"/>
                  <a:ext cx="2811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5AD18548-6AAF-4187-B184-A875C5F8FE1B}"/>
                    </a:ext>
                  </a:extLst>
                </p14:cNvPr>
                <p14:cNvContentPartPr/>
                <p14:nvPr/>
              </p14:nvContentPartPr>
              <p14:xfrm>
                <a:off x="1576663" y="4893465"/>
                <a:ext cx="130320" cy="6541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5AD18548-6AAF-4187-B184-A875C5F8FE1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559023" y="4875465"/>
                  <a:ext cx="16596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CCA1D14-4C37-4C89-99CD-5DA3E8EC7E17}"/>
                    </a:ext>
                  </a:extLst>
                </p14:cNvPr>
                <p14:cNvContentPartPr/>
                <p14:nvPr/>
              </p14:nvContentPartPr>
              <p14:xfrm>
                <a:off x="1723543" y="4818585"/>
                <a:ext cx="211680" cy="4118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CCA1D14-4C37-4C89-99CD-5DA3E8EC7E1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705903" y="4800585"/>
                  <a:ext cx="2473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515BB553-3882-4E2C-926A-499100F1CFB0}"/>
                    </a:ext>
                  </a:extLst>
                </p14:cNvPr>
                <p14:cNvContentPartPr/>
                <p14:nvPr/>
              </p14:nvContentPartPr>
              <p14:xfrm>
                <a:off x="1813183" y="4989945"/>
                <a:ext cx="154080" cy="1476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515BB553-3882-4E2C-926A-499100F1CFB0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795543" y="4972305"/>
                  <a:ext cx="189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F64DF91-242E-4744-B4F6-F7F0E46678EE}"/>
                    </a:ext>
                  </a:extLst>
                </p14:cNvPr>
                <p14:cNvContentPartPr/>
                <p14:nvPr/>
              </p14:nvContentPartPr>
              <p14:xfrm>
                <a:off x="2018023" y="5168505"/>
                <a:ext cx="74160" cy="10836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F64DF91-242E-4744-B4F6-F7F0E46678E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000023" y="5150865"/>
                  <a:ext cx="109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1B3A7C88-4808-4132-A9F6-D21164C17284}"/>
                    </a:ext>
                  </a:extLst>
                </p14:cNvPr>
                <p14:cNvContentPartPr/>
                <p14:nvPr/>
              </p14:nvContentPartPr>
              <p14:xfrm>
                <a:off x="2171743" y="4975545"/>
                <a:ext cx="141120" cy="22752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1B3A7C88-4808-4132-A9F6-D21164C1728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153743" y="4957905"/>
                  <a:ext cx="1767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907B6FDF-2D65-4C88-9A8A-11B593030A7E}"/>
                    </a:ext>
                  </a:extLst>
                </p14:cNvPr>
                <p14:cNvContentPartPr/>
                <p14:nvPr/>
              </p14:nvContentPartPr>
              <p14:xfrm>
                <a:off x="2412583" y="4889865"/>
                <a:ext cx="47160" cy="2505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907B6FDF-2D65-4C88-9A8A-11B593030A7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394943" y="4872225"/>
                  <a:ext cx="828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9D1F691E-28BC-4837-A497-5AC2EBF6FDBF}"/>
                    </a:ext>
                  </a:extLst>
                </p14:cNvPr>
                <p14:cNvContentPartPr/>
                <p14:nvPr/>
              </p14:nvContentPartPr>
              <p14:xfrm>
                <a:off x="2250583" y="4818585"/>
                <a:ext cx="337320" cy="3744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9D1F691E-28BC-4837-A497-5AC2EBF6FDB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232943" y="4800585"/>
                  <a:ext cx="3729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E2795166-68E5-4822-949E-B6E54593BC4A}"/>
                    </a:ext>
                  </a:extLst>
                </p14:cNvPr>
                <p14:cNvContentPartPr/>
                <p14:nvPr/>
              </p14:nvContentPartPr>
              <p14:xfrm>
                <a:off x="2639023" y="5097225"/>
                <a:ext cx="143280" cy="46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E2795166-68E5-4822-949E-B6E54593BC4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621023" y="5079225"/>
                  <a:ext cx="178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1E0E9FF4-4581-49E6-9905-C83053637685}"/>
                    </a:ext>
                  </a:extLst>
                </p14:cNvPr>
                <p14:cNvContentPartPr/>
                <p14:nvPr/>
              </p14:nvContentPartPr>
              <p14:xfrm>
                <a:off x="2807503" y="4754145"/>
                <a:ext cx="179640" cy="4320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1E0E9FF4-4581-49E6-9905-C8305363768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789503" y="4736505"/>
                  <a:ext cx="21528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7ED2290F-0EE8-46C5-A22C-9AD9FF792A60}"/>
                    </a:ext>
                  </a:extLst>
                </p14:cNvPr>
                <p14:cNvContentPartPr/>
                <p14:nvPr/>
              </p14:nvContentPartPr>
              <p14:xfrm>
                <a:off x="3073183" y="5079945"/>
                <a:ext cx="160560" cy="11196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7ED2290F-0EE8-46C5-A22C-9AD9FF792A6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055183" y="5061945"/>
                  <a:ext cx="1962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D79968BB-6403-4BC3-BEEA-D53D7A6559BA}"/>
                    </a:ext>
                  </a:extLst>
                </p14:cNvPr>
                <p14:cNvContentPartPr/>
                <p14:nvPr/>
              </p14:nvContentPartPr>
              <p14:xfrm>
                <a:off x="3189103" y="4734345"/>
                <a:ext cx="210960" cy="7977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D79968BB-6403-4BC3-BEEA-D53D7A6559B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171463" y="4716345"/>
                  <a:ext cx="246600" cy="83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85B359AC-6844-42C8-A116-F47E76A1C7D4}"/>
                    </a:ext>
                  </a:extLst>
                </p14:cNvPr>
                <p14:cNvContentPartPr/>
                <p14:nvPr/>
              </p14:nvContentPartPr>
              <p14:xfrm>
                <a:off x="1676743" y="4928385"/>
                <a:ext cx="309960" cy="35208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85B359AC-6844-42C8-A116-F47E76A1C7D4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659103" y="4910385"/>
                  <a:ext cx="3456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1E1DD7D-C422-4554-8563-C872A13779EA}"/>
                    </a:ext>
                  </a:extLst>
                </p14:cNvPr>
                <p14:cNvContentPartPr/>
                <p14:nvPr/>
              </p14:nvContentPartPr>
              <p14:xfrm>
                <a:off x="2617423" y="4918665"/>
                <a:ext cx="438120" cy="29880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1E1DD7D-C422-4554-8563-C872A13779E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599783" y="4900665"/>
                  <a:ext cx="4737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43C7E0F-8567-4987-9257-50EEB75CFA7E}"/>
                    </a:ext>
                  </a:extLst>
                </p14:cNvPr>
                <p14:cNvContentPartPr/>
                <p14:nvPr/>
              </p14:nvContentPartPr>
              <p14:xfrm>
                <a:off x="3758983" y="5055825"/>
                <a:ext cx="19080" cy="3628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43C7E0F-8567-4987-9257-50EEB75CFA7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740983" y="5037825"/>
                  <a:ext cx="5472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6EAC0B44-7EB6-4122-AB3E-B84008D19221}"/>
                    </a:ext>
                  </a:extLst>
                </p14:cNvPr>
                <p14:cNvContentPartPr/>
                <p14:nvPr/>
              </p14:nvContentPartPr>
              <p14:xfrm>
                <a:off x="3551983" y="5175345"/>
                <a:ext cx="373680" cy="378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6EAC0B44-7EB6-4122-AB3E-B84008D1922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533983" y="5157705"/>
                  <a:ext cx="409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E6FE8068-AB28-47BA-AFC1-8229A3D29336}"/>
                    </a:ext>
                  </a:extLst>
                </p14:cNvPr>
                <p14:cNvContentPartPr/>
                <p14:nvPr/>
              </p14:nvContentPartPr>
              <p14:xfrm>
                <a:off x="9625543" y="3635625"/>
                <a:ext cx="46440" cy="64044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E6FE8068-AB28-47BA-AFC1-8229A3D2933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607543" y="3617625"/>
                  <a:ext cx="82080" cy="6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926E3777-4A22-4430-9EF6-1EB03D774276}"/>
                    </a:ext>
                  </a:extLst>
                </p14:cNvPr>
                <p14:cNvContentPartPr/>
                <p14:nvPr/>
              </p14:nvContentPartPr>
              <p14:xfrm>
                <a:off x="9109303" y="3408825"/>
                <a:ext cx="360" cy="13932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926E3777-4A22-4430-9EF6-1EB03D77427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091303" y="3390825"/>
                  <a:ext cx="36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49E7F228-E1BA-4A8F-8B6E-365396BCCA7B}"/>
                    </a:ext>
                  </a:extLst>
                </p14:cNvPr>
                <p14:cNvContentPartPr/>
                <p14:nvPr/>
              </p14:nvContentPartPr>
              <p14:xfrm>
                <a:off x="8930023" y="3329625"/>
                <a:ext cx="399240" cy="3168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49E7F228-E1BA-4A8F-8B6E-365396BCCA7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912023" y="3311985"/>
                  <a:ext cx="434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E0F4613D-9002-42D6-B3AA-9FA3032B0E05}"/>
                    </a:ext>
                  </a:extLst>
                </p14:cNvPr>
                <p14:cNvContentPartPr/>
                <p14:nvPr/>
              </p14:nvContentPartPr>
              <p14:xfrm>
                <a:off x="8612143" y="3461025"/>
                <a:ext cx="1005480" cy="1332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E0F4613D-9002-42D6-B3AA-9FA3032B0E0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594143" y="3443385"/>
                  <a:ext cx="10411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B8972418-8570-4763-A89A-2415BF51D7C9}"/>
                    </a:ext>
                  </a:extLst>
                </p14:cNvPr>
                <p14:cNvContentPartPr/>
                <p14:nvPr/>
              </p14:nvContentPartPr>
              <p14:xfrm>
                <a:off x="8498023" y="3459585"/>
                <a:ext cx="151920" cy="1717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B8972418-8570-4763-A89A-2415BF51D7C9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480383" y="3441945"/>
                  <a:ext cx="1875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FD87159B-E809-4867-BF4C-C425580CF434}"/>
                    </a:ext>
                  </a:extLst>
                </p14:cNvPr>
                <p14:cNvContentPartPr/>
                <p14:nvPr/>
              </p14:nvContentPartPr>
              <p14:xfrm>
                <a:off x="8490463" y="3777105"/>
                <a:ext cx="260280" cy="2170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FD87159B-E809-4867-BF4C-C425580CF43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472823" y="3759105"/>
                  <a:ext cx="295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5188EFA-05D7-42D2-86FA-7917A8F03651}"/>
                    </a:ext>
                  </a:extLst>
                </p14:cNvPr>
                <p14:cNvContentPartPr/>
                <p14:nvPr/>
              </p14:nvContentPartPr>
              <p14:xfrm>
                <a:off x="8282383" y="4016865"/>
                <a:ext cx="1733760" cy="6336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5188EFA-05D7-42D2-86FA-7917A8F0365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264743" y="3999225"/>
                  <a:ext cx="17694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33F8090E-8744-4BDF-8E32-B4B54AAC54D4}"/>
                    </a:ext>
                  </a:extLst>
                </p14:cNvPr>
                <p14:cNvContentPartPr/>
                <p14:nvPr/>
              </p14:nvContentPartPr>
              <p14:xfrm>
                <a:off x="9122263" y="3800865"/>
                <a:ext cx="207000" cy="18792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33F8090E-8744-4BDF-8E32-B4B54AAC54D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104623" y="3782865"/>
                  <a:ext cx="2426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7549D27-E1E8-46EF-8678-4634EA21C03C}"/>
                    </a:ext>
                  </a:extLst>
                </p14:cNvPr>
                <p14:cNvContentPartPr/>
                <p14:nvPr/>
              </p14:nvContentPartPr>
              <p14:xfrm>
                <a:off x="8881063" y="4026945"/>
                <a:ext cx="149760" cy="11592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7549D27-E1E8-46EF-8678-4634EA21C03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863063" y="4009305"/>
                  <a:ext cx="1854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D8844B1-25A0-4E6D-A7A3-F6E97C1BBEC6}"/>
                    </a:ext>
                  </a:extLst>
                </p14:cNvPr>
                <p14:cNvContentPartPr/>
                <p14:nvPr/>
              </p14:nvContentPartPr>
              <p14:xfrm>
                <a:off x="9469663" y="3959985"/>
                <a:ext cx="143280" cy="1846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D8844B1-25A0-4E6D-A7A3-F6E97C1BBEC6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452023" y="3941985"/>
                  <a:ext cx="178920" cy="22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564607A9-AEC5-448F-8B1F-6525420EDF24}"/>
                  </a:ext>
                </a:extLst>
              </p14:cNvPr>
              <p14:cNvContentPartPr/>
              <p14:nvPr/>
            </p14:nvContentPartPr>
            <p14:xfrm>
              <a:off x="4242823" y="4938825"/>
              <a:ext cx="385560" cy="33408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564607A9-AEC5-448F-8B1F-6525420EDF24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4225183" y="4920825"/>
                <a:ext cx="421200" cy="36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3" name="Group 382">
            <a:extLst>
              <a:ext uri="{FF2B5EF4-FFF2-40B4-BE49-F238E27FC236}">
                <a16:creationId xmlns:a16="http://schemas.microsoft.com/office/drawing/2014/main" id="{D5589631-9994-44A0-8DC9-217C21412259}"/>
              </a:ext>
            </a:extLst>
          </p:cNvPr>
          <p:cNvGrpSpPr/>
          <p:nvPr/>
        </p:nvGrpSpPr>
        <p:grpSpPr>
          <a:xfrm>
            <a:off x="4976863" y="5118465"/>
            <a:ext cx="337320" cy="149040"/>
            <a:chOff x="4976863" y="5118465"/>
            <a:chExt cx="33732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81F42159-B7E3-41D2-9651-AC549B45B763}"/>
                    </a:ext>
                  </a:extLst>
                </p14:cNvPr>
                <p14:cNvContentPartPr/>
                <p14:nvPr/>
              </p14:nvContentPartPr>
              <p14:xfrm>
                <a:off x="4983343" y="5118465"/>
                <a:ext cx="298800" cy="2484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81F42159-B7E3-41D2-9651-AC549B45B76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965703" y="5100825"/>
                  <a:ext cx="3344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FD0D8DFD-D0DC-4D9C-B114-306BBCEC6238}"/>
                    </a:ext>
                  </a:extLst>
                </p14:cNvPr>
                <p14:cNvContentPartPr/>
                <p14:nvPr/>
              </p14:nvContentPartPr>
              <p14:xfrm>
                <a:off x="4976863" y="5219985"/>
                <a:ext cx="337320" cy="4752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FD0D8DFD-D0DC-4D9C-B114-306BBCEC6238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959223" y="5201985"/>
                  <a:ext cx="3729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02E2B0A1-629E-4524-9D6C-31E862753188}"/>
              </a:ext>
            </a:extLst>
          </p:cNvPr>
          <p:cNvGrpSpPr/>
          <p:nvPr/>
        </p:nvGrpSpPr>
        <p:grpSpPr>
          <a:xfrm>
            <a:off x="5713063" y="4721745"/>
            <a:ext cx="487800" cy="455760"/>
            <a:chOff x="5713063" y="4721745"/>
            <a:chExt cx="487800" cy="45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F2821B73-4A46-46C8-A91B-917CE6CE1209}"/>
                    </a:ext>
                  </a:extLst>
                </p14:cNvPr>
                <p14:cNvContentPartPr/>
                <p14:nvPr/>
              </p14:nvContentPartPr>
              <p14:xfrm>
                <a:off x="5969383" y="4799865"/>
                <a:ext cx="45000" cy="23292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F2821B73-4A46-46C8-A91B-917CE6CE120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951383" y="4782225"/>
                  <a:ext cx="806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512D4397-AD39-4F9E-9C53-2F2245EE38DC}"/>
                    </a:ext>
                  </a:extLst>
                </p14:cNvPr>
                <p14:cNvContentPartPr/>
                <p14:nvPr/>
              </p14:nvContentPartPr>
              <p14:xfrm>
                <a:off x="5713063" y="4721745"/>
                <a:ext cx="487800" cy="3852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512D4397-AD39-4F9E-9C53-2F2245EE38DC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695063" y="4703745"/>
                  <a:ext cx="5234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B8FF00A3-F9D6-4E94-AC76-206F6C6D156E}"/>
                    </a:ext>
                  </a:extLst>
                </p14:cNvPr>
                <p14:cNvContentPartPr/>
                <p14:nvPr/>
              </p14:nvContentPartPr>
              <p14:xfrm>
                <a:off x="5778943" y="5144385"/>
                <a:ext cx="415800" cy="3312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B8FF00A3-F9D6-4E94-AC76-206F6C6D156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761303" y="5126385"/>
                  <a:ext cx="45144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CED164C4-3E56-4EF5-9E68-D9A0801BF6E7}"/>
                  </a:ext>
                </a:extLst>
              </p14:cNvPr>
              <p14:cNvContentPartPr/>
              <p14:nvPr/>
            </p14:nvContentPartPr>
            <p14:xfrm>
              <a:off x="5928343" y="5345985"/>
              <a:ext cx="292680" cy="272880"/>
            </p14:xfrm>
          </p:contentPart>
        </mc:Choice>
        <mc:Fallback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CED164C4-3E56-4EF5-9E68-D9A0801BF6E7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5910703" y="5327985"/>
                <a:ext cx="328320" cy="30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5" name="Group 414">
            <a:extLst>
              <a:ext uri="{FF2B5EF4-FFF2-40B4-BE49-F238E27FC236}">
                <a16:creationId xmlns:a16="http://schemas.microsoft.com/office/drawing/2014/main" id="{595F4681-7249-45FF-B48A-9A5F509F8AAE}"/>
              </a:ext>
            </a:extLst>
          </p:cNvPr>
          <p:cNvGrpSpPr/>
          <p:nvPr/>
        </p:nvGrpSpPr>
        <p:grpSpPr>
          <a:xfrm>
            <a:off x="1171303" y="5605252"/>
            <a:ext cx="3354120" cy="1206653"/>
            <a:chOff x="1171303" y="5605252"/>
            <a:chExt cx="3354120" cy="120665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85313331-0F35-4DAE-86EF-17D2F7C46857}"/>
                    </a:ext>
                  </a:extLst>
                </p14:cNvPr>
                <p14:cNvContentPartPr/>
                <p14:nvPr/>
              </p14:nvContentPartPr>
              <p14:xfrm>
                <a:off x="1171303" y="5995425"/>
                <a:ext cx="249840" cy="46944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85313331-0F35-4DAE-86EF-17D2F7C4685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53303" y="5977425"/>
                  <a:ext cx="28548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1CA7415-2336-4E56-AB4B-A40254ACEFC4}"/>
                    </a:ext>
                  </a:extLst>
                </p14:cNvPr>
                <p14:cNvContentPartPr/>
                <p14:nvPr/>
              </p14:nvContentPartPr>
              <p14:xfrm>
                <a:off x="1514383" y="6281985"/>
                <a:ext cx="92160" cy="16452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1CA7415-2336-4E56-AB4B-A40254ACEFC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496743" y="6263985"/>
                  <a:ext cx="127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E84AE0DB-8637-4E04-A291-BB3492324B69}"/>
                    </a:ext>
                  </a:extLst>
                </p14:cNvPr>
                <p14:cNvContentPartPr/>
                <p14:nvPr/>
              </p14:nvContentPartPr>
              <p14:xfrm>
                <a:off x="1636423" y="6057345"/>
                <a:ext cx="253800" cy="64836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E84AE0DB-8637-4E04-A291-BB3492324B6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618783" y="6039345"/>
                  <a:ext cx="289440" cy="6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E336A924-CBF7-4996-BEA8-04E306B11027}"/>
                    </a:ext>
                  </a:extLst>
                </p14:cNvPr>
                <p14:cNvContentPartPr/>
                <p14:nvPr/>
              </p14:nvContentPartPr>
              <p14:xfrm>
                <a:off x="2054383" y="6391425"/>
                <a:ext cx="156240" cy="32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E336A924-CBF7-4996-BEA8-04E306B1102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036383" y="6373785"/>
                  <a:ext cx="191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D4E4CABC-F822-417D-B3D8-F40716142420}"/>
                    </a:ext>
                  </a:extLst>
                </p14:cNvPr>
                <p14:cNvContentPartPr/>
                <p14:nvPr/>
              </p14:nvContentPartPr>
              <p14:xfrm>
                <a:off x="2028823" y="6484305"/>
                <a:ext cx="226440" cy="324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D4E4CABC-F822-417D-B3D8-F4071614242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010823" y="6466665"/>
                  <a:ext cx="262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BF82BE6C-338E-46A0-BE40-7D392B4BB582}"/>
                    </a:ext>
                  </a:extLst>
                </p14:cNvPr>
                <p14:cNvContentPartPr/>
                <p14:nvPr/>
              </p14:nvContentPartPr>
              <p14:xfrm>
                <a:off x="2487463" y="5799945"/>
                <a:ext cx="277920" cy="97128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BF82BE6C-338E-46A0-BE40-7D392B4BB58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469463" y="5782305"/>
                  <a:ext cx="313560" cy="10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58B78613-8BE2-4D21-85DF-67589272F132}"/>
                    </a:ext>
                  </a:extLst>
                </p14:cNvPr>
                <p14:cNvContentPartPr/>
                <p14:nvPr/>
              </p14:nvContentPartPr>
              <p14:xfrm>
                <a:off x="2995423" y="5767905"/>
                <a:ext cx="190800" cy="42552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58B78613-8BE2-4D21-85DF-67589272F132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977423" y="5750265"/>
                  <a:ext cx="22644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4E3F0710-7DC1-4244-AB7F-BBFED771160B}"/>
                    </a:ext>
                  </a:extLst>
                </p14:cNvPr>
                <p14:cNvContentPartPr/>
                <p14:nvPr/>
              </p14:nvContentPartPr>
              <p14:xfrm>
                <a:off x="3209623" y="6100545"/>
                <a:ext cx="346320" cy="1954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4E3F0710-7DC1-4244-AB7F-BBFED771160B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191983" y="6082905"/>
                  <a:ext cx="3819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7786727D-0871-45C6-B49E-948AF239856B}"/>
                    </a:ext>
                  </a:extLst>
                </p14:cNvPr>
                <p14:cNvContentPartPr/>
                <p14:nvPr/>
              </p14:nvContentPartPr>
              <p14:xfrm>
                <a:off x="3349303" y="5697705"/>
                <a:ext cx="249840" cy="21420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7786727D-0871-45C6-B49E-948AF239856B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331303" y="5679705"/>
                  <a:ext cx="2854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463BE70F-7287-48C7-AAD8-3900B2C5A904}"/>
                    </a:ext>
                  </a:extLst>
                </p14:cNvPr>
                <p14:cNvContentPartPr/>
                <p14:nvPr/>
              </p14:nvContentPartPr>
              <p14:xfrm>
                <a:off x="2986063" y="6401505"/>
                <a:ext cx="534240" cy="6480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463BE70F-7287-48C7-AAD8-3900B2C5A904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968063" y="6383865"/>
                  <a:ext cx="5698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BC3815A5-62EA-4358-835A-A96702776CD9}"/>
                    </a:ext>
                  </a:extLst>
                </p14:cNvPr>
                <p14:cNvContentPartPr/>
                <p14:nvPr/>
              </p14:nvContentPartPr>
              <p14:xfrm>
                <a:off x="3248863" y="6501585"/>
                <a:ext cx="2520" cy="31032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BC3815A5-62EA-4358-835A-A96702776CD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231223" y="6483585"/>
                  <a:ext cx="381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7E887F0F-8FBF-48DF-BED4-C0CED706F799}"/>
                    </a:ext>
                  </a:extLst>
                </p14:cNvPr>
                <p14:cNvContentPartPr/>
                <p14:nvPr/>
              </p14:nvContentPartPr>
              <p14:xfrm>
                <a:off x="3018463" y="6550252"/>
                <a:ext cx="465480" cy="8856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7E887F0F-8FBF-48DF-BED4-C0CED706F799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000823" y="6532252"/>
                  <a:ext cx="501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E7B50A3A-DD2A-44E8-8A4B-CF4C2FA252B1}"/>
                    </a:ext>
                  </a:extLst>
                </p14:cNvPr>
                <p14:cNvContentPartPr/>
                <p14:nvPr/>
              </p14:nvContentPartPr>
              <p14:xfrm>
                <a:off x="3027103" y="6450892"/>
                <a:ext cx="431280" cy="34920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E7B50A3A-DD2A-44E8-8A4B-CF4C2FA252B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009463" y="6433252"/>
                  <a:ext cx="4669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B2E5951C-A7A6-4E9B-86DA-9A2C18521A9B}"/>
                    </a:ext>
                  </a:extLst>
                </p14:cNvPr>
                <p14:cNvContentPartPr/>
                <p14:nvPr/>
              </p14:nvContentPartPr>
              <p14:xfrm>
                <a:off x="4244623" y="5943652"/>
                <a:ext cx="16200" cy="2289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B2E5951C-A7A6-4E9B-86DA-9A2C18521A9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226983" y="5926012"/>
                  <a:ext cx="518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E56BDD0E-4C79-4C14-9395-A7DA008DBB07}"/>
                    </a:ext>
                  </a:extLst>
                </p14:cNvPr>
                <p14:cNvContentPartPr/>
                <p14:nvPr/>
              </p14:nvContentPartPr>
              <p14:xfrm>
                <a:off x="4040503" y="5883892"/>
                <a:ext cx="442080" cy="1188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E56BDD0E-4C79-4C14-9395-A7DA008DBB07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022503" y="5865892"/>
                  <a:ext cx="477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3CBC48C-602D-4863-8C88-C8B073177B60}"/>
                    </a:ext>
                  </a:extLst>
                </p14:cNvPr>
                <p14:cNvContentPartPr/>
                <p14:nvPr/>
              </p14:nvContentPartPr>
              <p14:xfrm>
                <a:off x="3861223" y="6419572"/>
                <a:ext cx="13320" cy="36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3CBC48C-602D-4863-8C88-C8B073177B60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843583" y="6401572"/>
                  <a:ext cx="48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BC145744-1FD6-451E-AEC8-C425E2CA3A79}"/>
                    </a:ext>
                  </a:extLst>
                </p14:cNvPr>
                <p14:cNvContentPartPr/>
                <p14:nvPr/>
              </p14:nvContentPartPr>
              <p14:xfrm>
                <a:off x="4061743" y="6326692"/>
                <a:ext cx="354600" cy="468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BC145744-1FD6-451E-AEC8-C425E2CA3A7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044103" y="6308692"/>
                  <a:ext cx="390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8DABA7D2-82A7-4F02-A925-C3196714AF44}"/>
                    </a:ext>
                  </a:extLst>
                </p14:cNvPr>
                <p14:cNvContentPartPr/>
                <p14:nvPr/>
              </p14:nvContentPartPr>
              <p14:xfrm>
                <a:off x="4189903" y="6464932"/>
                <a:ext cx="252000" cy="24336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8DABA7D2-82A7-4F02-A925-C3196714AF4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171903" y="6447292"/>
                  <a:ext cx="2876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6DE15361-826C-41F9-BE98-EEAF6BECAF51}"/>
                    </a:ext>
                  </a:extLst>
                </p14:cNvPr>
                <p14:cNvContentPartPr/>
                <p14:nvPr/>
              </p14:nvContentPartPr>
              <p14:xfrm>
                <a:off x="4037983" y="5772292"/>
                <a:ext cx="342360" cy="43848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6DE15361-826C-41F9-BE98-EEAF6BECAF5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019983" y="5754292"/>
                  <a:ext cx="37800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4E0C7189-C259-4710-8C33-B110398DE10B}"/>
                    </a:ext>
                  </a:extLst>
                </p14:cNvPr>
                <p14:cNvContentPartPr/>
                <p14:nvPr/>
              </p14:nvContentPartPr>
              <p14:xfrm>
                <a:off x="2708143" y="5605252"/>
                <a:ext cx="1817280" cy="14040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4E0C7189-C259-4710-8C33-B110398DE10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690143" y="5587612"/>
                  <a:ext cx="185292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E6751445-3516-458A-B66E-839A346B3157}"/>
              </a:ext>
            </a:extLst>
          </p:cNvPr>
          <p:cNvGrpSpPr/>
          <p:nvPr/>
        </p:nvGrpSpPr>
        <p:grpSpPr>
          <a:xfrm>
            <a:off x="4984423" y="5765812"/>
            <a:ext cx="1334880" cy="971640"/>
            <a:chOff x="4984423" y="5765812"/>
            <a:chExt cx="1334880" cy="97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3F50D8EE-11D9-414B-B10C-C0722B7BEC66}"/>
                    </a:ext>
                  </a:extLst>
                </p14:cNvPr>
                <p14:cNvContentPartPr/>
                <p14:nvPr/>
              </p14:nvContentPartPr>
              <p14:xfrm>
                <a:off x="4984423" y="6296812"/>
                <a:ext cx="282960" cy="147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3F50D8EE-11D9-414B-B10C-C0722B7BEC6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4966783" y="6278812"/>
                  <a:ext cx="318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06CAF281-7B3E-444D-BF11-77E99AF67719}"/>
                    </a:ext>
                  </a:extLst>
                </p14:cNvPr>
                <p14:cNvContentPartPr/>
                <p14:nvPr/>
              </p14:nvContentPartPr>
              <p14:xfrm>
                <a:off x="5040943" y="6383932"/>
                <a:ext cx="292680" cy="2880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06CAF281-7B3E-444D-BF11-77E99AF6771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023303" y="6365932"/>
                  <a:ext cx="328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3DDD9694-2510-457D-B64E-C59AB33F35AE}"/>
                    </a:ext>
                  </a:extLst>
                </p14:cNvPr>
                <p14:cNvContentPartPr/>
                <p14:nvPr/>
              </p14:nvContentPartPr>
              <p14:xfrm>
                <a:off x="5580223" y="5765812"/>
                <a:ext cx="265320" cy="38304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3DDD9694-2510-457D-B64E-C59AB33F35A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562223" y="5747812"/>
                  <a:ext cx="30096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C0F37DE8-35A5-4B98-BB96-503375213E27}"/>
                    </a:ext>
                  </a:extLst>
                </p14:cNvPr>
                <p14:cNvContentPartPr/>
                <p14:nvPr/>
              </p14:nvContentPartPr>
              <p14:xfrm>
                <a:off x="5902783" y="6019972"/>
                <a:ext cx="416520" cy="20700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C0F37DE8-35A5-4B98-BB96-503375213E2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885143" y="6002332"/>
                  <a:ext cx="452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25E4B27A-B591-4C7B-AB08-B09199C38C29}"/>
                    </a:ext>
                  </a:extLst>
                </p14:cNvPr>
                <p14:cNvContentPartPr/>
                <p14:nvPr/>
              </p14:nvContentPartPr>
              <p14:xfrm>
                <a:off x="5580583" y="6329572"/>
                <a:ext cx="674640" cy="6624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25E4B27A-B591-4C7B-AB08-B09199C38C29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562943" y="6311572"/>
                  <a:ext cx="710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389290E-4AD9-4108-BC7C-49C6E0C78696}"/>
                    </a:ext>
                  </a:extLst>
                </p14:cNvPr>
                <p14:cNvContentPartPr/>
                <p14:nvPr/>
              </p14:nvContentPartPr>
              <p14:xfrm>
                <a:off x="5781103" y="6422092"/>
                <a:ext cx="394560" cy="31356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389290E-4AD9-4108-BC7C-49C6E0C7869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763463" y="6404092"/>
                  <a:ext cx="4302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08FF7314-3AAD-45D6-91D6-E6CEEF32C648}"/>
                    </a:ext>
                  </a:extLst>
                </p14:cNvPr>
                <p14:cNvContentPartPr/>
                <p14:nvPr/>
              </p14:nvContentPartPr>
              <p14:xfrm>
                <a:off x="6015823" y="6576172"/>
                <a:ext cx="200880" cy="16128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08FF7314-3AAD-45D6-91D6-E6CEEF32C64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998183" y="6558172"/>
                  <a:ext cx="23652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0A025BD0-716C-4E5D-8A5F-6BC3A7483D3A}"/>
              </a:ext>
            </a:extLst>
          </p:cNvPr>
          <p:cNvGrpSpPr/>
          <p:nvPr/>
        </p:nvGrpSpPr>
        <p:grpSpPr>
          <a:xfrm>
            <a:off x="6700543" y="5770132"/>
            <a:ext cx="1935360" cy="812520"/>
            <a:chOff x="6700543" y="5770132"/>
            <a:chExt cx="1935360" cy="81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E63C90F-B870-4BAD-8B2D-4E829B5D42FB}"/>
                    </a:ext>
                  </a:extLst>
                </p14:cNvPr>
                <p14:cNvContentPartPr/>
                <p14:nvPr/>
              </p14:nvContentPartPr>
              <p14:xfrm>
                <a:off x="6747703" y="6273772"/>
                <a:ext cx="209160" cy="5472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E63C90F-B870-4BAD-8B2D-4E829B5D42F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729703" y="6256132"/>
                  <a:ext cx="2448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318F6D1D-DD8D-4B8F-876F-672039B84631}"/>
                    </a:ext>
                  </a:extLst>
                </p14:cNvPr>
                <p14:cNvContentPartPr/>
                <p14:nvPr/>
              </p14:nvContentPartPr>
              <p14:xfrm>
                <a:off x="6700543" y="6067132"/>
                <a:ext cx="269280" cy="9576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318F6D1D-DD8D-4B8F-876F-672039B8463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682903" y="6049132"/>
                  <a:ext cx="3049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74C04C4C-6462-49A8-913B-AE089C5BB163}"/>
                    </a:ext>
                  </a:extLst>
                </p14:cNvPr>
                <p14:cNvContentPartPr/>
                <p14:nvPr/>
              </p14:nvContentPartPr>
              <p14:xfrm>
                <a:off x="7148383" y="6070372"/>
                <a:ext cx="154440" cy="27252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74C04C4C-6462-49A8-913B-AE089C5BB16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7130743" y="6052732"/>
                  <a:ext cx="1900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2259403E-C913-40D1-906F-83FBFE7DDE22}"/>
                    </a:ext>
                  </a:extLst>
                </p14:cNvPr>
                <p14:cNvContentPartPr/>
                <p14:nvPr/>
              </p14:nvContentPartPr>
              <p14:xfrm>
                <a:off x="7411183" y="6440812"/>
                <a:ext cx="83520" cy="1418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2259403E-C913-40D1-906F-83FBFE7DDE22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7393183" y="6423172"/>
                  <a:ext cx="119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667BA70F-0E9D-48C5-8326-A2CFB3C8BCB8}"/>
                    </a:ext>
                  </a:extLst>
                </p14:cNvPr>
                <p14:cNvContentPartPr/>
                <p14:nvPr/>
              </p14:nvContentPartPr>
              <p14:xfrm>
                <a:off x="7451503" y="5999092"/>
                <a:ext cx="196920" cy="35748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667BA70F-0E9D-48C5-8326-A2CFB3C8BCB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433863" y="5981452"/>
                  <a:ext cx="2325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6EEED092-F0A0-4137-8530-A58A54BBC35C}"/>
                    </a:ext>
                  </a:extLst>
                </p14:cNvPr>
                <p14:cNvContentPartPr/>
                <p14:nvPr/>
              </p14:nvContentPartPr>
              <p14:xfrm>
                <a:off x="7532503" y="6143812"/>
                <a:ext cx="183960" cy="6336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6EEED092-F0A0-4137-8530-A58A54BBC35C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514863" y="6125812"/>
                  <a:ext cx="219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62B67B6-7AF1-4426-8CD6-E0990CC486E3}"/>
                    </a:ext>
                  </a:extLst>
                </p14:cNvPr>
                <p14:cNvContentPartPr/>
                <p14:nvPr/>
              </p14:nvContentPartPr>
              <p14:xfrm>
                <a:off x="7861543" y="5770132"/>
                <a:ext cx="290160" cy="48528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62B67B6-7AF1-4426-8CD6-E0990CC486E3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843543" y="5752492"/>
                  <a:ext cx="32580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57EA3290-E909-4D3B-88A8-412F7E7FF611}"/>
                    </a:ext>
                  </a:extLst>
                </p14:cNvPr>
                <p14:cNvContentPartPr/>
                <p14:nvPr/>
              </p14:nvContentPartPr>
              <p14:xfrm>
                <a:off x="8215423" y="6119332"/>
                <a:ext cx="420480" cy="29916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57EA3290-E909-4D3B-88A8-412F7E7FF611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197423" y="6101692"/>
                  <a:ext cx="456120" cy="33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68398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C1BB-2B49-4B8C-9766-370EC5E2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>
                <a:latin typeface="+mn-lt"/>
              </a:rPr>
              <a:t>Valeur efficace</a:t>
            </a:r>
            <a:endParaRPr lang="fr-BE" sz="3200">
              <a:latin typeface="+mn-lt"/>
            </a:endParaRP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BD4296D5-88B9-4810-ADDD-479AA7DB0904}"/>
              </a:ext>
            </a:extLst>
          </p:cNvPr>
          <p:cNvGrpSpPr/>
          <p:nvPr/>
        </p:nvGrpSpPr>
        <p:grpSpPr>
          <a:xfrm>
            <a:off x="1696788" y="1326901"/>
            <a:ext cx="8116560" cy="1492560"/>
            <a:chOff x="443023" y="4381185"/>
            <a:chExt cx="8116560" cy="149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F1B0DAD-DD58-4DBC-95D4-342535C99795}"/>
                    </a:ext>
                  </a:extLst>
                </p14:cNvPr>
                <p14:cNvContentPartPr/>
                <p14:nvPr/>
              </p14:nvContentPartPr>
              <p14:xfrm>
                <a:off x="443023" y="5194425"/>
                <a:ext cx="170280" cy="10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F1B0DAD-DD58-4DBC-95D4-342535C9979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25023" y="5176425"/>
                  <a:ext cx="205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40391E1-8DCC-423A-93F0-83CF47EB12FD}"/>
                    </a:ext>
                  </a:extLst>
                </p14:cNvPr>
                <p14:cNvContentPartPr/>
                <p14:nvPr/>
              </p14:nvContentPartPr>
              <p14:xfrm>
                <a:off x="445903" y="5307105"/>
                <a:ext cx="245520" cy="19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40391E1-8DCC-423A-93F0-83CF47EB12F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7929" y="5288759"/>
                  <a:ext cx="281108" cy="554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288943B-F52A-43A2-866A-CCDB90D9D425}"/>
                    </a:ext>
                  </a:extLst>
                </p14:cNvPr>
                <p14:cNvContentPartPr/>
                <p14:nvPr/>
              </p14:nvContentPartPr>
              <p14:xfrm>
                <a:off x="927943" y="4784385"/>
                <a:ext cx="245520" cy="2588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288943B-F52A-43A2-866A-CCDB90D9D42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9943" y="4766385"/>
                  <a:ext cx="2811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605AB24-BF2C-4A36-8EB1-06627730F62F}"/>
                    </a:ext>
                  </a:extLst>
                </p14:cNvPr>
                <p14:cNvContentPartPr/>
                <p14:nvPr/>
              </p14:nvContentPartPr>
              <p14:xfrm>
                <a:off x="962143" y="5194425"/>
                <a:ext cx="267120" cy="259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605AB24-BF2C-4A36-8EB1-06627730F62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4143" y="5176425"/>
                  <a:ext cx="302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CB11D32-8E63-4BCE-8B0D-D9B07DA85327}"/>
                    </a:ext>
                  </a:extLst>
                </p14:cNvPr>
                <p14:cNvContentPartPr/>
                <p14:nvPr/>
              </p14:nvContentPartPr>
              <p14:xfrm>
                <a:off x="1023703" y="5380905"/>
                <a:ext cx="273600" cy="2667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CB11D32-8E63-4BCE-8B0D-D9B07DA8532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5703" y="5362881"/>
                  <a:ext cx="309240" cy="3024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F550C8A-DF21-45F1-A4E2-AA29D20F9A94}"/>
                    </a:ext>
                  </a:extLst>
                </p14:cNvPr>
                <p14:cNvContentPartPr/>
                <p14:nvPr/>
              </p14:nvContentPartPr>
              <p14:xfrm>
                <a:off x="1618063" y="4796985"/>
                <a:ext cx="376920" cy="423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F550C8A-DF21-45F1-A4E2-AA29D20F9A9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00046" y="4778970"/>
                  <a:ext cx="412594" cy="4590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FC06420-AAA2-405E-9334-285B17F1B658}"/>
                    </a:ext>
                  </a:extLst>
                </p14:cNvPr>
                <p14:cNvContentPartPr/>
                <p14:nvPr/>
              </p14:nvContentPartPr>
              <p14:xfrm>
                <a:off x="1789783" y="4971225"/>
                <a:ext cx="158400" cy="417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FC06420-AAA2-405E-9334-285B17F1B65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71742" y="4953225"/>
                  <a:ext cx="194121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F1A40F4-787A-46E0-B810-BF9C3A610CFE}"/>
                    </a:ext>
                  </a:extLst>
                </p14:cNvPr>
                <p14:cNvContentPartPr/>
                <p14:nvPr/>
              </p14:nvContentPartPr>
              <p14:xfrm>
                <a:off x="2041423" y="4686825"/>
                <a:ext cx="294840" cy="10090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F1A40F4-787A-46E0-B810-BF9C3A610CF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23423" y="4668825"/>
                  <a:ext cx="330480" cy="10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26B1D1F-1678-48B2-8A30-B14BDFD37B6E}"/>
                    </a:ext>
                  </a:extLst>
                </p14:cNvPr>
                <p14:cNvContentPartPr/>
                <p14:nvPr/>
              </p14:nvContentPartPr>
              <p14:xfrm>
                <a:off x="2438143" y="5344185"/>
                <a:ext cx="134640" cy="456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26B1D1F-1678-48B2-8A30-B14BDFD37B6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20143" y="5326185"/>
                  <a:ext cx="17028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89553EC-CC68-483B-897B-2F1BC880408A}"/>
                    </a:ext>
                  </a:extLst>
                </p14:cNvPr>
                <p14:cNvContentPartPr/>
                <p14:nvPr/>
              </p14:nvContentPartPr>
              <p14:xfrm>
                <a:off x="2325103" y="5555865"/>
                <a:ext cx="151920" cy="46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89553EC-CC68-483B-897B-2F1BC880408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07103" y="5537865"/>
                  <a:ext cx="187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BFE12FD-30CF-4ADD-BFC2-4EEF36AA26CD}"/>
                    </a:ext>
                  </a:extLst>
                </p14:cNvPr>
                <p14:cNvContentPartPr/>
                <p14:nvPr/>
              </p14:nvContentPartPr>
              <p14:xfrm>
                <a:off x="2600503" y="5687265"/>
                <a:ext cx="117720" cy="1062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BFE12FD-30CF-4ADD-BFC2-4EEF36AA26C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82503" y="5669326"/>
                  <a:ext cx="153360" cy="1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052DE65-DED9-4704-BD4C-A1FC982CAFB0}"/>
                    </a:ext>
                  </a:extLst>
                </p14:cNvPr>
                <p14:cNvContentPartPr/>
                <p14:nvPr/>
              </p14:nvContentPartPr>
              <p14:xfrm>
                <a:off x="2342023" y="4439865"/>
                <a:ext cx="100800" cy="3466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052DE65-DED9-4704-BD4C-A1FC982CAFB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24023" y="4421865"/>
                  <a:ext cx="13644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7D727ED-527B-41DA-AF00-1653C1D02099}"/>
                    </a:ext>
                  </a:extLst>
                </p14:cNvPr>
                <p14:cNvContentPartPr/>
                <p14:nvPr/>
              </p14:nvContentPartPr>
              <p14:xfrm>
                <a:off x="2280463" y="4624185"/>
                <a:ext cx="187920" cy="32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7D727ED-527B-41DA-AF00-1653C1D0209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262463" y="4603935"/>
                  <a:ext cx="223560" cy="433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E92410A-05C6-4622-A390-DC826D3F9147}"/>
                    </a:ext>
                  </a:extLst>
                </p14:cNvPr>
                <p14:cNvContentPartPr/>
                <p14:nvPr/>
              </p14:nvContentPartPr>
              <p14:xfrm>
                <a:off x="2550463" y="4734345"/>
                <a:ext cx="55080" cy="961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E92410A-05C6-4622-A390-DC826D3F914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32345" y="4716345"/>
                  <a:ext cx="90954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130F7D4-4C09-4AF9-83EE-9A9DD158E264}"/>
                    </a:ext>
                  </a:extLst>
                </p14:cNvPr>
                <p14:cNvContentPartPr/>
                <p14:nvPr/>
              </p14:nvContentPartPr>
              <p14:xfrm>
                <a:off x="2480983" y="4572705"/>
                <a:ext cx="122040" cy="6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130F7D4-4C09-4AF9-83EE-9A9DD158E26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62930" y="4554705"/>
                  <a:ext cx="157785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DE22FA6-58CA-4128-8382-52AE2F3DDBE8}"/>
                    </a:ext>
                  </a:extLst>
                </p14:cNvPr>
                <p14:cNvContentPartPr/>
                <p14:nvPr/>
              </p14:nvContentPartPr>
              <p14:xfrm>
                <a:off x="2728303" y="4485585"/>
                <a:ext cx="360" cy="200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DE22FA6-58CA-4128-8382-52AE2F3DDBE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10303" y="4467553"/>
                  <a:ext cx="36000" cy="2362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2DA5D2C-ABD7-416B-9A32-4C92D17A27CE}"/>
                    </a:ext>
                  </a:extLst>
                </p14:cNvPr>
                <p14:cNvContentPartPr/>
                <p14:nvPr/>
              </p14:nvContentPartPr>
              <p14:xfrm>
                <a:off x="2553703" y="4381185"/>
                <a:ext cx="324720" cy="619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2DA5D2C-ABD7-416B-9A32-4C92D17A27C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535703" y="4363080"/>
                  <a:ext cx="360360" cy="977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2733C35-16C1-4FC1-994E-C48A922E3AEB}"/>
                    </a:ext>
                  </a:extLst>
                </p14:cNvPr>
                <p14:cNvContentPartPr/>
                <p14:nvPr/>
              </p14:nvContentPartPr>
              <p14:xfrm>
                <a:off x="3155263" y="5104785"/>
                <a:ext cx="11160" cy="291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2733C35-16C1-4FC1-994E-C48A922E3AE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37263" y="5086807"/>
                  <a:ext cx="46800" cy="3268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2402D23-EAAD-4671-B646-F7D843FF6DA3}"/>
                    </a:ext>
                  </a:extLst>
                </p14:cNvPr>
                <p14:cNvContentPartPr/>
                <p14:nvPr/>
              </p14:nvContentPartPr>
              <p14:xfrm>
                <a:off x="3072103" y="5214225"/>
                <a:ext cx="254160" cy="25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2402D23-EAAD-4671-B646-F7D843FF6DA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54103" y="5196225"/>
                  <a:ext cx="289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4F7E842-42BF-4D05-8A2F-017071F32C16}"/>
                    </a:ext>
                  </a:extLst>
                </p14:cNvPr>
                <p14:cNvContentPartPr/>
                <p14:nvPr/>
              </p14:nvContentPartPr>
              <p14:xfrm>
                <a:off x="3547663" y="4852785"/>
                <a:ext cx="138960" cy="2631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4F7E842-42BF-4D05-8A2F-017071F32C1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529710" y="4834785"/>
                  <a:ext cx="174508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1E5D59C-8D92-427F-88C7-366FB045D24E}"/>
                    </a:ext>
                  </a:extLst>
                </p14:cNvPr>
                <p14:cNvContentPartPr/>
                <p14:nvPr/>
              </p14:nvContentPartPr>
              <p14:xfrm>
                <a:off x="3524263" y="5285865"/>
                <a:ext cx="222120" cy="90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1E5D59C-8D92-427F-88C7-366FB045D24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506292" y="5267865"/>
                  <a:ext cx="257702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3E70FB6-6665-4697-A9DA-1A83FD482813}"/>
                    </a:ext>
                  </a:extLst>
                </p14:cNvPr>
                <p14:cNvContentPartPr/>
                <p14:nvPr/>
              </p14:nvContentPartPr>
              <p14:xfrm>
                <a:off x="3569623" y="5447145"/>
                <a:ext cx="196200" cy="2905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3E70FB6-6665-4697-A9DA-1A83FD48281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551623" y="5429145"/>
                  <a:ext cx="2318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4537BF8-9DD9-4254-83F8-A5BB76356316}"/>
                    </a:ext>
                  </a:extLst>
                </p14:cNvPr>
                <p14:cNvContentPartPr/>
                <p14:nvPr/>
              </p14:nvContentPartPr>
              <p14:xfrm>
                <a:off x="4639903" y="4904265"/>
                <a:ext cx="365040" cy="2869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4537BF8-9DD9-4254-83F8-A5BB7635631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21903" y="4886265"/>
                  <a:ext cx="4006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7FEB2A9-D829-4A56-897C-9F83F15D0D1A}"/>
                    </a:ext>
                  </a:extLst>
                </p14:cNvPr>
                <p14:cNvContentPartPr/>
                <p14:nvPr/>
              </p14:nvContentPartPr>
              <p14:xfrm>
                <a:off x="5072983" y="5008665"/>
                <a:ext cx="117720" cy="2131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7FEB2A9-D829-4A56-897C-9F83F15D0D1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054983" y="4990665"/>
                  <a:ext cx="1533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BE42DDE-B8B9-40FB-AEF0-6836624BCBD5}"/>
                    </a:ext>
                  </a:extLst>
                </p14:cNvPr>
                <p14:cNvContentPartPr/>
                <p14:nvPr/>
              </p14:nvContentPartPr>
              <p14:xfrm>
                <a:off x="5064343" y="4784385"/>
                <a:ext cx="360" cy="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BE42DDE-B8B9-40FB-AEF0-6836624BCBD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46343" y="47663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EB352BD-F934-465D-AACC-22488539235B}"/>
                    </a:ext>
                  </a:extLst>
                </p14:cNvPr>
                <p14:cNvContentPartPr/>
                <p14:nvPr/>
              </p14:nvContentPartPr>
              <p14:xfrm>
                <a:off x="5190343" y="5035665"/>
                <a:ext cx="126360" cy="2091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EB352BD-F934-465D-AACC-22488539235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72343" y="5017665"/>
                  <a:ext cx="1620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CCD3545-86DE-482F-A66E-FB62F71599BE}"/>
                    </a:ext>
                  </a:extLst>
                </p14:cNvPr>
                <p14:cNvContentPartPr/>
                <p14:nvPr/>
              </p14:nvContentPartPr>
              <p14:xfrm>
                <a:off x="5247943" y="5091465"/>
                <a:ext cx="125280" cy="178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CCD3545-86DE-482F-A66E-FB62F71599B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29995" y="5073465"/>
                  <a:ext cx="160818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5343323-F2DB-4647-851E-19D3C75E559D}"/>
                    </a:ext>
                  </a:extLst>
                </p14:cNvPr>
                <p14:cNvContentPartPr/>
                <p14:nvPr/>
              </p14:nvContentPartPr>
              <p14:xfrm>
                <a:off x="5592463" y="4945305"/>
                <a:ext cx="199800" cy="2991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5343323-F2DB-4647-851E-19D3C75E559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74463" y="4927305"/>
                  <a:ext cx="2354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CCAE4B1-2F5C-47C7-99E2-F71A8E1EAF22}"/>
                    </a:ext>
                  </a:extLst>
                </p14:cNvPr>
                <p14:cNvContentPartPr/>
                <p14:nvPr/>
              </p14:nvContentPartPr>
              <p14:xfrm>
                <a:off x="5956063" y="4780065"/>
                <a:ext cx="90000" cy="6199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CCAE4B1-2F5C-47C7-99E2-F71A8E1EAF2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38063" y="4762065"/>
                  <a:ext cx="12564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166EB3A-08B1-4D47-9312-6B564F2C50B0}"/>
                    </a:ext>
                  </a:extLst>
                </p14:cNvPr>
                <p14:cNvContentPartPr/>
                <p14:nvPr/>
              </p14:nvContentPartPr>
              <p14:xfrm>
                <a:off x="6052543" y="4992825"/>
                <a:ext cx="318240" cy="250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166EB3A-08B1-4D47-9312-6B564F2C50B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34563" y="4974851"/>
                  <a:ext cx="353840" cy="2861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B004B0D-139E-4595-9416-480D5CDA6012}"/>
                    </a:ext>
                  </a:extLst>
                </p14:cNvPr>
                <p14:cNvContentPartPr/>
                <p14:nvPr/>
              </p14:nvContentPartPr>
              <p14:xfrm>
                <a:off x="6434143" y="4777185"/>
                <a:ext cx="177480" cy="4698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B004B0D-139E-4595-9416-480D5CDA601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16143" y="4759185"/>
                  <a:ext cx="2131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A35C3A2-80A3-42BF-B975-E81F166A348A}"/>
                    </a:ext>
                  </a:extLst>
                </p14:cNvPr>
                <p14:cNvContentPartPr/>
                <p14:nvPr/>
              </p14:nvContentPartPr>
              <p14:xfrm>
                <a:off x="6427663" y="5029905"/>
                <a:ext cx="407880" cy="2217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A35C3A2-80A3-42BF-B975-E81F166A348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409663" y="5011905"/>
                  <a:ext cx="443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D64C119-3CC1-4498-8542-E1305FAE1CD2}"/>
                    </a:ext>
                  </a:extLst>
                </p14:cNvPr>
                <p14:cNvContentPartPr/>
                <p14:nvPr/>
              </p14:nvContentPartPr>
              <p14:xfrm>
                <a:off x="6694423" y="5121345"/>
                <a:ext cx="213840" cy="18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D64C119-3CC1-4498-8542-E1305FAE1CD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76423" y="5103345"/>
                  <a:ext cx="249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8084594-8DCC-41CB-8C39-D2569CCEC789}"/>
                    </a:ext>
                  </a:extLst>
                </p14:cNvPr>
                <p14:cNvContentPartPr/>
                <p14:nvPr/>
              </p14:nvContentPartPr>
              <p14:xfrm>
                <a:off x="6930943" y="5079585"/>
                <a:ext cx="196920" cy="1494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8084594-8DCC-41CB-8C39-D2569CCEC78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912943" y="5061585"/>
                  <a:ext cx="232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59AA424-9E24-493D-9FA3-FA3DBA6BADD9}"/>
                    </a:ext>
                  </a:extLst>
                </p14:cNvPr>
                <p14:cNvContentPartPr/>
                <p14:nvPr/>
              </p14:nvContentPartPr>
              <p14:xfrm>
                <a:off x="6975943" y="4789785"/>
                <a:ext cx="424800" cy="6991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59AA424-9E24-493D-9FA3-FA3DBA6BADD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957943" y="4771785"/>
                  <a:ext cx="460440" cy="73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F29096D-FBB3-412F-AC13-E710EAB9CA6D}"/>
                    </a:ext>
                  </a:extLst>
                </p14:cNvPr>
                <p14:cNvContentPartPr/>
                <p14:nvPr/>
              </p14:nvContentPartPr>
              <p14:xfrm>
                <a:off x="4115023" y="4838025"/>
                <a:ext cx="152280" cy="2008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F29096D-FBB3-412F-AC13-E710EAB9CA6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097023" y="4819993"/>
                  <a:ext cx="187920" cy="2365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E635734-2298-4170-8D33-197FD4DA0513}"/>
                    </a:ext>
                  </a:extLst>
                </p14:cNvPr>
                <p14:cNvContentPartPr/>
                <p14:nvPr/>
              </p14:nvContentPartPr>
              <p14:xfrm>
                <a:off x="4044823" y="5169945"/>
                <a:ext cx="339480" cy="147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E635734-2298-4170-8D33-197FD4DA051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026823" y="5151495"/>
                  <a:ext cx="375120" cy="512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BAE82A2-2936-459D-A32A-12EC7CBC7CD1}"/>
                    </a:ext>
                  </a:extLst>
                </p14:cNvPr>
                <p14:cNvContentPartPr/>
                <p14:nvPr/>
              </p14:nvContentPartPr>
              <p14:xfrm>
                <a:off x="4009903" y="5428425"/>
                <a:ext cx="148320" cy="3348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BAE82A2-2936-459D-A32A-12EC7CBC7CD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91903" y="5410425"/>
                  <a:ext cx="1839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5EEDF56-5258-4B8B-BA71-AD115D406BF4}"/>
                    </a:ext>
                  </a:extLst>
                </p14:cNvPr>
                <p14:cNvContentPartPr/>
                <p14:nvPr/>
              </p14:nvContentPartPr>
              <p14:xfrm>
                <a:off x="4192063" y="5564865"/>
                <a:ext cx="238320" cy="1486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5EEDF56-5258-4B8B-BA71-AD115D406BF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174063" y="5546821"/>
                  <a:ext cx="273960" cy="184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399E715-BAD0-42A6-9F7D-F641F726D63F}"/>
                    </a:ext>
                  </a:extLst>
                </p14:cNvPr>
                <p14:cNvContentPartPr/>
                <p14:nvPr/>
              </p14:nvContentPartPr>
              <p14:xfrm>
                <a:off x="7381663" y="4648305"/>
                <a:ext cx="403920" cy="10861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399E715-BAD0-42A6-9F7D-F641F726D63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363663" y="4630305"/>
                  <a:ext cx="439560" cy="11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EB64EB0-1042-48CA-BBF8-FA32B4126D8E}"/>
                    </a:ext>
                  </a:extLst>
                </p14:cNvPr>
                <p14:cNvContentPartPr/>
                <p14:nvPr/>
              </p14:nvContentPartPr>
              <p14:xfrm>
                <a:off x="7886743" y="5387025"/>
                <a:ext cx="173160" cy="4377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EB64EB0-1042-48CA-BBF8-FA32B4126D8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868780" y="5369025"/>
                  <a:ext cx="208726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298D3BE-49FB-4087-AA42-4AE272713F86}"/>
                    </a:ext>
                  </a:extLst>
                </p14:cNvPr>
                <p14:cNvContentPartPr/>
                <p14:nvPr/>
              </p14:nvContentPartPr>
              <p14:xfrm>
                <a:off x="7861183" y="5621385"/>
                <a:ext cx="171000" cy="3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298D3BE-49FB-4087-AA42-4AE272713F8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43221" y="5603385"/>
                  <a:ext cx="206565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AE082AC-7097-4160-A44A-C0F57A07D1EF}"/>
                    </a:ext>
                  </a:extLst>
                </p14:cNvPr>
                <p14:cNvContentPartPr/>
                <p14:nvPr/>
              </p14:nvContentPartPr>
              <p14:xfrm>
                <a:off x="8176903" y="5771505"/>
                <a:ext cx="123120" cy="1022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AE082AC-7097-4160-A44A-C0F57A07D1E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158903" y="5753505"/>
                  <a:ext cx="1587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D303943-85F8-410D-9610-5C6C54DD64B2}"/>
                    </a:ext>
                  </a:extLst>
                </p14:cNvPr>
                <p14:cNvContentPartPr/>
                <p14:nvPr/>
              </p14:nvContentPartPr>
              <p14:xfrm>
                <a:off x="7861543" y="4495665"/>
                <a:ext cx="121680" cy="3009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D303943-85F8-410D-9610-5C6C54DD64B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43543" y="4477687"/>
                  <a:ext cx="157320" cy="336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9611842-4705-45CA-BB59-1D3B29DB08E8}"/>
                    </a:ext>
                  </a:extLst>
                </p14:cNvPr>
                <p14:cNvContentPartPr/>
                <p14:nvPr/>
              </p14:nvContentPartPr>
              <p14:xfrm>
                <a:off x="7784503" y="4608345"/>
                <a:ext cx="126360" cy="205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9611842-4705-45CA-BB59-1D3B29DB08E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766503" y="4590024"/>
                  <a:ext cx="162000" cy="567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68380C2-A3FE-4F19-8515-DE0330ABB082}"/>
                    </a:ext>
                  </a:extLst>
                </p14:cNvPr>
                <p14:cNvContentPartPr/>
                <p14:nvPr/>
              </p14:nvContentPartPr>
              <p14:xfrm>
                <a:off x="8028943" y="4812825"/>
                <a:ext cx="98640" cy="907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68380C2-A3FE-4F19-8515-DE0330ABB08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010943" y="4794896"/>
                  <a:ext cx="134280" cy="126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47758A6-FAD9-4AAE-9FA3-F93E0C112B61}"/>
                    </a:ext>
                  </a:extLst>
                </p14:cNvPr>
                <p14:cNvContentPartPr/>
                <p14:nvPr/>
              </p14:nvContentPartPr>
              <p14:xfrm>
                <a:off x="8193823" y="4592865"/>
                <a:ext cx="6840" cy="1818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47758A6-FAD9-4AAE-9FA3-F93E0C112B6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175823" y="4574865"/>
                  <a:ext cx="42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1138109-0C8D-4ADC-8D36-314910BC955A}"/>
                    </a:ext>
                  </a:extLst>
                </p14:cNvPr>
                <p14:cNvContentPartPr/>
                <p14:nvPr/>
              </p14:nvContentPartPr>
              <p14:xfrm>
                <a:off x="8125783" y="4591425"/>
                <a:ext cx="269280" cy="177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1138109-0C8D-4ADC-8D36-314910BC955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107783" y="4573425"/>
                  <a:ext cx="3049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0638DF4-EED8-4B50-9504-1127F179B7E7}"/>
                    </a:ext>
                  </a:extLst>
                </p14:cNvPr>
                <p14:cNvContentPartPr/>
                <p14:nvPr/>
              </p14:nvContentPartPr>
              <p14:xfrm>
                <a:off x="8215423" y="4521225"/>
                <a:ext cx="344160" cy="36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0638DF4-EED8-4B50-9504-1127F179B7E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197423" y="4503225"/>
                  <a:ext cx="3798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F534167-D3F9-4A3A-A71B-7EFF43B48AFD}"/>
                  </a:ext>
                </a:extLst>
              </p14:cNvPr>
              <p14:cNvContentPartPr/>
              <p14:nvPr/>
            </p14:nvContentPartPr>
            <p14:xfrm>
              <a:off x="3766903" y="1412265"/>
              <a:ext cx="5040" cy="2217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F534167-D3F9-4A3A-A71B-7EFF43B48AF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749263" y="1394625"/>
                <a:ext cx="40680" cy="25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8150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1E96-DD98-44EB-AB9F-3CB00AB0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Phaseur &lt;-&gt; sinusoide</a:t>
            </a:r>
            <a:endParaRPr lang="fr-BE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AF7362B-396F-4B04-B462-E9D213CB9DA0}"/>
              </a:ext>
            </a:extLst>
          </p:cNvPr>
          <p:cNvGrpSpPr/>
          <p:nvPr/>
        </p:nvGrpSpPr>
        <p:grpSpPr>
          <a:xfrm>
            <a:off x="1061503" y="1386705"/>
            <a:ext cx="3637080" cy="1216080"/>
            <a:chOff x="1061503" y="1386705"/>
            <a:chExt cx="3637080" cy="121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D5B3BE3-00ED-4CC2-8F34-3F34F8DBB979}"/>
                    </a:ext>
                  </a:extLst>
                </p14:cNvPr>
                <p14:cNvContentPartPr/>
                <p14:nvPr/>
              </p14:nvContentPartPr>
              <p14:xfrm>
                <a:off x="1061503" y="1728705"/>
                <a:ext cx="163440" cy="640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D5B3BE3-00ED-4CC2-8F34-3F34F8DBB97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3503" y="1710705"/>
                  <a:ext cx="19908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C66B8A6-8094-47A8-BD60-0FDE6691DC54}"/>
                    </a:ext>
                  </a:extLst>
                </p14:cNvPr>
                <p14:cNvContentPartPr/>
                <p14:nvPr/>
              </p14:nvContentPartPr>
              <p14:xfrm>
                <a:off x="1142143" y="1621425"/>
                <a:ext cx="573120" cy="690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C66B8A6-8094-47A8-BD60-0FDE6691DC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24503" y="1603425"/>
                  <a:ext cx="608760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94651CD-B759-493B-8FE7-B6842639D6C9}"/>
                    </a:ext>
                  </a:extLst>
                </p14:cNvPr>
                <p14:cNvContentPartPr/>
                <p14:nvPr/>
              </p14:nvContentPartPr>
              <p14:xfrm>
                <a:off x="1909663" y="1648065"/>
                <a:ext cx="223920" cy="954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94651CD-B759-493B-8FE7-B6842639D6C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91663" y="1630425"/>
                  <a:ext cx="259560" cy="9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A78EE77-3764-43E3-ADDC-B215D41CA3A6}"/>
                    </a:ext>
                  </a:extLst>
                </p14:cNvPr>
                <p14:cNvContentPartPr/>
                <p14:nvPr/>
              </p14:nvContentPartPr>
              <p14:xfrm>
                <a:off x="2102623" y="1703505"/>
                <a:ext cx="496800" cy="626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A78EE77-3764-43E3-ADDC-B215D41CA3A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4983" y="1685865"/>
                  <a:ext cx="53244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33FE25E-D5C3-4029-B35D-375B0D74AE2D}"/>
                    </a:ext>
                  </a:extLst>
                </p14:cNvPr>
                <p14:cNvContentPartPr/>
                <p14:nvPr/>
              </p14:nvContentPartPr>
              <p14:xfrm>
                <a:off x="2372263" y="1932825"/>
                <a:ext cx="232920" cy="404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33FE25E-D5C3-4029-B35D-375B0D74AE2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54263" y="1915185"/>
                  <a:ext cx="2685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E413B9E-BC94-4F49-B84B-9450DBE7ED54}"/>
                    </a:ext>
                  </a:extLst>
                </p14:cNvPr>
                <p14:cNvContentPartPr/>
                <p14:nvPr/>
              </p14:nvContentPartPr>
              <p14:xfrm>
                <a:off x="2843503" y="1739145"/>
                <a:ext cx="260280" cy="619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E413B9E-BC94-4F49-B84B-9450DBE7ED5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25863" y="1721505"/>
                  <a:ext cx="29592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8337FBA-919A-4EF0-9A4D-66E29C58CAA5}"/>
                    </a:ext>
                  </a:extLst>
                </p14:cNvPr>
                <p14:cNvContentPartPr/>
                <p14:nvPr/>
              </p14:nvContentPartPr>
              <p14:xfrm>
                <a:off x="2914063" y="2132265"/>
                <a:ext cx="216000" cy="40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8337FBA-919A-4EF0-9A4D-66E29C58CAA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96423" y="2114625"/>
                  <a:ext cx="2516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E7AA6C9-E9EB-45DE-88A1-DE4EED80129D}"/>
                    </a:ext>
                  </a:extLst>
                </p14:cNvPr>
                <p14:cNvContentPartPr/>
                <p14:nvPr/>
              </p14:nvContentPartPr>
              <p14:xfrm>
                <a:off x="2937463" y="1583625"/>
                <a:ext cx="424800" cy="9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E7AA6C9-E9EB-45DE-88A1-DE4EED80129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19823" y="1565985"/>
                  <a:ext cx="460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A5B010A-A8E2-476F-B57F-768D6F31C276}"/>
                    </a:ext>
                  </a:extLst>
                </p14:cNvPr>
                <p14:cNvContentPartPr/>
                <p14:nvPr/>
              </p14:nvContentPartPr>
              <p14:xfrm>
                <a:off x="3308623" y="2012385"/>
                <a:ext cx="216000" cy="223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A5B010A-A8E2-476F-B57F-768D6F31C27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90983" y="1994745"/>
                  <a:ext cx="2516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9C0D498-5222-449F-94EA-1AC0AFB846E6}"/>
                    </a:ext>
                  </a:extLst>
                </p14:cNvPr>
                <p14:cNvContentPartPr/>
                <p14:nvPr/>
              </p14:nvContentPartPr>
              <p14:xfrm>
                <a:off x="3643423" y="1596585"/>
                <a:ext cx="111960" cy="474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9C0D498-5222-449F-94EA-1AC0AFB846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25423" y="1578945"/>
                  <a:ext cx="14760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2C90C5A-AAEF-4C96-8CD0-B3E4FD4394BB}"/>
                    </a:ext>
                  </a:extLst>
                </p14:cNvPr>
                <p14:cNvContentPartPr/>
                <p14:nvPr/>
              </p14:nvContentPartPr>
              <p14:xfrm>
                <a:off x="3780223" y="1386705"/>
                <a:ext cx="36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2C90C5A-AAEF-4C96-8CD0-B3E4FD4394B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62223" y="13687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ACCAE30-C52F-4E87-95D8-404AA9322295}"/>
                    </a:ext>
                  </a:extLst>
                </p14:cNvPr>
                <p14:cNvContentPartPr/>
                <p14:nvPr/>
              </p14:nvContentPartPr>
              <p14:xfrm>
                <a:off x="3854743" y="1606665"/>
                <a:ext cx="284400" cy="195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ACCAE30-C52F-4E87-95D8-404AA932229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37103" y="1588665"/>
                  <a:ext cx="320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27A8B23-CD9E-452B-9FE7-800C2EC3A9B0}"/>
                    </a:ext>
                  </a:extLst>
                </p14:cNvPr>
                <p14:cNvContentPartPr/>
                <p14:nvPr/>
              </p14:nvContentPartPr>
              <p14:xfrm>
                <a:off x="4347943" y="1398225"/>
                <a:ext cx="70560" cy="379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27A8B23-CD9E-452B-9FE7-800C2EC3A9B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30303" y="1380225"/>
                  <a:ext cx="1062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B20B8D-5D8B-4E39-997F-3759999FAB28}"/>
                    </a:ext>
                  </a:extLst>
                </p14:cNvPr>
                <p14:cNvContentPartPr/>
                <p14:nvPr/>
              </p14:nvContentPartPr>
              <p14:xfrm>
                <a:off x="4307263" y="1640865"/>
                <a:ext cx="171000" cy="1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B20B8D-5D8B-4E39-997F-3759999FAB2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89263" y="1623225"/>
                  <a:ext cx="206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6022DD3-82E1-462A-B6BF-78EBA88FFE75}"/>
                    </a:ext>
                  </a:extLst>
                </p14:cNvPr>
                <p14:cNvContentPartPr/>
                <p14:nvPr/>
              </p14:nvContentPartPr>
              <p14:xfrm>
                <a:off x="4516063" y="1426665"/>
                <a:ext cx="182520" cy="1114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6022DD3-82E1-462A-B6BF-78EBA88FFE7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98423" y="1408665"/>
                  <a:ext cx="218160" cy="11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C18E597-327A-4F9D-B528-057DFFCDE715}"/>
              </a:ext>
            </a:extLst>
          </p:cNvPr>
          <p:cNvGrpSpPr/>
          <p:nvPr/>
        </p:nvGrpSpPr>
        <p:grpSpPr>
          <a:xfrm>
            <a:off x="797983" y="2875305"/>
            <a:ext cx="2250720" cy="1017720"/>
            <a:chOff x="797983" y="2875305"/>
            <a:chExt cx="2250720" cy="101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DF4287-6C39-42CB-9144-98378008CD39}"/>
                    </a:ext>
                  </a:extLst>
                </p14:cNvPr>
                <p14:cNvContentPartPr/>
                <p14:nvPr/>
              </p14:nvContentPartPr>
              <p14:xfrm>
                <a:off x="851263" y="3365625"/>
                <a:ext cx="138960" cy="46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DF4287-6C39-42CB-9144-98378008CD3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3263" y="3347625"/>
                  <a:ext cx="174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036E9BD-A490-4E67-BD23-02266E853DE4}"/>
                    </a:ext>
                  </a:extLst>
                </p14:cNvPr>
                <p14:cNvContentPartPr/>
                <p14:nvPr/>
              </p14:nvContentPartPr>
              <p14:xfrm>
                <a:off x="797983" y="3536985"/>
                <a:ext cx="187920" cy="17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036E9BD-A490-4E67-BD23-02266E853DE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9983" y="3518985"/>
                  <a:ext cx="2235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1A6B9EB-2E3B-411B-AB6A-14478FA21743}"/>
                    </a:ext>
                  </a:extLst>
                </p14:cNvPr>
                <p14:cNvContentPartPr/>
                <p14:nvPr/>
              </p14:nvContentPartPr>
              <p14:xfrm>
                <a:off x="1176703" y="3008505"/>
                <a:ext cx="406800" cy="618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1A6B9EB-2E3B-411B-AB6A-14478FA2174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58703" y="2990865"/>
                  <a:ext cx="44244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6FB7F0D-D8F2-40B0-939D-A3BE2C1F988B}"/>
                    </a:ext>
                  </a:extLst>
                </p14:cNvPr>
                <p14:cNvContentPartPr/>
                <p14:nvPr/>
              </p14:nvContentPartPr>
              <p14:xfrm>
                <a:off x="1316383" y="3248985"/>
                <a:ext cx="181800" cy="312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6FB7F0D-D8F2-40B0-939D-A3BE2C1F988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298383" y="3231345"/>
                  <a:ext cx="2174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32F081E-2BE4-48EE-B22B-66DD6FE17E0C}"/>
                    </a:ext>
                  </a:extLst>
                </p14:cNvPr>
                <p14:cNvContentPartPr/>
                <p14:nvPr/>
              </p14:nvContentPartPr>
              <p14:xfrm>
                <a:off x="1883383" y="3059625"/>
                <a:ext cx="13320" cy="372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32F081E-2BE4-48EE-B22B-66DD6FE17E0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65383" y="3041985"/>
                  <a:ext cx="489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1E33DEC-BC5B-40FF-B74B-25AF57B9D241}"/>
                    </a:ext>
                  </a:extLst>
                </p14:cNvPr>
                <p14:cNvContentPartPr/>
                <p14:nvPr/>
              </p14:nvContentPartPr>
              <p14:xfrm>
                <a:off x="1727863" y="2890785"/>
                <a:ext cx="446040" cy="553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1E33DEC-BC5B-40FF-B74B-25AF57B9D24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10223" y="2872785"/>
                  <a:ext cx="481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0ED594B-61D5-4679-9DB8-59DC54BE5258}"/>
                    </a:ext>
                  </a:extLst>
                </p14:cNvPr>
                <p14:cNvContentPartPr/>
                <p14:nvPr/>
              </p14:nvContentPartPr>
              <p14:xfrm>
                <a:off x="2402143" y="2875305"/>
                <a:ext cx="192240" cy="1017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0ED594B-61D5-4679-9DB8-59DC54BE525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84143" y="2857665"/>
                  <a:ext cx="227880" cy="10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3C0C149-2B1F-41AA-ABED-263A02EE162C}"/>
                    </a:ext>
                  </a:extLst>
                </p14:cNvPr>
                <p14:cNvContentPartPr/>
                <p14:nvPr/>
              </p14:nvContentPartPr>
              <p14:xfrm>
                <a:off x="2771503" y="2941185"/>
                <a:ext cx="266760" cy="565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3C0C149-2B1F-41AA-ABED-263A02EE162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53863" y="2923545"/>
                  <a:ext cx="30240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095148F-398B-4B95-B209-B13D6C6068E4}"/>
                    </a:ext>
                  </a:extLst>
                </p14:cNvPr>
                <p14:cNvContentPartPr/>
                <p14:nvPr/>
              </p14:nvContentPartPr>
              <p14:xfrm>
                <a:off x="2852143" y="3295425"/>
                <a:ext cx="196560" cy="31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095148F-398B-4B95-B209-B13D6C6068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34503" y="3277785"/>
                  <a:ext cx="23220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C23B5B0-BBF1-4583-9C0C-487279080B28}"/>
              </a:ext>
            </a:extLst>
          </p:cNvPr>
          <p:cNvGrpSpPr/>
          <p:nvPr/>
        </p:nvGrpSpPr>
        <p:grpSpPr>
          <a:xfrm>
            <a:off x="3344983" y="2626905"/>
            <a:ext cx="1866960" cy="1366920"/>
            <a:chOff x="3344983" y="2626905"/>
            <a:chExt cx="1866960" cy="136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F8452F9-D30C-46C7-ABF7-A6151D8BEE80}"/>
                    </a:ext>
                  </a:extLst>
                </p14:cNvPr>
                <p14:cNvContentPartPr/>
                <p14:nvPr/>
              </p14:nvContentPartPr>
              <p14:xfrm>
                <a:off x="3344983" y="3152865"/>
                <a:ext cx="207360" cy="255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F8452F9-D30C-46C7-ABF7-A6151D8BEE8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27343" y="3134865"/>
                  <a:ext cx="2430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BC287F4-9F3E-4377-965E-00EE3448348F}"/>
                    </a:ext>
                  </a:extLst>
                </p14:cNvPr>
                <p14:cNvContentPartPr/>
                <p14:nvPr/>
              </p14:nvContentPartPr>
              <p14:xfrm>
                <a:off x="3573223" y="2935425"/>
                <a:ext cx="105120" cy="439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BC287F4-9F3E-4377-965E-00EE3448348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55583" y="2917425"/>
                  <a:ext cx="14076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EE48B81-C07D-4B3F-834C-F95B92921A40}"/>
                    </a:ext>
                  </a:extLst>
                </p14:cNvPr>
                <p14:cNvContentPartPr/>
                <p14:nvPr/>
              </p14:nvContentPartPr>
              <p14:xfrm>
                <a:off x="3665023" y="2711145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EE48B81-C07D-4B3F-834C-F95B92921A4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47023" y="26931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1E082EC-241C-43FA-B57F-EF71009B2B58}"/>
                    </a:ext>
                  </a:extLst>
                </p14:cNvPr>
                <p14:cNvContentPartPr/>
                <p14:nvPr/>
              </p14:nvContentPartPr>
              <p14:xfrm>
                <a:off x="3792823" y="2766945"/>
                <a:ext cx="119880" cy="438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1E082EC-241C-43FA-B57F-EF71009B2B5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775183" y="2748945"/>
                  <a:ext cx="15552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209660C-71CD-494C-83F5-AEA9ABBB4464}"/>
                    </a:ext>
                  </a:extLst>
                </p14:cNvPr>
                <p14:cNvContentPartPr/>
                <p14:nvPr/>
              </p14:nvContentPartPr>
              <p14:xfrm>
                <a:off x="3987223" y="2873865"/>
                <a:ext cx="241560" cy="168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209660C-71CD-494C-83F5-AEA9ABBB446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969223" y="2856225"/>
                  <a:ext cx="277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368EA60-628B-4963-8004-16C5EB620B71}"/>
                    </a:ext>
                  </a:extLst>
                </p14:cNvPr>
                <p14:cNvContentPartPr/>
                <p14:nvPr/>
              </p14:nvContentPartPr>
              <p14:xfrm>
                <a:off x="4349743" y="2736705"/>
                <a:ext cx="154080" cy="301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368EA60-628B-4963-8004-16C5EB620B7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332103" y="2719065"/>
                  <a:ext cx="1897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2318D4-13BA-495C-A5A0-667794D8CCD8}"/>
                    </a:ext>
                  </a:extLst>
                </p14:cNvPr>
                <p14:cNvContentPartPr/>
                <p14:nvPr/>
              </p14:nvContentPartPr>
              <p14:xfrm>
                <a:off x="4594903" y="2875305"/>
                <a:ext cx="193320" cy="130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E2318D4-13BA-495C-A5A0-667794D8CCD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576903" y="2857665"/>
                  <a:ext cx="2289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A09C114-3FFA-45A0-8BD7-8F0A18EB1265}"/>
                    </a:ext>
                  </a:extLst>
                </p14:cNvPr>
                <p14:cNvContentPartPr/>
                <p14:nvPr/>
              </p14:nvContentPartPr>
              <p14:xfrm>
                <a:off x="4699303" y="2698185"/>
                <a:ext cx="26280" cy="393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A09C114-3FFA-45A0-8BD7-8F0A18EB126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681663" y="2680545"/>
                  <a:ext cx="619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C896EED-AEAF-42E9-BF0C-0AA4A1473750}"/>
                    </a:ext>
                  </a:extLst>
                </p14:cNvPr>
                <p14:cNvContentPartPr/>
                <p14:nvPr/>
              </p14:nvContentPartPr>
              <p14:xfrm>
                <a:off x="4849063" y="2626905"/>
                <a:ext cx="92160" cy="567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C896EED-AEAF-42E9-BF0C-0AA4A147375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831063" y="2608905"/>
                  <a:ext cx="12780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9C88E13-29E9-4659-B414-7851DD06C9F1}"/>
                    </a:ext>
                  </a:extLst>
                </p14:cNvPr>
                <p14:cNvContentPartPr/>
                <p14:nvPr/>
              </p14:nvContentPartPr>
              <p14:xfrm>
                <a:off x="5099983" y="2749665"/>
                <a:ext cx="111960" cy="1244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9C88E13-29E9-4659-B414-7851DD06C9F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082343" y="2731665"/>
                  <a:ext cx="147600" cy="127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7D43660-93D4-491A-A90D-ED8DDCFD7032}"/>
              </a:ext>
            </a:extLst>
          </p:cNvPr>
          <p:cNvGrpSpPr/>
          <p:nvPr/>
        </p:nvGrpSpPr>
        <p:grpSpPr>
          <a:xfrm>
            <a:off x="5572303" y="3339705"/>
            <a:ext cx="258480" cy="160560"/>
            <a:chOff x="5572303" y="3339705"/>
            <a:chExt cx="258480" cy="16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234DC29-BB1F-406D-B25F-836E22163893}"/>
                    </a:ext>
                  </a:extLst>
                </p14:cNvPr>
                <p14:cNvContentPartPr/>
                <p14:nvPr/>
              </p14:nvContentPartPr>
              <p14:xfrm>
                <a:off x="5572303" y="3339705"/>
                <a:ext cx="258480" cy="13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234DC29-BB1F-406D-B25F-836E2216389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554303" y="3322065"/>
                  <a:ext cx="294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484DA82-16A5-4E39-81A3-AF986E77AE9C}"/>
                    </a:ext>
                  </a:extLst>
                </p14:cNvPr>
                <p14:cNvContentPartPr/>
                <p14:nvPr/>
              </p14:nvContentPartPr>
              <p14:xfrm>
                <a:off x="5580583" y="3491265"/>
                <a:ext cx="213840" cy="9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484DA82-16A5-4E39-81A3-AF986E77AE9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562943" y="3473265"/>
                  <a:ext cx="24948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2CD97E4-6298-4A21-A28C-7C0B570450A7}"/>
                  </a:ext>
                </a:extLst>
              </p14:cNvPr>
              <p14:cNvContentPartPr/>
              <p14:nvPr/>
            </p14:nvContentPartPr>
            <p14:xfrm>
              <a:off x="6151543" y="2752905"/>
              <a:ext cx="389160" cy="738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2CD97E4-6298-4A21-A28C-7C0B570450A7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133543" y="2735265"/>
                <a:ext cx="424800" cy="77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6A1FF6A-A435-438A-9183-81D1D1D4B50D}"/>
                  </a:ext>
                </a:extLst>
              </p14:cNvPr>
              <p14:cNvContentPartPr/>
              <p14:nvPr/>
            </p14:nvContentPartPr>
            <p14:xfrm>
              <a:off x="6354943" y="3189585"/>
              <a:ext cx="177480" cy="3466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6A1FF6A-A435-438A-9183-81D1D1D4B50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336943" y="3171945"/>
                <a:ext cx="21312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2517DDE-2EC9-4D2C-B60B-D49F7B60E9B1}"/>
                  </a:ext>
                </a:extLst>
              </p14:cNvPr>
              <p14:cNvContentPartPr/>
              <p14:nvPr/>
            </p14:nvContentPartPr>
            <p14:xfrm>
              <a:off x="6776503" y="2880345"/>
              <a:ext cx="153000" cy="6991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2517DDE-2EC9-4D2C-B60B-D49F7B60E9B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758503" y="2862705"/>
                <a:ext cx="188640" cy="73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FEDF9C9-D779-4D58-8F40-6359434132F3}"/>
                  </a:ext>
                </a:extLst>
              </p14:cNvPr>
              <p14:cNvContentPartPr/>
              <p14:nvPr/>
            </p14:nvContentPartPr>
            <p14:xfrm>
              <a:off x="6794143" y="2849745"/>
              <a:ext cx="420840" cy="6102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FEDF9C9-D779-4D58-8F40-6359434132F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776503" y="2831745"/>
                <a:ext cx="456480" cy="64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1185F19A-EC07-4D20-87C5-9330555F1B02}"/>
              </a:ext>
            </a:extLst>
          </p:cNvPr>
          <p:cNvGrpSpPr/>
          <p:nvPr/>
        </p:nvGrpSpPr>
        <p:grpSpPr>
          <a:xfrm>
            <a:off x="7413343" y="2693865"/>
            <a:ext cx="4674240" cy="1325160"/>
            <a:chOff x="7413343" y="2693865"/>
            <a:chExt cx="4674240" cy="132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65CA325-27A8-4EBA-B7BE-5C3CB3D4A823}"/>
                    </a:ext>
                  </a:extLst>
                </p14:cNvPr>
                <p14:cNvContentPartPr/>
                <p14:nvPr/>
              </p14:nvContentPartPr>
              <p14:xfrm>
                <a:off x="7413343" y="2693865"/>
                <a:ext cx="296640" cy="1112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65CA325-27A8-4EBA-B7BE-5C3CB3D4A82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395703" y="2676225"/>
                  <a:ext cx="332280" cy="11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510C516-2CEE-41EB-9485-B145F814A806}"/>
                    </a:ext>
                  </a:extLst>
                </p14:cNvPr>
                <p14:cNvContentPartPr/>
                <p14:nvPr/>
              </p14:nvContentPartPr>
              <p14:xfrm>
                <a:off x="7632943" y="2969985"/>
                <a:ext cx="224280" cy="558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510C516-2CEE-41EB-9485-B145F814A80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614943" y="2951985"/>
                  <a:ext cx="25992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8DEC175-AF1F-46AC-AC98-595B7F643634}"/>
                    </a:ext>
                  </a:extLst>
                </p14:cNvPr>
                <p14:cNvContentPartPr/>
                <p14:nvPr/>
              </p14:nvContentPartPr>
              <p14:xfrm>
                <a:off x="7681903" y="3319905"/>
                <a:ext cx="254160" cy="7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8DEC175-AF1F-46AC-AC98-595B7F64363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664263" y="3301905"/>
                  <a:ext cx="2898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27FA52D-1934-4E64-AF93-CDC96A5B5A5E}"/>
                    </a:ext>
                  </a:extLst>
                </p14:cNvPr>
                <p14:cNvContentPartPr/>
                <p14:nvPr/>
              </p14:nvContentPartPr>
              <p14:xfrm>
                <a:off x="8108503" y="3107145"/>
                <a:ext cx="507960" cy="373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27FA52D-1934-4E64-AF93-CDC96A5B5A5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090863" y="3089145"/>
                  <a:ext cx="5436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C1735B5-B7CA-4261-B289-85CCF77AED3A}"/>
                    </a:ext>
                  </a:extLst>
                </p14:cNvPr>
                <p14:cNvContentPartPr/>
                <p14:nvPr/>
              </p14:nvContentPartPr>
              <p14:xfrm>
                <a:off x="8763703" y="3512505"/>
                <a:ext cx="2520" cy="10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C1735B5-B7CA-4261-B289-85CCF77AED3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745703" y="3494865"/>
                  <a:ext cx="38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44745CA-0CAB-48B6-AE89-D978302D96E4}"/>
                    </a:ext>
                  </a:extLst>
                </p14:cNvPr>
                <p14:cNvContentPartPr/>
                <p14:nvPr/>
              </p14:nvContentPartPr>
              <p14:xfrm>
                <a:off x="8774143" y="3225585"/>
                <a:ext cx="241560" cy="299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44745CA-0CAB-48B6-AE89-D978302D96E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56503" y="3207585"/>
                  <a:ext cx="2772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3A8CB0B-68AB-4509-88E9-3541E3383B3D}"/>
                    </a:ext>
                  </a:extLst>
                </p14:cNvPr>
                <p14:cNvContentPartPr/>
                <p14:nvPr/>
              </p14:nvContentPartPr>
              <p14:xfrm>
                <a:off x="9108943" y="3031185"/>
                <a:ext cx="132840" cy="438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3A8CB0B-68AB-4509-88E9-3541E3383B3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91303" y="3013185"/>
                  <a:ext cx="16848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541E1AC-84AD-4D6D-BF7E-DCC7485A0563}"/>
                    </a:ext>
                  </a:extLst>
                </p14:cNvPr>
                <p14:cNvContentPartPr/>
                <p14:nvPr/>
              </p14:nvContentPartPr>
              <p14:xfrm>
                <a:off x="9128383" y="3151065"/>
                <a:ext cx="356760" cy="277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541E1AC-84AD-4D6D-BF7E-DCC7485A056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110383" y="3133425"/>
                  <a:ext cx="3924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1EA780C-A20A-4A36-8CD2-B26A0D4447A1}"/>
                    </a:ext>
                  </a:extLst>
                </p14:cNvPr>
                <p14:cNvContentPartPr/>
                <p14:nvPr/>
              </p14:nvContentPartPr>
              <p14:xfrm>
                <a:off x="9350143" y="3311625"/>
                <a:ext cx="412200" cy="153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1EA780C-A20A-4A36-8CD2-B26A0D4447A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332503" y="3293625"/>
                  <a:ext cx="4478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2545C10-9B47-438D-BBF5-A1627435F397}"/>
                    </a:ext>
                  </a:extLst>
                </p14:cNvPr>
                <p14:cNvContentPartPr/>
                <p14:nvPr/>
              </p14:nvContentPartPr>
              <p14:xfrm>
                <a:off x="9627703" y="2988345"/>
                <a:ext cx="57960" cy="627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2545C10-9B47-438D-BBF5-A1627435F39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09703" y="2970345"/>
                  <a:ext cx="9360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6A91D49-98A4-48AD-A2C5-E0A549C9CFBA}"/>
                    </a:ext>
                  </a:extLst>
                </p14:cNvPr>
                <p14:cNvContentPartPr/>
                <p14:nvPr/>
              </p14:nvContentPartPr>
              <p14:xfrm>
                <a:off x="8682703" y="3031185"/>
                <a:ext cx="128160" cy="673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6A91D49-98A4-48AD-A2C5-E0A549C9CFB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665063" y="3013185"/>
                  <a:ext cx="16380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5291507-2171-42C5-8CF8-931F14314B6E}"/>
                    </a:ext>
                  </a:extLst>
                </p14:cNvPr>
                <p14:cNvContentPartPr/>
                <p14:nvPr/>
              </p14:nvContentPartPr>
              <p14:xfrm>
                <a:off x="9847303" y="2892585"/>
                <a:ext cx="158400" cy="842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5291507-2171-42C5-8CF8-931F14314B6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829303" y="2874585"/>
                  <a:ext cx="194040" cy="87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0E89B4A-E7EA-490B-9CE8-547409F9DA0A}"/>
                    </a:ext>
                  </a:extLst>
                </p14:cNvPr>
                <p14:cNvContentPartPr/>
                <p14:nvPr/>
              </p14:nvContentPartPr>
              <p14:xfrm>
                <a:off x="10145743" y="3285345"/>
                <a:ext cx="7200" cy="236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0E89B4A-E7EA-490B-9CE8-547409F9DA0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127743" y="3267705"/>
                  <a:ext cx="428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2F1DF2D-0124-4D07-B3C0-F8F9F9B9B35B}"/>
                    </a:ext>
                  </a:extLst>
                </p14:cNvPr>
                <p14:cNvContentPartPr/>
                <p14:nvPr/>
              </p14:nvContentPartPr>
              <p14:xfrm>
                <a:off x="10047823" y="3407025"/>
                <a:ext cx="145440" cy="33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2F1DF2D-0124-4D07-B3C0-F8F9F9B9B35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029823" y="3389025"/>
                  <a:ext cx="181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D8C2F93-6CAA-4FE6-932A-ECB798F714E5}"/>
                    </a:ext>
                  </a:extLst>
                </p14:cNvPr>
                <p14:cNvContentPartPr/>
                <p14:nvPr/>
              </p14:nvContentPartPr>
              <p14:xfrm>
                <a:off x="10229983" y="3059625"/>
                <a:ext cx="131400" cy="659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D8C2F93-6CAA-4FE6-932A-ECB798F714E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212343" y="3041985"/>
                  <a:ext cx="16704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EEE076B-49C2-4DF8-AC61-F11913FAE378}"/>
                    </a:ext>
                  </a:extLst>
                </p14:cNvPr>
                <p14:cNvContentPartPr/>
                <p14:nvPr/>
              </p14:nvContentPartPr>
              <p14:xfrm>
                <a:off x="10472263" y="2932545"/>
                <a:ext cx="235440" cy="520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EEE076B-49C2-4DF8-AC61-F11913FAE37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454623" y="2914545"/>
                  <a:ext cx="27108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E30791E-66BF-47AB-9FA9-C4788271D41E}"/>
                    </a:ext>
                  </a:extLst>
                </p14:cNvPr>
                <p14:cNvContentPartPr/>
                <p14:nvPr/>
              </p14:nvContentPartPr>
              <p14:xfrm>
                <a:off x="10519423" y="3283905"/>
                <a:ext cx="205200" cy="13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E30791E-66BF-47AB-9FA9-C4788271D41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01423" y="3266265"/>
                  <a:ext cx="240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5B713EC-0BA7-4787-A717-D3CDB79C49CD}"/>
                    </a:ext>
                  </a:extLst>
                </p14:cNvPr>
                <p14:cNvContentPartPr/>
                <p14:nvPr/>
              </p14:nvContentPartPr>
              <p14:xfrm>
                <a:off x="10781503" y="3235305"/>
                <a:ext cx="177480" cy="226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5B713EC-0BA7-4787-A717-D3CDB79C49C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763863" y="3217665"/>
                  <a:ext cx="2131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8CA06-A4EE-46B6-BE73-767F549135E9}"/>
                    </a:ext>
                  </a:extLst>
                </p14:cNvPr>
                <p14:cNvContentPartPr/>
                <p14:nvPr/>
              </p14:nvContentPartPr>
              <p14:xfrm>
                <a:off x="10969423" y="3195345"/>
                <a:ext cx="360" cy="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8CA06-A4EE-46B6-BE73-767F549135E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51423" y="31777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4A0D3DD-8317-4146-AAF9-8111D19D6E8E}"/>
                    </a:ext>
                  </a:extLst>
                </p14:cNvPr>
                <p14:cNvContentPartPr/>
                <p14:nvPr/>
              </p14:nvContentPartPr>
              <p14:xfrm>
                <a:off x="10969423" y="3195345"/>
                <a:ext cx="267120" cy="201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4A0D3DD-8317-4146-AAF9-8111D19D6E8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51423" y="3177705"/>
                  <a:ext cx="3027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A9AD570-A348-4CFA-9844-74ABFDDC770A}"/>
                    </a:ext>
                  </a:extLst>
                </p14:cNvPr>
                <p14:cNvContentPartPr/>
                <p14:nvPr/>
              </p14:nvContentPartPr>
              <p14:xfrm>
                <a:off x="11267863" y="3111105"/>
                <a:ext cx="79560" cy="457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A9AD570-A348-4CFA-9844-74ABFDDC770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249863" y="3093465"/>
                  <a:ext cx="11520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3343FBD-7263-4179-9C85-F3E18008D0BD}"/>
                    </a:ext>
                  </a:extLst>
                </p14:cNvPr>
                <p14:cNvContentPartPr/>
                <p14:nvPr/>
              </p14:nvContentPartPr>
              <p14:xfrm>
                <a:off x="11348863" y="3292905"/>
                <a:ext cx="141480" cy="151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3343FBD-7263-4179-9C85-F3E18008D0B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330863" y="3275265"/>
                  <a:ext cx="1771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18F9650-23D0-4B7C-A751-C682E2F2F27E}"/>
                    </a:ext>
                  </a:extLst>
                </p14:cNvPr>
                <p14:cNvContentPartPr/>
                <p14:nvPr/>
              </p14:nvContentPartPr>
              <p14:xfrm>
                <a:off x="11526343" y="3126945"/>
                <a:ext cx="190080" cy="291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18F9650-23D0-4B7C-A751-C682E2F2F27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08343" y="3108945"/>
                  <a:ext cx="2257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998A502-3D31-409F-90D1-0C8007FEDA3E}"/>
                    </a:ext>
                  </a:extLst>
                </p14:cNvPr>
                <p14:cNvContentPartPr/>
                <p14:nvPr/>
              </p14:nvContentPartPr>
              <p14:xfrm>
                <a:off x="11675383" y="3311265"/>
                <a:ext cx="102600" cy="13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998A502-3D31-409F-90D1-0C8007FEDA3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657743" y="3293265"/>
                  <a:ext cx="138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F715AC1-D718-4E36-9424-C3F7BCED8797}"/>
                    </a:ext>
                  </a:extLst>
                </p14:cNvPr>
                <p14:cNvContentPartPr/>
                <p14:nvPr/>
              </p14:nvContentPartPr>
              <p14:xfrm>
                <a:off x="11675383" y="3053865"/>
                <a:ext cx="263160" cy="4604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F715AC1-D718-4E36-9424-C3F7BCED879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657743" y="3036225"/>
                  <a:ext cx="29880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F85D638-6F84-47AC-A460-8749D4B18410}"/>
                    </a:ext>
                  </a:extLst>
                </p14:cNvPr>
                <p14:cNvContentPartPr/>
                <p14:nvPr/>
              </p14:nvContentPartPr>
              <p14:xfrm>
                <a:off x="11839903" y="3022545"/>
                <a:ext cx="141120" cy="729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F85D638-6F84-47AC-A460-8749D4B184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821903" y="3004905"/>
                  <a:ext cx="176760" cy="76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BC62FA7-4342-465C-A4C3-D63D3BBACB8C}"/>
                    </a:ext>
                  </a:extLst>
                </p14:cNvPr>
                <p14:cNvContentPartPr/>
                <p14:nvPr/>
              </p14:nvContentPartPr>
              <p14:xfrm>
                <a:off x="11754583" y="2795385"/>
                <a:ext cx="333000" cy="1223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BC62FA7-4342-465C-A4C3-D63D3BBACB8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736583" y="2777385"/>
                  <a:ext cx="368640" cy="125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0A1B8AF-C2ED-4AD9-B27D-628448EE014A}"/>
              </a:ext>
            </a:extLst>
          </p:cNvPr>
          <p:cNvGrpSpPr/>
          <p:nvPr/>
        </p:nvGrpSpPr>
        <p:grpSpPr>
          <a:xfrm>
            <a:off x="599263" y="4489905"/>
            <a:ext cx="437760" cy="220320"/>
            <a:chOff x="599263" y="4489905"/>
            <a:chExt cx="437760" cy="22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62DBD5E-3872-4E5E-B375-B4015A84308A}"/>
                    </a:ext>
                  </a:extLst>
                </p14:cNvPr>
                <p14:cNvContentPartPr/>
                <p14:nvPr/>
              </p14:nvContentPartPr>
              <p14:xfrm>
                <a:off x="599263" y="4489905"/>
                <a:ext cx="365040" cy="38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62DBD5E-3872-4E5E-B375-B4015A84308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81623" y="4471905"/>
                  <a:ext cx="4006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E5AC8FE-90DD-4CC0-8F45-D7CC02663AAF}"/>
                    </a:ext>
                  </a:extLst>
                </p14:cNvPr>
                <p14:cNvContentPartPr/>
                <p14:nvPr/>
              </p14:nvContentPartPr>
              <p14:xfrm>
                <a:off x="693223" y="4664145"/>
                <a:ext cx="343800" cy="46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E5AC8FE-90DD-4CC0-8F45-D7CC02663AA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75583" y="4646505"/>
                  <a:ext cx="37944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53B8469-7A2A-4920-BB42-891A5DC5FDB4}"/>
              </a:ext>
            </a:extLst>
          </p:cNvPr>
          <p:cNvGrpSpPr/>
          <p:nvPr/>
        </p:nvGrpSpPr>
        <p:grpSpPr>
          <a:xfrm>
            <a:off x="1412143" y="3869985"/>
            <a:ext cx="4258440" cy="1267560"/>
            <a:chOff x="1412143" y="3869985"/>
            <a:chExt cx="4258440" cy="126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024676D-3E19-4D32-86B5-67299F59D621}"/>
                    </a:ext>
                  </a:extLst>
                </p14:cNvPr>
                <p14:cNvContentPartPr/>
                <p14:nvPr/>
              </p14:nvContentPartPr>
              <p14:xfrm>
                <a:off x="1412143" y="4175625"/>
                <a:ext cx="495360" cy="603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024676D-3E19-4D32-86B5-67299F59D62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394503" y="4157625"/>
                  <a:ext cx="53100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FAF2BF7-2A1A-4C13-9FB6-DB554A1FD64D}"/>
                    </a:ext>
                  </a:extLst>
                </p14:cNvPr>
                <p14:cNvContentPartPr/>
                <p14:nvPr/>
              </p14:nvContentPartPr>
              <p14:xfrm>
                <a:off x="1770703" y="4358505"/>
                <a:ext cx="350280" cy="282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FAF2BF7-2A1A-4C13-9FB6-DB554A1FD64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52703" y="4340865"/>
                  <a:ext cx="3859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69B1E5B-6FF9-4E17-A245-BB9167ACADF8}"/>
                    </a:ext>
                  </a:extLst>
                </p14:cNvPr>
                <p14:cNvContentPartPr/>
                <p14:nvPr/>
              </p14:nvContentPartPr>
              <p14:xfrm>
                <a:off x="2370823" y="4084185"/>
                <a:ext cx="230040" cy="588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69B1E5B-6FF9-4E17-A245-BB9167ACADF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353183" y="4066185"/>
                  <a:ext cx="26568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54E5679-5F1E-4351-A491-B46F6A4A96F8}"/>
                    </a:ext>
                  </a:extLst>
                </p14:cNvPr>
                <p14:cNvContentPartPr/>
                <p14:nvPr/>
              </p14:nvContentPartPr>
              <p14:xfrm>
                <a:off x="2361463" y="4462905"/>
                <a:ext cx="262800" cy="19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54E5679-5F1E-4351-A491-B46F6A4A96F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343823" y="4444905"/>
                  <a:ext cx="298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942C893-53E2-48F2-A67B-3F19D9326619}"/>
                    </a:ext>
                  </a:extLst>
                </p14:cNvPr>
                <p14:cNvContentPartPr/>
                <p14:nvPr/>
              </p14:nvContentPartPr>
              <p14:xfrm>
                <a:off x="2898943" y="4355625"/>
                <a:ext cx="696960" cy="3589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942C893-53E2-48F2-A67B-3F19D932661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881303" y="4337625"/>
                  <a:ext cx="7326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686F1EE-8BE8-40D1-A928-DB4BD0B80155}"/>
                    </a:ext>
                  </a:extLst>
                </p14:cNvPr>
                <p14:cNvContentPartPr/>
                <p14:nvPr/>
              </p14:nvContentPartPr>
              <p14:xfrm>
                <a:off x="3794623" y="4248345"/>
                <a:ext cx="364320" cy="280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686F1EE-8BE8-40D1-A928-DB4BD0B8015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776983" y="4230705"/>
                  <a:ext cx="3999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EFA4258-B44C-49B9-AEC4-981733BF7943}"/>
                    </a:ext>
                  </a:extLst>
                </p14:cNvPr>
                <p14:cNvContentPartPr/>
                <p14:nvPr/>
              </p14:nvContentPartPr>
              <p14:xfrm>
                <a:off x="4270903" y="4058265"/>
                <a:ext cx="175320" cy="483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EFA4258-B44C-49B9-AEC4-981733BF794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52903" y="4040625"/>
                  <a:ext cx="2109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9A335A1-C1D9-4D00-B60D-7017DEEFF426}"/>
                    </a:ext>
                  </a:extLst>
                </p14:cNvPr>
                <p14:cNvContentPartPr/>
                <p14:nvPr/>
              </p14:nvContentPartPr>
              <p14:xfrm>
                <a:off x="4656823" y="4154025"/>
                <a:ext cx="57960" cy="488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9A335A1-C1D9-4D00-B60D-7017DEEFF42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639183" y="4136385"/>
                  <a:ext cx="9360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3D62560-FAFC-44B1-8218-22CF244FDB61}"/>
                    </a:ext>
                  </a:extLst>
                </p14:cNvPr>
                <p14:cNvContentPartPr/>
                <p14:nvPr/>
              </p14:nvContentPartPr>
              <p14:xfrm>
                <a:off x="4550263" y="4331145"/>
                <a:ext cx="533880" cy="213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3D62560-FAFC-44B1-8218-22CF244FDB6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32623" y="4313505"/>
                  <a:ext cx="5695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14EC406-E5FA-42AB-9308-A0D0541B75DD}"/>
                    </a:ext>
                  </a:extLst>
                </p14:cNvPr>
                <p14:cNvContentPartPr/>
                <p14:nvPr/>
              </p14:nvContentPartPr>
              <p14:xfrm>
                <a:off x="4938703" y="4032705"/>
                <a:ext cx="19440" cy="9691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14EC406-E5FA-42AB-9308-A0D0541B75D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20703" y="4014705"/>
                  <a:ext cx="55080" cy="10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0937A6C-F0A5-4D0F-83C7-89EE5805F6E6}"/>
                    </a:ext>
                  </a:extLst>
                </p14:cNvPr>
                <p14:cNvContentPartPr/>
                <p14:nvPr/>
              </p14:nvContentPartPr>
              <p14:xfrm>
                <a:off x="3584023" y="3968265"/>
                <a:ext cx="531720" cy="910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0937A6C-F0A5-4D0F-83C7-89EE5805F6E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566023" y="3950625"/>
                  <a:ext cx="567360" cy="9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3D1DB6B-94E9-47DF-9A93-6D3C4201E08F}"/>
                    </a:ext>
                  </a:extLst>
                </p14:cNvPr>
                <p14:cNvContentPartPr/>
                <p14:nvPr/>
              </p14:nvContentPartPr>
              <p14:xfrm>
                <a:off x="5294743" y="3869985"/>
                <a:ext cx="375840" cy="1267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3D1DB6B-94E9-47DF-9A93-6D3C4201E08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277103" y="3851985"/>
                  <a:ext cx="411480" cy="130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524C138-099A-494E-B439-25BD8C4356D3}"/>
                  </a:ext>
                </a:extLst>
              </p14:cNvPr>
              <p14:cNvContentPartPr/>
              <p14:nvPr/>
            </p14:nvContentPartPr>
            <p14:xfrm>
              <a:off x="4217623" y="6063105"/>
              <a:ext cx="51480" cy="14472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524C138-099A-494E-B439-25BD8C4356D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199623" y="6045105"/>
                <a:ext cx="87120" cy="18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4158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5413</TotalTime>
  <Words>62</Words>
  <Application>Microsoft Office PowerPoint</Application>
  <PresentationFormat>Widescreen</PresentationFormat>
  <Paragraphs>23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Circuits électriques</vt:lpstr>
      <vt:lpstr>Nombres complexes – module et argument</vt:lpstr>
      <vt:lpstr>Somme de deux complexes et partie réelle</vt:lpstr>
      <vt:lpstr>Représentation polaire</vt:lpstr>
      <vt:lpstr>Nombre imaginaire</vt:lpstr>
      <vt:lpstr>Multiplier par j </vt:lpstr>
      <vt:lpstr>Multiplier par un réel</vt:lpstr>
      <vt:lpstr>Module du quotient de deux complexes</vt:lpstr>
      <vt:lpstr>Argument du quotient de deux complexes</vt:lpstr>
      <vt:lpstr>Formule d’Euler</vt:lpstr>
      <vt:lpstr>Valeur efficace</vt:lpstr>
      <vt:lpstr>Valeur efficace</vt:lpstr>
      <vt:lpstr>Phaseur &lt;-&gt; sinusoide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Bertrand Cornélusse</dc:creator>
  <cp:lastModifiedBy>Bertrand Cornélusse</cp:lastModifiedBy>
  <cp:revision>54</cp:revision>
  <dcterms:created xsi:type="dcterms:W3CDTF">2021-02-07T08:59:07Z</dcterms:created>
  <dcterms:modified xsi:type="dcterms:W3CDTF">2021-02-23T11:07:01Z</dcterms:modified>
</cp:coreProperties>
</file>