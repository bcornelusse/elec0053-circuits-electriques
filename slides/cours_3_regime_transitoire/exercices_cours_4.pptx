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18" autoAdjust="0"/>
    <p:restoredTop sz="64905" autoAdjust="0"/>
  </p:normalViewPr>
  <p:slideViewPr>
    <p:cSldViewPr snapToGrid="0">
      <p:cViewPr varScale="1">
        <p:scale>
          <a:sx n="81" d="100"/>
          <a:sy n="81" d="100"/>
        </p:scale>
        <p:origin x="139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A3E7F-C219-4EA8-8A46-13229DC6D69B}" type="datetimeFigureOut">
              <a:rPr lang="fr-BE" smtClean="0"/>
              <a:t>01-03-21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C7E72-3818-43EE-8521-704BF6206F08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51570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855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75552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FC030-9C9D-4A1B-AF04-118D995F6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DB6EE-B50E-4890-8A1A-5A69F75CD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7CE56-81C1-4527-9060-B7BDF828A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01-03-21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6321F-8770-481B-BBF1-EBACE0A5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9C6C5-5DB8-442D-A9F0-B118D914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8240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DC6A-FE3A-4AD3-A428-4820A3C19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78683-108D-44DB-B17F-590B23CE9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70A5A-FF60-41A3-9143-B5AE0C5D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01-03-21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243DE-2742-472B-B45E-EFCFF08B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AF0DB-1213-4113-9C94-472F5AE00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7593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543A-347E-426D-93CE-0AEDC1C88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A9C51-26B9-489F-BF25-FB68A1AE7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94102-ADE3-43BA-822F-D10A8FF0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01-03-21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9F35F-0385-41F7-8F05-0683DBA1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B9C74-51DD-4D4C-A2B0-E1B6169D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2172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F3A3-C268-478E-AFAF-FEA7671C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089EC-A5EB-4B19-B436-D980A948F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D7E97-BA9B-4760-9CE1-5B81EF63B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C6602-660B-4C53-A2BA-87F6D1859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01-03-21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3E97B-6327-4562-A970-E726A749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6ED8A-D4E5-42D5-AE2E-56DAE431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93311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D9B01-43FE-4BA1-A9AB-1AD00254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42F93-73A1-450D-A4FF-0B7A82B15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79711-CE24-418B-BB35-2639654F2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6717AC-B1D8-4560-96C8-E43D94A27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46B6A-67A5-448A-B41E-A2EB43BCED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F5645-9F3F-4DFE-B095-1122335D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01-03-21</a:t>
            </a:fld>
            <a:endParaRPr lang="fr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CD88FC-128C-4FD5-8760-CFECFA1F8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3E2FF-F81C-44B8-9328-70F4186E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4269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5596B-E8F8-470D-B9F0-0825DEB0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EBE8C2-8F91-4368-9572-CC9A4395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01-03-21</a:t>
            </a:fld>
            <a:endParaRPr lang="fr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07E81-4485-4D8F-9030-198CD3F98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A1C19-3DE3-4502-B650-B7AB3F15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A8908A-F17F-4D18-9C3D-92B6477FC956}"/>
              </a:ext>
            </a:extLst>
          </p:cNvPr>
          <p:cNvCxnSpPr>
            <a:cxnSpLocks/>
          </p:cNvCxnSpPr>
          <p:nvPr userDrawn="1"/>
        </p:nvCxnSpPr>
        <p:spPr>
          <a:xfrm>
            <a:off x="0" y="1695864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090BB8-811D-4E1A-BC05-3D79E3F8383C}"/>
              </a:ext>
            </a:extLst>
          </p:cNvPr>
          <p:cNvCxnSpPr>
            <a:cxnSpLocks/>
          </p:cNvCxnSpPr>
          <p:nvPr userDrawn="1"/>
        </p:nvCxnSpPr>
        <p:spPr>
          <a:xfrm>
            <a:off x="0" y="2281799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9B8371-AFD1-4712-BAB9-8FD50EA2B383}"/>
              </a:ext>
            </a:extLst>
          </p:cNvPr>
          <p:cNvCxnSpPr>
            <a:cxnSpLocks/>
          </p:cNvCxnSpPr>
          <p:nvPr userDrawn="1"/>
        </p:nvCxnSpPr>
        <p:spPr>
          <a:xfrm>
            <a:off x="0" y="2867734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D6CCF9-85C2-41B6-8B30-B2545341E42B}"/>
              </a:ext>
            </a:extLst>
          </p:cNvPr>
          <p:cNvCxnSpPr>
            <a:cxnSpLocks/>
          </p:cNvCxnSpPr>
          <p:nvPr userDrawn="1"/>
        </p:nvCxnSpPr>
        <p:spPr>
          <a:xfrm>
            <a:off x="1555" y="2865301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4349A1-8298-4B88-9C35-97AE1624E2F6}"/>
              </a:ext>
            </a:extLst>
          </p:cNvPr>
          <p:cNvCxnSpPr>
            <a:cxnSpLocks/>
          </p:cNvCxnSpPr>
          <p:nvPr userDrawn="1"/>
        </p:nvCxnSpPr>
        <p:spPr>
          <a:xfrm>
            <a:off x="1555" y="3451236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107E33-D5AE-481B-BF20-69A55BD7BCDB}"/>
              </a:ext>
            </a:extLst>
          </p:cNvPr>
          <p:cNvCxnSpPr>
            <a:cxnSpLocks/>
          </p:cNvCxnSpPr>
          <p:nvPr userDrawn="1"/>
        </p:nvCxnSpPr>
        <p:spPr>
          <a:xfrm>
            <a:off x="1555" y="4037171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FA7DA5-F338-46D5-9411-76FB03B66561}"/>
              </a:ext>
            </a:extLst>
          </p:cNvPr>
          <p:cNvCxnSpPr>
            <a:cxnSpLocks/>
          </p:cNvCxnSpPr>
          <p:nvPr userDrawn="1"/>
        </p:nvCxnSpPr>
        <p:spPr>
          <a:xfrm>
            <a:off x="0" y="4036921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66803A-27E9-4122-BCAA-7A7B0D71799A}"/>
              </a:ext>
            </a:extLst>
          </p:cNvPr>
          <p:cNvCxnSpPr>
            <a:cxnSpLocks/>
          </p:cNvCxnSpPr>
          <p:nvPr userDrawn="1"/>
        </p:nvCxnSpPr>
        <p:spPr>
          <a:xfrm>
            <a:off x="0" y="4622856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DC7BD-6629-473D-83DF-5211968F0805}"/>
              </a:ext>
            </a:extLst>
          </p:cNvPr>
          <p:cNvCxnSpPr>
            <a:cxnSpLocks/>
          </p:cNvCxnSpPr>
          <p:nvPr userDrawn="1"/>
        </p:nvCxnSpPr>
        <p:spPr>
          <a:xfrm>
            <a:off x="0" y="5208791"/>
            <a:ext cx="894805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5672D2-FE3B-4213-8897-5E36F8DF4D6D}"/>
              </a:ext>
            </a:extLst>
          </p:cNvPr>
          <p:cNvCxnSpPr>
            <a:cxnSpLocks/>
          </p:cNvCxnSpPr>
          <p:nvPr userDrawn="1"/>
        </p:nvCxnSpPr>
        <p:spPr>
          <a:xfrm>
            <a:off x="0" y="5790400"/>
            <a:ext cx="894805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671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BC84F7-25FF-447E-85F6-2EC03D3F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01-03-21</a:t>
            </a:fld>
            <a:endParaRPr lang="fr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BF7B1C-9994-497F-A71F-510DB3813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C0BA9-DABD-4D38-993D-519B8208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7860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AF9D9-EB1E-477F-B986-06BDC4361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18B0-767A-4DEE-A978-C2B9432A3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A1F38-458B-4F39-A6DB-54B869FD8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C0563-6A37-479B-B815-8596035E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01-03-21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AE8BF-7C06-4C78-B81D-95603A974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67694-2143-4953-BDB1-D84B95BB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35714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164E2-6FB7-4E4E-B307-D7BD323B4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3B4D66-764E-4A23-8CDB-151D3C90E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D46C6-A975-484A-927D-FED222FD3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2A254-EABD-4C9D-84F2-1D19EDBE2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01-03-21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C4F37-5BD0-4899-8178-203D32CCD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F72E2-0CD8-465F-A547-ADEE67533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35266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6117-DF76-4002-9B0E-075C5B3C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04BB7-9752-4E24-9CB3-F94D5C355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0DFF4-B8D9-4AD9-B593-691CE00D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01-03-21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811B6-9C82-4C85-9F4E-F21AD846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A67CF-DA9F-43CA-8545-2F42E05A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95853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4E1043-2C2F-4277-9C5F-CE202F10C2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6EA1E-BA96-4BF9-A1F5-15F69FD13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8E36E-0D05-4D7A-842D-D46341D55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01-03-21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D6C9D-F860-4E09-9BFF-BED3FBCC9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34685-9882-4778-98C9-1E428E914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0353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BFC3C-E1EA-4901-86D5-59B03042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254AE-6D74-4469-B986-C119A3F45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2DC76-5092-4D97-AAAD-235CCB8FF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31F81-C33A-42B9-809B-64ACC7253E9C}" type="datetimeFigureOut">
              <a:rPr lang="fr-BE" smtClean="0"/>
              <a:t>01-03-21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9345-A9D5-499B-8BB9-D1CE55E07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305A1-EBB8-4C35-BC17-6AED415F9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4456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9F929-8802-4A4D-9175-78B0877D42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Circuits électriques</a:t>
            </a:r>
            <a:endParaRPr lang="fr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98F70-9813-43E2-997B-B525B2D8D0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Exercices de la leçon 4</a:t>
            </a:r>
          </a:p>
          <a:p>
            <a:r>
              <a:rPr lang="en-GB"/>
              <a:t>Bertrand Cornélusse</a:t>
            </a:r>
          </a:p>
          <a:p>
            <a:r>
              <a:rPr lang="en-GB"/>
              <a:t>23/02/2021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89407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23D5E6E2-A737-4FCD-8318-251C68071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98" y="0"/>
            <a:ext cx="5860288" cy="643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742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7896</TotalTime>
  <Words>12</Words>
  <Application>Microsoft Office PowerPoint</Application>
  <PresentationFormat>Widescreen</PresentationFormat>
  <Paragraphs>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Circuits électriques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Bertrand Cornélusse</dc:creator>
  <cp:lastModifiedBy>Bertrand Cornélusse</cp:lastModifiedBy>
  <cp:revision>59</cp:revision>
  <dcterms:created xsi:type="dcterms:W3CDTF">2021-02-07T08:59:07Z</dcterms:created>
  <dcterms:modified xsi:type="dcterms:W3CDTF">2021-03-01T15:45:14Z</dcterms:modified>
</cp:coreProperties>
</file>